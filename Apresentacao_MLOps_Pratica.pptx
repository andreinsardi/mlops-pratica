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67"/>
  </p:notesMasterIdLst>
  <p:handoutMasterIdLst>
    <p:handoutMasterId r:id="rId68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</p:sldIdLst>
  <p:sldSz cx="18288000" cy="10287000"/>
  <p:notesSz cx="7104063" cy="10234613"/>
  <p:defaultTextStyle>
    <a:defPPr>
      <a:defRPr lang="en-US"/>
    </a:defPPr>
    <a:lvl1pPr marL="0" algn="l" defTabSz="1371417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709" algn="l" defTabSz="1371417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417" algn="l" defTabSz="1371417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126" algn="l" defTabSz="1371417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2834" algn="l" defTabSz="1371417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8543" algn="l" defTabSz="1371417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252" algn="l" defTabSz="1371417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799960" algn="l" defTabSz="1371417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5669" algn="l" defTabSz="1371417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17ECA0F-A6EB-9C61-D458-947C2D20C77D}" name="Sandro Eymard Fontenele Bonadia" initials="SB" userId="S::sandro.bonadia@fgv.br::90f9b62b-9119-40a4-87ff-c8015cfaac3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A79"/>
    <a:srgbClr val="9C64A2"/>
    <a:srgbClr val="9B0A51"/>
    <a:srgbClr val="89A950"/>
    <a:srgbClr val="E29200"/>
    <a:srgbClr val="38AE96"/>
    <a:srgbClr val="0C63AA"/>
    <a:srgbClr val="00823B"/>
    <a:srgbClr val="C87700"/>
    <a:srgbClr val="008B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>
        <p:scale>
          <a:sx n="50" d="100"/>
          <a:sy n="50" d="100"/>
        </p:scale>
        <p:origin x="1086" y="3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500" y="6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67" Type="http://schemas.openxmlformats.org/officeDocument/2006/relationships/notesMaster" Target="notesMasters/notesMaster1.xml"/><Relationship Id="rId68" Type="http://schemas.openxmlformats.org/officeDocument/2006/relationships/handoutMaster" Target="handoutMasters/handout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73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66256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223" userDrawn="1">
          <p15:clr>
            <a:srgbClr val="F26B43"/>
          </p15:clr>
        </p15:guide>
        <p15:guide id="2" pos="2238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093BD6E1-51A8-3D4B-B7B5-E37F303BCDC4}" type="datetimeFigureOut">
              <a:rPr lang="pt-BR" smtClean="0"/>
              <a:t>15/05/2026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8"/>
            <a:ext cx="3078427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2" y="9721108"/>
            <a:ext cx="3078427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6FA495BB-F476-AF40-94F6-5250057740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2538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abert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4">
            <a:extLst>
              <a:ext uri="{FF2B5EF4-FFF2-40B4-BE49-F238E27FC236}">
                <a16:creationId xmlns:a16="http://schemas.microsoft.com/office/drawing/2014/main" id="{C9BE2685-5F3E-56EF-96AB-318CF6771F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23282" y="5143500"/>
            <a:ext cx="14725651" cy="36975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rtl="0" eaLnBrk="0" fontAlgn="base" hangingPunct="0">
              <a:spcBef>
                <a:spcPct val="0"/>
              </a:spcBef>
              <a:spcAft>
                <a:spcPct val="0"/>
              </a:spcAft>
              <a:buNone/>
              <a:defRPr lang="pt-BR" sz="4800" b="1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lang="pt-BR" sz="6602" b="0" kern="1200" dirty="0" smtClean="0">
                <a:solidFill>
                  <a:srgbClr val="69ADE7"/>
                </a:solidFill>
                <a:latin typeface="+mj-lt"/>
                <a:ea typeface="+mj-ea"/>
                <a:cs typeface="+mj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lang="pt-BR" sz="6602" b="0" kern="1200" dirty="0" smtClean="0">
                <a:solidFill>
                  <a:srgbClr val="69ADE7"/>
                </a:solidFill>
                <a:latin typeface="+mj-lt"/>
                <a:ea typeface="+mj-ea"/>
                <a:cs typeface="+mj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lang="pt-BR" sz="6602" b="0" kern="1200" dirty="0" smtClean="0">
                <a:solidFill>
                  <a:srgbClr val="69ADE7"/>
                </a:solidFill>
                <a:latin typeface="+mj-lt"/>
                <a:ea typeface="+mj-ea"/>
                <a:cs typeface="+mj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lang="pt-BR" sz="6602" b="0" kern="1200" dirty="0">
                <a:solidFill>
                  <a:srgbClr val="69ADE7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D1877B-D2D9-B942-9304-AFAFD2DE3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282" y="3136900"/>
            <a:ext cx="14725651" cy="1001213"/>
          </a:xfrm>
          <a:prstGeom prst="rect">
            <a:avLst/>
          </a:prstGeom>
        </p:spPr>
        <p:txBody>
          <a:bodyPr anchor="ctr" anchorCtr="0"/>
          <a:lstStyle>
            <a:lvl1pPr algn="ctr"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96E1B6C-4AE7-DA2C-C36E-A214BCC2103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8343" r="50903"/>
          <a:stretch/>
        </p:blipFill>
        <p:spPr>
          <a:xfrm>
            <a:off x="16877671" y="9601200"/>
            <a:ext cx="1406173" cy="557859"/>
          </a:xfrm>
          <a:prstGeom prst="rect">
            <a:avLst/>
          </a:prstGeom>
        </p:spPr>
      </p:pic>
      <p:sp>
        <p:nvSpPr>
          <p:cNvPr id="16" name="Rectangle 14">
            <a:extLst>
              <a:ext uri="{FF2B5EF4-FFF2-40B4-BE49-F238E27FC236}">
                <a16:creationId xmlns:a16="http://schemas.microsoft.com/office/drawing/2014/main" id="{A2BB2726-E854-9CB5-492C-D9A35F1F4AC9}"/>
              </a:ext>
            </a:extLst>
          </p:cNvPr>
          <p:cNvSpPr/>
          <p:nvPr userDrawn="1"/>
        </p:nvSpPr>
        <p:spPr>
          <a:xfrm>
            <a:off x="-12031" y="0"/>
            <a:ext cx="693070" cy="9017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BD50CADE-98A4-7B9A-03D7-97D6D48B04F3}"/>
              </a:ext>
            </a:extLst>
          </p:cNvPr>
          <p:cNvSpPr/>
          <p:nvPr userDrawn="1"/>
        </p:nvSpPr>
        <p:spPr>
          <a:xfrm>
            <a:off x="-12031" y="9017666"/>
            <a:ext cx="693070" cy="2344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F0ED146D-2D8C-1841-660C-44B8BD6A4FD9}"/>
              </a:ext>
            </a:extLst>
          </p:cNvPr>
          <p:cNvSpPr/>
          <p:nvPr userDrawn="1"/>
        </p:nvSpPr>
        <p:spPr>
          <a:xfrm>
            <a:off x="-12031" y="9251901"/>
            <a:ext cx="693070" cy="23445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rgbClr val="008BC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687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2">
            <a:extLst>
              <a:ext uri="{FF2B5EF4-FFF2-40B4-BE49-F238E27FC236}">
                <a16:creationId xmlns:a16="http://schemas.microsoft.com/office/drawing/2014/main" id="{493F4EA7-3B7A-FF63-5CB9-BC17E9D23C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39069" y="742950"/>
            <a:ext cx="15409863" cy="87249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54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  <a:defRPr sz="4000" b="1">
                <a:solidFill>
                  <a:schemeClr val="tx1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1pPr>
            <a:lvl2pPr marL="108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85000"/>
              <a:buFont typeface="Wingdings" panose="05000000000000000000" pitchFamily="2" charset="2"/>
              <a:buChar char="§"/>
              <a:defRPr sz="4000" b="1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2pPr>
            <a:lvl3pPr marL="162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7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16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6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ts val="3449"/>
              </a:lnSpc>
              <a:spcBef>
                <a:spcPts val="0"/>
              </a:spcBef>
              <a:defRPr sz="2699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1192993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B4BD698-1E30-E979-CA4A-D90B9F78ED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039" y="0"/>
            <a:ext cx="17609370" cy="10290860"/>
          </a:xfrm>
          <a:prstGeom prst="rect">
            <a:avLst/>
          </a:prstGeom>
          <a:solidFill>
            <a:schemeClr val="accent5"/>
          </a:solidFill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BE111771-7E57-72CB-038B-E1C2ADF698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284" y="439216"/>
            <a:ext cx="787459" cy="303734"/>
          </a:xfrm>
          <a:prstGeom prst="rect">
            <a:avLst/>
          </a:prstGeom>
        </p:spPr>
      </p:pic>
      <p:sp>
        <p:nvSpPr>
          <p:cNvPr id="8" name="Rectangle 14">
            <a:extLst>
              <a:ext uri="{FF2B5EF4-FFF2-40B4-BE49-F238E27FC236}">
                <a16:creationId xmlns:a16="http://schemas.microsoft.com/office/drawing/2014/main" id="{38C88AF5-95DE-8D2B-EBDE-293336F6BB30}"/>
              </a:ext>
            </a:extLst>
          </p:cNvPr>
          <p:cNvSpPr/>
          <p:nvPr userDrawn="1"/>
        </p:nvSpPr>
        <p:spPr>
          <a:xfrm>
            <a:off x="-12031" y="0"/>
            <a:ext cx="693070" cy="9017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BC1BCA53-EAB8-026B-D2B4-D33E6A0A0FEE}"/>
              </a:ext>
            </a:extLst>
          </p:cNvPr>
          <p:cNvSpPr/>
          <p:nvPr userDrawn="1"/>
        </p:nvSpPr>
        <p:spPr>
          <a:xfrm>
            <a:off x="-12031" y="9017666"/>
            <a:ext cx="693070" cy="2344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FD4A9A30-68F1-FDC0-9457-5A0EE49D3ADA}"/>
              </a:ext>
            </a:extLst>
          </p:cNvPr>
          <p:cNvSpPr/>
          <p:nvPr userDrawn="1"/>
        </p:nvSpPr>
        <p:spPr>
          <a:xfrm>
            <a:off x="-12031" y="9251901"/>
            <a:ext cx="693070" cy="23445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rgbClr val="008BC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047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B4BD698-1E30-E979-CA4A-D90B9F78ED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0"/>
            <a:ext cx="11430000" cy="10287000"/>
          </a:xfrm>
          <a:prstGeom prst="rect">
            <a:avLst/>
          </a:prstGeom>
          <a:solidFill>
            <a:schemeClr val="accent5"/>
          </a:solidFill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23" name="Freeform: Shape 5">
            <a:extLst>
              <a:ext uri="{FF2B5EF4-FFF2-40B4-BE49-F238E27FC236}">
                <a16:creationId xmlns:a16="http://schemas.microsoft.com/office/drawing/2014/main" id="{D5A9E31C-9AC2-4E2F-1499-EC18168B3DF7}"/>
              </a:ext>
            </a:extLst>
          </p:cNvPr>
          <p:cNvSpPr/>
          <p:nvPr userDrawn="1"/>
        </p:nvSpPr>
        <p:spPr>
          <a:xfrm>
            <a:off x="2859499" y="4644272"/>
            <a:ext cx="2864093" cy="2577684"/>
          </a:xfrm>
          <a:custGeom>
            <a:avLst/>
            <a:gdLst>
              <a:gd name="connsiteX0" fmla="*/ 1851331 w 1878763"/>
              <a:gd name="connsiteY0" fmla="*/ 1692867 h 1720299"/>
              <a:gd name="connsiteX1" fmla="*/ 1878763 w 1878763"/>
              <a:gd name="connsiteY1" fmla="*/ 1692867 h 1720299"/>
              <a:gd name="connsiteX2" fmla="*/ 1878763 w 1878763"/>
              <a:gd name="connsiteY2" fmla="*/ 1720299 h 1720299"/>
              <a:gd name="connsiteX3" fmla="*/ 1851331 w 1878763"/>
              <a:gd name="connsiteY3" fmla="*/ 1720299 h 1720299"/>
              <a:gd name="connsiteX4" fmla="*/ 1737031 w 1878763"/>
              <a:gd name="connsiteY4" fmla="*/ 1692867 h 1720299"/>
              <a:gd name="connsiteX5" fmla="*/ 1764463 w 1878763"/>
              <a:gd name="connsiteY5" fmla="*/ 1692867 h 1720299"/>
              <a:gd name="connsiteX6" fmla="*/ 1764463 w 1878763"/>
              <a:gd name="connsiteY6" fmla="*/ 1720299 h 1720299"/>
              <a:gd name="connsiteX7" fmla="*/ 1737031 w 1878763"/>
              <a:gd name="connsiteY7" fmla="*/ 1720299 h 1720299"/>
              <a:gd name="connsiteX8" fmla="*/ 1625112 w 1878763"/>
              <a:gd name="connsiteY8" fmla="*/ 1692867 h 1720299"/>
              <a:gd name="connsiteX9" fmla="*/ 1652544 w 1878763"/>
              <a:gd name="connsiteY9" fmla="*/ 1692867 h 1720299"/>
              <a:gd name="connsiteX10" fmla="*/ 1652544 w 1878763"/>
              <a:gd name="connsiteY10" fmla="*/ 1720299 h 1720299"/>
              <a:gd name="connsiteX11" fmla="*/ 1625112 w 1878763"/>
              <a:gd name="connsiteY11" fmla="*/ 1720299 h 1720299"/>
              <a:gd name="connsiteX12" fmla="*/ 1510812 w 1878763"/>
              <a:gd name="connsiteY12" fmla="*/ 1692867 h 1720299"/>
              <a:gd name="connsiteX13" fmla="*/ 1538244 w 1878763"/>
              <a:gd name="connsiteY13" fmla="*/ 1692867 h 1720299"/>
              <a:gd name="connsiteX14" fmla="*/ 1538244 w 1878763"/>
              <a:gd name="connsiteY14" fmla="*/ 1720299 h 1720299"/>
              <a:gd name="connsiteX15" fmla="*/ 1510812 w 1878763"/>
              <a:gd name="connsiteY15" fmla="*/ 1720299 h 1720299"/>
              <a:gd name="connsiteX16" fmla="*/ 1394702 w 1878763"/>
              <a:gd name="connsiteY16" fmla="*/ 1692867 h 1720299"/>
              <a:gd name="connsiteX17" fmla="*/ 1422134 w 1878763"/>
              <a:gd name="connsiteY17" fmla="*/ 1692867 h 1720299"/>
              <a:gd name="connsiteX18" fmla="*/ 1422134 w 1878763"/>
              <a:gd name="connsiteY18" fmla="*/ 1720299 h 1720299"/>
              <a:gd name="connsiteX19" fmla="*/ 1394702 w 1878763"/>
              <a:gd name="connsiteY19" fmla="*/ 1720299 h 1720299"/>
              <a:gd name="connsiteX20" fmla="*/ 1278592 w 1878763"/>
              <a:gd name="connsiteY20" fmla="*/ 1692867 h 1720299"/>
              <a:gd name="connsiteX21" fmla="*/ 1306024 w 1878763"/>
              <a:gd name="connsiteY21" fmla="*/ 1692867 h 1720299"/>
              <a:gd name="connsiteX22" fmla="*/ 1306024 w 1878763"/>
              <a:gd name="connsiteY22" fmla="*/ 1720299 h 1720299"/>
              <a:gd name="connsiteX23" fmla="*/ 1278592 w 1878763"/>
              <a:gd name="connsiteY23" fmla="*/ 1720299 h 1720299"/>
              <a:gd name="connsiteX24" fmla="*/ 1162482 w 1878763"/>
              <a:gd name="connsiteY24" fmla="*/ 1692867 h 1720299"/>
              <a:gd name="connsiteX25" fmla="*/ 1189914 w 1878763"/>
              <a:gd name="connsiteY25" fmla="*/ 1692867 h 1720299"/>
              <a:gd name="connsiteX26" fmla="*/ 1189914 w 1878763"/>
              <a:gd name="connsiteY26" fmla="*/ 1720299 h 1720299"/>
              <a:gd name="connsiteX27" fmla="*/ 1162482 w 1878763"/>
              <a:gd name="connsiteY27" fmla="*/ 1720299 h 1720299"/>
              <a:gd name="connsiteX28" fmla="*/ 1042307 w 1878763"/>
              <a:gd name="connsiteY28" fmla="*/ 1692867 h 1720299"/>
              <a:gd name="connsiteX29" fmla="*/ 1069739 w 1878763"/>
              <a:gd name="connsiteY29" fmla="*/ 1692867 h 1720299"/>
              <a:gd name="connsiteX30" fmla="*/ 1069739 w 1878763"/>
              <a:gd name="connsiteY30" fmla="*/ 1720299 h 1720299"/>
              <a:gd name="connsiteX31" fmla="*/ 1042307 w 1878763"/>
              <a:gd name="connsiteY31" fmla="*/ 1720299 h 1720299"/>
              <a:gd name="connsiteX32" fmla="*/ 926798 w 1878763"/>
              <a:gd name="connsiteY32" fmla="*/ 1692867 h 1720299"/>
              <a:gd name="connsiteX33" fmla="*/ 954230 w 1878763"/>
              <a:gd name="connsiteY33" fmla="*/ 1692867 h 1720299"/>
              <a:gd name="connsiteX34" fmla="*/ 954230 w 1878763"/>
              <a:gd name="connsiteY34" fmla="*/ 1720299 h 1720299"/>
              <a:gd name="connsiteX35" fmla="*/ 926798 w 1878763"/>
              <a:gd name="connsiteY35" fmla="*/ 1720299 h 1720299"/>
              <a:gd name="connsiteX36" fmla="*/ 812625 w 1878763"/>
              <a:gd name="connsiteY36" fmla="*/ 1692867 h 1720299"/>
              <a:gd name="connsiteX37" fmla="*/ 840057 w 1878763"/>
              <a:gd name="connsiteY37" fmla="*/ 1692867 h 1720299"/>
              <a:gd name="connsiteX38" fmla="*/ 840057 w 1878763"/>
              <a:gd name="connsiteY38" fmla="*/ 1720299 h 1720299"/>
              <a:gd name="connsiteX39" fmla="*/ 812625 w 1878763"/>
              <a:gd name="connsiteY39" fmla="*/ 1720299 h 1720299"/>
              <a:gd name="connsiteX40" fmla="*/ 692450 w 1878763"/>
              <a:gd name="connsiteY40" fmla="*/ 1692867 h 1720299"/>
              <a:gd name="connsiteX41" fmla="*/ 719882 w 1878763"/>
              <a:gd name="connsiteY41" fmla="*/ 1692867 h 1720299"/>
              <a:gd name="connsiteX42" fmla="*/ 719882 w 1878763"/>
              <a:gd name="connsiteY42" fmla="*/ 1720299 h 1720299"/>
              <a:gd name="connsiteX43" fmla="*/ 692450 w 1878763"/>
              <a:gd name="connsiteY43" fmla="*/ 1720299 h 1720299"/>
              <a:gd name="connsiteX44" fmla="*/ 576340 w 1878763"/>
              <a:gd name="connsiteY44" fmla="*/ 1692867 h 1720299"/>
              <a:gd name="connsiteX45" fmla="*/ 603772 w 1878763"/>
              <a:gd name="connsiteY45" fmla="*/ 1692867 h 1720299"/>
              <a:gd name="connsiteX46" fmla="*/ 603772 w 1878763"/>
              <a:gd name="connsiteY46" fmla="*/ 1720299 h 1720299"/>
              <a:gd name="connsiteX47" fmla="*/ 576340 w 1878763"/>
              <a:gd name="connsiteY47" fmla="*/ 1720299 h 1720299"/>
              <a:gd name="connsiteX48" fmla="*/ 456165 w 1878763"/>
              <a:gd name="connsiteY48" fmla="*/ 1692867 h 1720299"/>
              <a:gd name="connsiteX49" fmla="*/ 483597 w 1878763"/>
              <a:gd name="connsiteY49" fmla="*/ 1692867 h 1720299"/>
              <a:gd name="connsiteX50" fmla="*/ 483597 w 1878763"/>
              <a:gd name="connsiteY50" fmla="*/ 1720299 h 1720299"/>
              <a:gd name="connsiteX51" fmla="*/ 456165 w 1878763"/>
              <a:gd name="connsiteY51" fmla="*/ 1720299 h 1720299"/>
              <a:gd name="connsiteX52" fmla="*/ 340656 w 1878763"/>
              <a:gd name="connsiteY52" fmla="*/ 1692867 h 1720299"/>
              <a:gd name="connsiteX53" fmla="*/ 368088 w 1878763"/>
              <a:gd name="connsiteY53" fmla="*/ 1692867 h 1720299"/>
              <a:gd name="connsiteX54" fmla="*/ 368088 w 1878763"/>
              <a:gd name="connsiteY54" fmla="*/ 1720299 h 1720299"/>
              <a:gd name="connsiteX55" fmla="*/ 340656 w 1878763"/>
              <a:gd name="connsiteY55" fmla="*/ 1720299 h 1720299"/>
              <a:gd name="connsiteX56" fmla="*/ 226483 w 1878763"/>
              <a:gd name="connsiteY56" fmla="*/ 1692867 h 1720299"/>
              <a:gd name="connsiteX57" fmla="*/ 253915 w 1878763"/>
              <a:gd name="connsiteY57" fmla="*/ 1692867 h 1720299"/>
              <a:gd name="connsiteX58" fmla="*/ 253915 w 1878763"/>
              <a:gd name="connsiteY58" fmla="*/ 1720299 h 1720299"/>
              <a:gd name="connsiteX59" fmla="*/ 226483 w 1878763"/>
              <a:gd name="connsiteY59" fmla="*/ 1720299 h 1720299"/>
              <a:gd name="connsiteX60" fmla="*/ 114173 w 1878763"/>
              <a:gd name="connsiteY60" fmla="*/ 1692867 h 1720299"/>
              <a:gd name="connsiteX61" fmla="*/ 141605 w 1878763"/>
              <a:gd name="connsiteY61" fmla="*/ 1692867 h 1720299"/>
              <a:gd name="connsiteX62" fmla="*/ 141605 w 1878763"/>
              <a:gd name="connsiteY62" fmla="*/ 1720299 h 1720299"/>
              <a:gd name="connsiteX63" fmla="*/ 114173 w 1878763"/>
              <a:gd name="connsiteY63" fmla="*/ 1720299 h 1720299"/>
              <a:gd name="connsiteX64" fmla="*/ 0 w 1878763"/>
              <a:gd name="connsiteY64" fmla="*/ 1692867 h 1720299"/>
              <a:gd name="connsiteX65" fmla="*/ 27432 w 1878763"/>
              <a:gd name="connsiteY65" fmla="*/ 1692867 h 1720299"/>
              <a:gd name="connsiteX66" fmla="*/ 27432 w 1878763"/>
              <a:gd name="connsiteY66" fmla="*/ 1720299 h 1720299"/>
              <a:gd name="connsiteX67" fmla="*/ 0 w 1878763"/>
              <a:gd name="connsiteY67" fmla="*/ 1720299 h 1720299"/>
              <a:gd name="connsiteX68" fmla="*/ 1851331 w 1878763"/>
              <a:gd name="connsiteY68" fmla="*/ 1579360 h 1720299"/>
              <a:gd name="connsiteX69" fmla="*/ 1878763 w 1878763"/>
              <a:gd name="connsiteY69" fmla="*/ 1579360 h 1720299"/>
              <a:gd name="connsiteX70" fmla="*/ 1878763 w 1878763"/>
              <a:gd name="connsiteY70" fmla="*/ 1606792 h 1720299"/>
              <a:gd name="connsiteX71" fmla="*/ 1851331 w 1878763"/>
              <a:gd name="connsiteY71" fmla="*/ 1606792 h 1720299"/>
              <a:gd name="connsiteX72" fmla="*/ 1737031 w 1878763"/>
              <a:gd name="connsiteY72" fmla="*/ 1579360 h 1720299"/>
              <a:gd name="connsiteX73" fmla="*/ 1764463 w 1878763"/>
              <a:gd name="connsiteY73" fmla="*/ 1579360 h 1720299"/>
              <a:gd name="connsiteX74" fmla="*/ 1764463 w 1878763"/>
              <a:gd name="connsiteY74" fmla="*/ 1606792 h 1720299"/>
              <a:gd name="connsiteX75" fmla="*/ 1737031 w 1878763"/>
              <a:gd name="connsiteY75" fmla="*/ 1606792 h 1720299"/>
              <a:gd name="connsiteX76" fmla="*/ 1625112 w 1878763"/>
              <a:gd name="connsiteY76" fmla="*/ 1579360 h 1720299"/>
              <a:gd name="connsiteX77" fmla="*/ 1652544 w 1878763"/>
              <a:gd name="connsiteY77" fmla="*/ 1579360 h 1720299"/>
              <a:gd name="connsiteX78" fmla="*/ 1652544 w 1878763"/>
              <a:gd name="connsiteY78" fmla="*/ 1606792 h 1720299"/>
              <a:gd name="connsiteX79" fmla="*/ 1625112 w 1878763"/>
              <a:gd name="connsiteY79" fmla="*/ 1606792 h 1720299"/>
              <a:gd name="connsiteX80" fmla="*/ 1510812 w 1878763"/>
              <a:gd name="connsiteY80" fmla="*/ 1579360 h 1720299"/>
              <a:gd name="connsiteX81" fmla="*/ 1538244 w 1878763"/>
              <a:gd name="connsiteY81" fmla="*/ 1579360 h 1720299"/>
              <a:gd name="connsiteX82" fmla="*/ 1538244 w 1878763"/>
              <a:gd name="connsiteY82" fmla="*/ 1606792 h 1720299"/>
              <a:gd name="connsiteX83" fmla="*/ 1510812 w 1878763"/>
              <a:gd name="connsiteY83" fmla="*/ 1606792 h 1720299"/>
              <a:gd name="connsiteX84" fmla="*/ 1394702 w 1878763"/>
              <a:gd name="connsiteY84" fmla="*/ 1579360 h 1720299"/>
              <a:gd name="connsiteX85" fmla="*/ 1422134 w 1878763"/>
              <a:gd name="connsiteY85" fmla="*/ 1579360 h 1720299"/>
              <a:gd name="connsiteX86" fmla="*/ 1422134 w 1878763"/>
              <a:gd name="connsiteY86" fmla="*/ 1606792 h 1720299"/>
              <a:gd name="connsiteX87" fmla="*/ 1394702 w 1878763"/>
              <a:gd name="connsiteY87" fmla="*/ 1606792 h 1720299"/>
              <a:gd name="connsiteX88" fmla="*/ 1278592 w 1878763"/>
              <a:gd name="connsiteY88" fmla="*/ 1579360 h 1720299"/>
              <a:gd name="connsiteX89" fmla="*/ 1306024 w 1878763"/>
              <a:gd name="connsiteY89" fmla="*/ 1579360 h 1720299"/>
              <a:gd name="connsiteX90" fmla="*/ 1306024 w 1878763"/>
              <a:gd name="connsiteY90" fmla="*/ 1606792 h 1720299"/>
              <a:gd name="connsiteX91" fmla="*/ 1278592 w 1878763"/>
              <a:gd name="connsiteY91" fmla="*/ 1606792 h 1720299"/>
              <a:gd name="connsiteX92" fmla="*/ 1162482 w 1878763"/>
              <a:gd name="connsiteY92" fmla="*/ 1579360 h 1720299"/>
              <a:gd name="connsiteX93" fmla="*/ 1189914 w 1878763"/>
              <a:gd name="connsiteY93" fmla="*/ 1579360 h 1720299"/>
              <a:gd name="connsiteX94" fmla="*/ 1189914 w 1878763"/>
              <a:gd name="connsiteY94" fmla="*/ 1606792 h 1720299"/>
              <a:gd name="connsiteX95" fmla="*/ 1162482 w 1878763"/>
              <a:gd name="connsiteY95" fmla="*/ 1606792 h 1720299"/>
              <a:gd name="connsiteX96" fmla="*/ 1042307 w 1878763"/>
              <a:gd name="connsiteY96" fmla="*/ 1579360 h 1720299"/>
              <a:gd name="connsiteX97" fmla="*/ 1069739 w 1878763"/>
              <a:gd name="connsiteY97" fmla="*/ 1579360 h 1720299"/>
              <a:gd name="connsiteX98" fmla="*/ 1069739 w 1878763"/>
              <a:gd name="connsiteY98" fmla="*/ 1606792 h 1720299"/>
              <a:gd name="connsiteX99" fmla="*/ 1042307 w 1878763"/>
              <a:gd name="connsiteY99" fmla="*/ 1606792 h 1720299"/>
              <a:gd name="connsiteX100" fmla="*/ 926798 w 1878763"/>
              <a:gd name="connsiteY100" fmla="*/ 1579360 h 1720299"/>
              <a:gd name="connsiteX101" fmla="*/ 954230 w 1878763"/>
              <a:gd name="connsiteY101" fmla="*/ 1579360 h 1720299"/>
              <a:gd name="connsiteX102" fmla="*/ 954230 w 1878763"/>
              <a:gd name="connsiteY102" fmla="*/ 1606792 h 1720299"/>
              <a:gd name="connsiteX103" fmla="*/ 926798 w 1878763"/>
              <a:gd name="connsiteY103" fmla="*/ 1606792 h 1720299"/>
              <a:gd name="connsiteX104" fmla="*/ 812625 w 1878763"/>
              <a:gd name="connsiteY104" fmla="*/ 1579360 h 1720299"/>
              <a:gd name="connsiteX105" fmla="*/ 840057 w 1878763"/>
              <a:gd name="connsiteY105" fmla="*/ 1579360 h 1720299"/>
              <a:gd name="connsiteX106" fmla="*/ 840057 w 1878763"/>
              <a:gd name="connsiteY106" fmla="*/ 1606792 h 1720299"/>
              <a:gd name="connsiteX107" fmla="*/ 812625 w 1878763"/>
              <a:gd name="connsiteY107" fmla="*/ 1606792 h 1720299"/>
              <a:gd name="connsiteX108" fmla="*/ 692450 w 1878763"/>
              <a:gd name="connsiteY108" fmla="*/ 1579360 h 1720299"/>
              <a:gd name="connsiteX109" fmla="*/ 719882 w 1878763"/>
              <a:gd name="connsiteY109" fmla="*/ 1579360 h 1720299"/>
              <a:gd name="connsiteX110" fmla="*/ 719882 w 1878763"/>
              <a:gd name="connsiteY110" fmla="*/ 1606792 h 1720299"/>
              <a:gd name="connsiteX111" fmla="*/ 692450 w 1878763"/>
              <a:gd name="connsiteY111" fmla="*/ 1606792 h 1720299"/>
              <a:gd name="connsiteX112" fmla="*/ 576340 w 1878763"/>
              <a:gd name="connsiteY112" fmla="*/ 1579360 h 1720299"/>
              <a:gd name="connsiteX113" fmla="*/ 603772 w 1878763"/>
              <a:gd name="connsiteY113" fmla="*/ 1579360 h 1720299"/>
              <a:gd name="connsiteX114" fmla="*/ 603772 w 1878763"/>
              <a:gd name="connsiteY114" fmla="*/ 1606792 h 1720299"/>
              <a:gd name="connsiteX115" fmla="*/ 576340 w 1878763"/>
              <a:gd name="connsiteY115" fmla="*/ 1606792 h 1720299"/>
              <a:gd name="connsiteX116" fmla="*/ 456165 w 1878763"/>
              <a:gd name="connsiteY116" fmla="*/ 1579360 h 1720299"/>
              <a:gd name="connsiteX117" fmla="*/ 483597 w 1878763"/>
              <a:gd name="connsiteY117" fmla="*/ 1579360 h 1720299"/>
              <a:gd name="connsiteX118" fmla="*/ 483597 w 1878763"/>
              <a:gd name="connsiteY118" fmla="*/ 1606792 h 1720299"/>
              <a:gd name="connsiteX119" fmla="*/ 456165 w 1878763"/>
              <a:gd name="connsiteY119" fmla="*/ 1606792 h 1720299"/>
              <a:gd name="connsiteX120" fmla="*/ 340656 w 1878763"/>
              <a:gd name="connsiteY120" fmla="*/ 1579360 h 1720299"/>
              <a:gd name="connsiteX121" fmla="*/ 368088 w 1878763"/>
              <a:gd name="connsiteY121" fmla="*/ 1579360 h 1720299"/>
              <a:gd name="connsiteX122" fmla="*/ 368088 w 1878763"/>
              <a:gd name="connsiteY122" fmla="*/ 1606792 h 1720299"/>
              <a:gd name="connsiteX123" fmla="*/ 340656 w 1878763"/>
              <a:gd name="connsiteY123" fmla="*/ 1606792 h 1720299"/>
              <a:gd name="connsiteX124" fmla="*/ 226483 w 1878763"/>
              <a:gd name="connsiteY124" fmla="*/ 1579360 h 1720299"/>
              <a:gd name="connsiteX125" fmla="*/ 253915 w 1878763"/>
              <a:gd name="connsiteY125" fmla="*/ 1579360 h 1720299"/>
              <a:gd name="connsiteX126" fmla="*/ 253915 w 1878763"/>
              <a:gd name="connsiteY126" fmla="*/ 1606792 h 1720299"/>
              <a:gd name="connsiteX127" fmla="*/ 226483 w 1878763"/>
              <a:gd name="connsiteY127" fmla="*/ 1606792 h 1720299"/>
              <a:gd name="connsiteX128" fmla="*/ 114173 w 1878763"/>
              <a:gd name="connsiteY128" fmla="*/ 1579360 h 1720299"/>
              <a:gd name="connsiteX129" fmla="*/ 141605 w 1878763"/>
              <a:gd name="connsiteY129" fmla="*/ 1579360 h 1720299"/>
              <a:gd name="connsiteX130" fmla="*/ 141605 w 1878763"/>
              <a:gd name="connsiteY130" fmla="*/ 1606792 h 1720299"/>
              <a:gd name="connsiteX131" fmla="*/ 114173 w 1878763"/>
              <a:gd name="connsiteY131" fmla="*/ 1606792 h 1720299"/>
              <a:gd name="connsiteX132" fmla="*/ 0 w 1878763"/>
              <a:gd name="connsiteY132" fmla="*/ 1579360 h 1720299"/>
              <a:gd name="connsiteX133" fmla="*/ 27432 w 1878763"/>
              <a:gd name="connsiteY133" fmla="*/ 1579360 h 1720299"/>
              <a:gd name="connsiteX134" fmla="*/ 27432 w 1878763"/>
              <a:gd name="connsiteY134" fmla="*/ 1606792 h 1720299"/>
              <a:gd name="connsiteX135" fmla="*/ 0 w 1878763"/>
              <a:gd name="connsiteY135" fmla="*/ 1606792 h 1720299"/>
              <a:gd name="connsiteX136" fmla="*/ 1851331 w 1878763"/>
              <a:gd name="connsiteY136" fmla="*/ 1469030 h 1720299"/>
              <a:gd name="connsiteX137" fmla="*/ 1878763 w 1878763"/>
              <a:gd name="connsiteY137" fmla="*/ 1469030 h 1720299"/>
              <a:gd name="connsiteX138" fmla="*/ 1878763 w 1878763"/>
              <a:gd name="connsiteY138" fmla="*/ 1496462 h 1720299"/>
              <a:gd name="connsiteX139" fmla="*/ 1851331 w 1878763"/>
              <a:gd name="connsiteY139" fmla="*/ 1496462 h 1720299"/>
              <a:gd name="connsiteX140" fmla="*/ 1737031 w 1878763"/>
              <a:gd name="connsiteY140" fmla="*/ 1469030 h 1720299"/>
              <a:gd name="connsiteX141" fmla="*/ 1764463 w 1878763"/>
              <a:gd name="connsiteY141" fmla="*/ 1469030 h 1720299"/>
              <a:gd name="connsiteX142" fmla="*/ 1764463 w 1878763"/>
              <a:gd name="connsiteY142" fmla="*/ 1496462 h 1720299"/>
              <a:gd name="connsiteX143" fmla="*/ 1737031 w 1878763"/>
              <a:gd name="connsiteY143" fmla="*/ 1496462 h 1720299"/>
              <a:gd name="connsiteX144" fmla="*/ 1625112 w 1878763"/>
              <a:gd name="connsiteY144" fmla="*/ 1469030 h 1720299"/>
              <a:gd name="connsiteX145" fmla="*/ 1652544 w 1878763"/>
              <a:gd name="connsiteY145" fmla="*/ 1469030 h 1720299"/>
              <a:gd name="connsiteX146" fmla="*/ 1652544 w 1878763"/>
              <a:gd name="connsiteY146" fmla="*/ 1496462 h 1720299"/>
              <a:gd name="connsiteX147" fmla="*/ 1625112 w 1878763"/>
              <a:gd name="connsiteY147" fmla="*/ 1496462 h 1720299"/>
              <a:gd name="connsiteX148" fmla="*/ 1510812 w 1878763"/>
              <a:gd name="connsiteY148" fmla="*/ 1469030 h 1720299"/>
              <a:gd name="connsiteX149" fmla="*/ 1538244 w 1878763"/>
              <a:gd name="connsiteY149" fmla="*/ 1469030 h 1720299"/>
              <a:gd name="connsiteX150" fmla="*/ 1538244 w 1878763"/>
              <a:gd name="connsiteY150" fmla="*/ 1496462 h 1720299"/>
              <a:gd name="connsiteX151" fmla="*/ 1510812 w 1878763"/>
              <a:gd name="connsiteY151" fmla="*/ 1496462 h 1720299"/>
              <a:gd name="connsiteX152" fmla="*/ 1394702 w 1878763"/>
              <a:gd name="connsiteY152" fmla="*/ 1469030 h 1720299"/>
              <a:gd name="connsiteX153" fmla="*/ 1422134 w 1878763"/>
              <a:gd name="connsiteY153" fmla="*/ 1469030 h 1720299"/>
              <a:gd name="connsiteX154" fmla="*/ 1422134 w 1878763"/>
              <a:gd name="connsiteY154" fmla="*/ 1496462 h 1720299"/>
              <a:gd name="connsiteX155" fmla="*/ 1394702 w 1878763"/>
              <a:gd name="connsiteY155" fmla="*/ 1496462 h 1720299"/>
              <a:gd name="connsiteX156" fmla="*/ 1278592 w 1878763"/>
              <a:gd name="connsiteY156" fmla="*/ 1469030 h 1720299"/>
              <a:gd name="connsiteX157" fmla="*/ 1306024 w 1878763"/>
              <a:gd name="connsiteY157" fmla="*/ 1469030 h 1720299"/>
              <a:gd name="connsiteX158" fmla="*/ 1306024 w 1878763"/>
              <a:gd name="connsiteY158" fmla="*/ 1496462 h 1720299"/>
              <a:gd name="connsiteX159" fmla="*/ 1278592 w 1878763"/>
              <a:gd name="connsiteY159" fmla="*/ 1496462 h 1720299"/>
              <a:gd name="connsiteX160" fmla="*/ 1162482 w 1878763"/>
              <a:gd name="connsiteY160" fmla="*/ 1469030 h 1720299"/>
              <a:gd name="connsiteX161" fmla="*/ 1189914 w 1878763"/>
              <a:gd name="connsiteY161" fmla="*/ 1469030 h 1720299"/>
              <a:gd name="connsiteX162" fmla="*/ 1189914 w 1878763"/>
              <a:gd name="connsiteY162" fmla="*/ 1496462 h 1720299"/>
              <a:gd name="connsiteX163" fmla="*/ 1162482 w 1878763"/>
              <a:gd name="connsiteY163" fmla="*/ 1496462 h 1720299"/>
              <a:gd name="connsiteX164" fmla="*/ 1042307 w 1878763"/>
              <a:gd name="connsiteY164" fmla="*/ 1469030 h 1720299"/>
              <a:gd name="connsiteX165" fmla="*/ 1069739 w 1878763"/>
              <a:gd name="connsiteY165" fmla="*/ 1469030 h 1720299"/>
              <a:gd name="connsiteX166" fmla="*/ 1069739 w 1878763"/>
              <a:gd name="connsiteY166" fmla="*/ 1496462 h 1720299"/>
              <a:gd name="connsiteX167" fmla="*/ 1042307 w 1878763"/>
              <a:gd name="connsiteY167" fmla="*/ 1496462 h 1720299"/>
              <a:gd name="connsiteX168" fmla="*/ 926798 w 1878763"/>
              <a:gd name="connsiteY168" fmla="*/ 1469030 h 1720299"/>
              <a:gd name="connsiteX169" fmla="*/ 954230 w 1878763"/>
              <a:gd name="connsiteY169" fmla="*/ 1469030 h 1720299"/>
              <a:gd name="connsiteX170" fmla="*/ 954230 w 1878763"/>
              <a:gd name="connsiteY170" fmla="*/ 1496462 h 1720299"/>
              <a:gd name="connsiteX171" fmla="*/ 926798 w 1878763"/>
              <a:gd name="connsiteY171" fmla="*/ 1496462 h 1720299"/>
              <a:gd name="connsiteX172" fmla="*/ 812625 w 1878763"/>
              <a:gd name="connsiteY172" fmla="*/ 1469030 h 1720299"/>
              <a:gd name="connsiteX173" fmla="*/ 840057 w 1878763"/>
              <a:gd name="connsiteY173" fmla="*/ 1469030 h 1720299"/>
              <a:gd name="connsiteX174" fmla="*/ 840057 w 1878763"/>
              <a:gd name="connsiteY174" fmla="*/ 1496462 h 1720299"/>
              <a:gd name="connsiteX175" fmla="*/ 812625 w 1878763"/>
              <a:gd name="connsiteY175" fmla="*/ 1496462 h 1720299"/>
              <a:gd name="connsiteX176" fmla="*/ 692450 w 1878763"/>
              <a:gd name="connsiteY176" fmla="*/ 1469030 h 1720299"/>
              <a:gd name="connsiteX177" fmla="*/ 719882 w 1878763"/>
              <a:gd name="connsiteY177" fmla="*/ 1469030 h 1720299"/>
              <a:gd name="connsiteX178" fmla="*/ 719882 w 1878763"/>
              <a:gd name="connsiteY178" fmla="*/ 1496462 h 1720299"/>
              <a:gd name="connsiteX179" fmla="*/ 692450 w 1878763"/>
              <a:gd name="connsiteY179" fmla="*/ 1496462 h 1720299"/>
              <a:gd name="connsiteX180" fmla="*/ 576340 w 1878763"/>
              <a:gd name="connsiteY180" fmla="*/ 1469030 h 1720299"/>
              <a:gd name="connsiteX181" fmla="*/ 603772 w 1878763"/>
              <a:gd name="connsiteY181" fmla="*/ 1469030 h 1720299"/>
              <a:gd name="connsiteX182" fmla="*/ 603772 w 1878763"/>
              <a:gd name="connsiteY182" fmla="*/ 1496462 h 1720299"/>
              <a:gd name="connsiteX183" fmla="*/ 576340 w 1878763"/>
              <a:gd name="connsiteY183" fmla="*/ 1496462 h 1720299"/>
              <a:gd name="connsiteX184" fmla="*/ 456165 w 1878763"/>
              <a:gd name="connsiteY184" fmla="*/ 1469030 h 1720299"/>
              <a:gd name="connsiteX185" fmla="*/ 483597 w 1878763"/>
              <a:gd name="connsiteY185" fmla="*/ 1469030 h 1720299"/>
              <a:gd name="connsiteX186" fmla="*/ 483597 w 1878763"/>
              <a:gd name="connsiteY186" fmla="*/ 1496462 h 1720299"/>
              <a:gd name="connsiteX187" fmla="*/ 456165 w 1878763"/>
              <a:gd name="connsiteY187" fmla="*/ 1496462 h 1720299"/>
              <a:gd name="connsiteX188" fmla="*/ 340656 w 1878763"/>
              <a:gd name="connsiteY188" fmla="*/ 1469030 h 1720299"/>
              <a:gd name="connsiteX189" fmla="*/ 368088 w 1878763"/>
              <a:gd name="connsiteY189" fmla="*/ 1469030 h 1720299"/>
              <a:gd name="connsiteX190" fmla="*/ 368088 w 1878763"/>
              <a:gd name="connsiteY190" fmla="*/ 1496462 h 1720299"/>
              <a:gd name="connsiteX191" fmla="*/ 340656 w 1878763"/>
              <a:gd name="connsiteY191" fmla="*/ 1496462 h 1720299"/>
              <a:gd name="connsiteX192" fmla="*/ 226483 w 1878763"/>
              <a:gd name="connsiteY192" fmla="*/ 1469030 h 1720299"/>
              <a:gd name="connsiteX193" fmla="*/ 253915 w 1878763"/>
              <a:gd name="connsiteY193" fmla="*/ 1469030 h 1720299"/>
              <a:gd name="connsiteX194" fmla="*/ 253915 w 1878763"/>
              <a:gd name="connsiteY194" fmla="*/ 1496462 h 1720299"/>
              <a:gd name="connsiteX195" fmla="*/ 226483 w 1878763"/>
              <a:gd name="connsiteY195" fmla="*/ 1496462 h 1720299"/>
              <a:gd name="connsiteX196" fmla="*/ 114173 w 1878763"/>
              <a:gd name="connsiteY196" fmla="*/ 1469030 h 1720299"/>
              <a:gd name="connsiteX197" fmla="*/ 141605 w 1878763"/>
              <a:gd name="connsiteY197" fmla="*/ 1469030 h 1720299"/>
              <a:gd name="connsiteX198" fmla="*/ 141605 w 1878763"/>
              <a:gd name="connsiteY198" fmla="*/ 1496462 h 1720299"/>
              <a:gd name="connsiteX199" fmla="*/ 114173 w 1878763"/>
              <a:gd name="connsiteY199" fmla="*/ 1496462 h 1720299"/>
              <a:gd name="connsiteX200" fmla="*/ 0 w 1878763"/>
              <a:gd name="connsiteY200" fmla="*/ 1469030 h 1720299"/>
              <a:gd name="connsiteX201" fmla="*/ 27432 w 1878763"/>
              <a:gd name="connsiteY201" fmla="*/ 1469030 h 1720299"/>
              <a:gd name="connsiteX202" fmla="*/ 27432 w 1878763"/>
              <a:gd name="connsiteY202" fmla="*/ 1496462 h 1720299"/>
              <a:gd name="connsiteX203" fmla="*/ 0 w 1878763"/>
              <a:gd name="connsiteY203" fmla="*/ 1496462 h 1720299"/>
              <a:gd name="connsiteX204" fmla="*/ 1851331 w 1878763"/>
              <a:gd name="connsiteY204" fmla="*/ 1355523 h 1720299"/>
              <a:gd name="connsiteX205" fmla="*/ 1878763 w 1878763"/>
              <a:gd name="connsiteY205" fmla="*/ 1355523 h 1720299"/>
              <a:gd name="connsiteX206" fmla="*/ 1878763 w 1878763"/>
              <a:gd name="connsiteY206" fmla="*/ 1382955 h 1720299"/>
              <a:gd name="connsiteX207" fmla="*/ 1851331 w 1878763"/>
              <a:gd name="connsiteY207" fmla="*/ 1382955 h 1720299"/>
              <a:gd name="connsiteX208" fmla="*/ 1737031 w 1878763"/>
              <a:gd name="connsiteY208" fmla="*/ 1355523 h 1720299"/>
              <a:gd name="connsiteX209" fmla="*/ 1764463 w 1878763"/>
              <a:gd name="connsiteY209" fmla="*/ 1355523 h 1720299"/>
              <a:gd name="connsiteX210" fmla="*/ 1764463 w 1878763"/>
              <a:gd name="connsiteY210" fmla="*/ 1382955 h 1720299"/>
              <a:gd name="connsiteX211" fmla="*/ 1737031 w 1878763"/>
              <a:gd name="connsiteY211" fmla="*/ 1382955 h 1720299"/>
              <a:gd name="connsiteX212" fmla="*/ 1625112 w 1878763"/>
              <a:gd name="connsiteY212" fmla="*/ 1355523 h 1720299"/>
              <a:gd name="connsiteX213" fmla="*/ 1652544 w 1878763"/>
              <a:gd name="connsiteY213" fmla="*/ 1355523 h 1720299"/>
              <a:gd name="connsiteX214" fmla="*/ 1652544 w 1878763"/>
              <a:gd name="connsiteY214" fmla="*/ 1382955 h 1720299"/>
              <a:gd name="connsiteX215" fmla="*/ 1625112 w 1878763"/>
              <a:gd name="connsiteY215" fmla="*/ 1382955 h 1720299"/>
              <a:gd name="connsiteX216" fmla="*/ 1510812 w 1878763"/>
              <a:gd name="connsiteY216" fmla="*/ 1355523 h 1720299"/>
              <a:gd name="connsiteX217" fmla="*/ 1538244 w 1878763"/>
              <a:gd name="connsiteY217" fmla="*/ 1355523 h 1720299"/>
              <a:gd name="connsiteX218" fmla="*/ 1538244 w 1878763"/>
              <a:gd name="connsiteY218" fmla="*/ 1382955 h 1720299"/>
              <a:gd name="connsiteX219" fmla="*/ 1510812 w 1878763"/>
              <a:gd name="connsiteY219" fmla="*/ 1382955 h 1720299"/>
              <a:gd name="connsiteX220" fmla="*/ 1394702 w 1878763"/>
              <a:gd name="connsiteY220" fmla="*/ 1355523 h 1720299"/>
              <a:gd name="connsiteX221" fmla="*/ 1422134 w 1878763"/>
              <a:gd name="connsiteY221" fmla="*/ 1355523 h 1720299"/>
              <a:gd name="connsiteX222" fmla="*/ 1422134 w 1878763"/>
              <a:gd name="connsiteY222" fmla="*/ 1382955 h 1720299"/>
              <a:gd name="connsiteX223" fmla="*/ 1394702 w 1878763"/>
              <a:gd name="connsiteY223" fmla="*/ 1382955 h 1720299"/>
              <a:gd name="connsiteX224" fmla="*/ 1278592 w 1878763"/>
              <a:gd name="connsiteY224" fmla="*/ 1355523 h 1720299"/>
              <a:gd name="connsiteX225" fmla="*/ 1306024 w 1878763"/>
              <a:gd name="connsiteY225" fmla="*/ 1355523 h 1720299"/>
              <a:gd name="connsiteX226" fmla="*/ 1306024 w 1878763"/>
              <a:gd name="connsiteY226" fmla="*/ 1382955 h 1720299"/>
              <a:gd name="connsiteX227" fmla="*/ 1278592 w 1878763"/>
              <a:gd name="connsiteY227" fmla="*/ 1382955 h 1720299"/>
              <a:gd name="connsiteX228" fmla="*/ 1162482 w 1878763"/>
              <a:gd name="connsiteY228" fmla="*/ 1355523 h 1720299"/>
              <a:gd name="connsiteX229" fmla="*/ 1189914 w 1878763"/>
              <a:gd name="connsiteY229" fmla="*/ 1355523 h 1720299"/>
              <a:gd name="connsiteX230" fmla="*/ 1189914 w 1878763"/>
              <a:gd name="connsiteY230" fmla="*/ 1382955 h 1720299"/>
              <a:gd name="connsiteX231" fmla="*/ 1162482 w 1878763"/>
              <a:gd name="connsiteY231" fmla="*/ 1382955 h 1720299"/>
              <a:gd name="connsiteX232" fmla="*/ 1042307 w 1878763"/>
              <a:gd name="connsiteY232" fmla="*/ 1355523 h 1720299"/>
              <a:gd name="connsiteX233" fmla="*/ 1069739 w 1878763"/>
              <a:gd name="connsiteY233" fmla="*/ 1355523 h 1720299"/>
              <a:gd name="connsiteX234" fmla="*/ 1069739 w 1878763"/>
              <a:gd name="connsiteY234" fmla="*/ 1382955 h 1720299"/>
              <a:gd name="connsiteX235" fmla="*/ 1042307 w 1878763"/>
              <a:gd name="connsiteY235" fmla="*/ 1382955 h 1720299"/>
              <a:gd name="connsiteX236" fmla="*/ 926798 w 1878763"/>
              <a:gd name="connsiteY236" fmla="*/ 1355523 h 1720299"/>
              <a:gd name="connsiteX237" fmla="*/ 954230 w 1878763"/>
              <a:gd name="connsiteY237" fmla="*/ 1355523 h 1720299"/>
              <a:gd name="connsiteX238" fmla="*/ 954230 w 1878763"/>
              <a:gd name="connsiteY238" fmla="*/ 1382955 h 1720299"/>
              <a:gd name="connsiteX239" fmla="*/ 926798 w 1878763"/>
              <a:gd name="connsiteY239" fmla="*/ 1382955 h 1720299"/>
              <a:gd name="connsiteX240" fmla="*/ 812625 w 1878763"/>
              <a:gd name="connsiteY240" fmla="*/ 1355523 h 1720299"/>
              <a:gd name="connsiteX241" fmla="*/ 840057 w 1878763"/>
              <a:gd name="connsiteY241" fmla="*/ 1355523 h 1720299"/>
              <a:gd name="connsiteX242" fmla="*/ 840057 w 1878763"/>
              <a:gd name="connsiteY242" fmla="*/ 1382955 h 1720299"/>
              <a:gd name="connsiteX243" fmla="*/ 812625 w 1878763"/>
              <a:gd name="connsiteY243" fmla="*/ 1382955 h 1720299"/>
              <a:gd name="connsiteX244" fmla="*/ 692450 w 1878763"/>
              <a:gd name="connsiteY244" fmla="*/ 1355523 h 1720299"/>
              <a:gd name="connsiteX245" fmla="*/ 719882 w 1878763"/>
              <a:gd name="connsiteY245" fmla="*/ 1355523 h 1720299"/>
              <a:gd name="connsiteX246" fmla="*/ 719882 w 1878763"/>
              <a:gd name="connsiteY246" fmla="*/ 1382955 h 1720299"/>
              <a:gd name="connsiteX247" fmla="*/ 692450 w 1878763"/>
              <a:gd name="connsiteY247" fmla="*/ 1382955 h 1720299"/>
              <a:gd name="connsiteX248" fmla="*/ 576340 w 1878763"/>
              <a:gd name="connsiteY248" fmla="*/ 1355523 h 1720299"/>
              <a:gd name="connsiteX249" fmla="*/ 603772 w 1878763"/>
              <a:gd name="connsiteY249" fmla="*/ 1355523 h 1720299"/>
              <a:gd name="connsiteX250" fmla="*/ 603772 w 1878763"/>
              <a:gd name="connsiteY250" fmla="*/ 1382955 h 1720299"/>
              <a:gd name="connsiteX251" fmla="*/ 576340 w 1878763"/>
              <a:gd name="connsiteY251" fmla="*/ 1382955 h 1720299"/>
              <a:gd name="connsiteX252" fmla="*/ 456165 w 1878763"/>
              <a:gd name="connsiteY252" fmla="*/ 1355523 h 1720299"/>
              <a:gd name="connsiteX253" fmla="*/ 483597 w 1878763"/>
              <a:gd name="connsiteY253" fmla="*/ 1355523 h 1720299"/>
              <a:gd name="connsiteX254" fmla="*/ 483597 w 1878763"/>
              <a:gd name="connsiteY254" fmla="*/ 1382955 h 1720299"/>
              <a:gd name="connsiteX255" fmla="*/ 456165 w 1878763"/>
              <a:gd name="connsiteY255" fmla="*/ 1382955 h 1720299"/>
              <a:gd name="connsiteX256" fmla="*/ 340656 w 1878763"/>
              <a:gd name="connsiteY256" fmla="*/ 1355523 h 1720299"/>
              <a:gd name="connsiteX257" fmla="*/ 368088 w 1878763"/>
              <a:gd name="connsiteY257" fmla="*/ 1355523 h 1720299"/>
              <a:gd name="connsiteX258" fmla="*/ 368088 w 1878763"/>
              <a:gd name="connsiteY258" fmla="*/ 1382955 h 1720299"/>
              <a:gd name="connsiteX259" fmla="*/ 340656 w 1878763"/>
              <a:gd name="connsiteY259" fmla="*/ 1382955 h 1720299"/>
              <a:gd name="connsiteX260" fmla="*/ 226483 w 1878763"/>
              <a:gd name="connsiteY260" fmla="*/ 1355523 h 1720299"/>
              <a:gd name="connsiteX261" fmla="*/ 253915 w 1878763"/>
              <a:gd name="connsiteY261" fmla="*/ 1355523 h 1720299"/>
              <a:gd name="connsiteX262" fmla="*/ 253915 w 1878763"/>
              <a:gd name="connsiteY262" fmla="*/ 1382955 h 1720299"/>
              <a:gd name="connsiteX263" fmla="*/ 226483 w 1878763"/>
              <a:gd name="connsiteY263" fmla="*/ 1382955 h 1720299"/>
              <a:gd name="connsiteX264" fmla="*/ 114173 w 1878763"/>
              <a:gd name="connsiteY264" fmla="*/ 1355523 h 1720299"/>
              <a:gd name="connsiteX265" fmla="*/ 141605 w 1878763"/>
              <a:gd name="connsiteY265" fmla="*/ 1355523 h 1720299"/>
              <a:gd name="connsiteX266" fmla="*/ 141605 w 1878763"/>
              <a:gd name="connsiteY266" fmla="*/ 1382955 h 1720299"/>
              <a:gd name="connsiteX267" fmla="*/ 114173 w 1878763"/>
              <a:gd name="connsiteY267" fmla="*/ 1382955 h 1720299"/>
              <a:gd name="connsiteX268" fmla="*/ 0 w 1878763"/>
              <a:gd name="connsiteY268" fmla="*/ 1355523 h 1720299"/>
              <a:gd name="connsiteX269" fmla="*/ 27432 w 1878763"/>
              <a:gd name="connsiteY269" fmla="*/ 1355523 h 1720299"/>
              <a:gd name="connsiteX270" fmla="*/ 27432 w 1878763"/>
              <a:gd name="connsiteY270" fmla="*/ 1382955 h 1720299"/>
              <a:gd name="connsiteX271" fmla="*/ 0 w 1878763"/>
              <a:gd name="connsiteY271" fmla="*/ 1382955 h 1720299"/>
              <a:gd name="connsiteX272" fmla="*/ 1851331 w 1878763"/>
              <a:gd name="connsiteY272" fmla="*/ 1242220 h 1720299"/>
              <a:gd name="connsiteX273" fmla="*/ 1878763 w 1878763"/>
              <a:gd name="connsiteY273" fmla="*/ 1242220 h 1720299"/>
              <a:gd name="connsiteX274" fmla="*/ 1878763 w 1878763"/>
              <a:gd name="connsiteY274" fmla="*/ 1269652 h 1720299"/>
              <a:gd name="connsiteX275" fmla="*/ 1851331 w 1878763"/>
              <a:gd name="connsiteY275" fmla="*/ 1269652 h 1720299"/>
              <a:gd name="connsiteX276" fmla="*/ 1737031 w 1878763"/>
              <a:gd name="connsiteY276" fmla="*/ 1242220 h 1720299"/>
              <a:gd name="connsiteX277" fmla="*/ 1764463 w 1878763"/>
              <a:gd name="connsiteY277" fmla="*/ 1242220 h 1720299"/>
              <a:gd name="connsiteX278" fmla="*/ 1764463 w 1878763"/>
              <a:gd name="connsiteY278" fmla="*/ 1269652 h 1720299"/>
              <a:gd name="connsiteX279" fmla="*/ 1737031 w 1878763"/>
              <a:gd name="connsiteY279" fmla="*/ 1269652 h 1720299"/>
              <a:gd name="connsiteX280" fmla="*/ 1625112 w 1878763"/>
              <a:gd name="connsiteY280" fmla="*/ 1242220 h 1720299"/>
              <a:gd name="connsiteX281" fmla="*/ 1652544 w 1878763"/>
              <a:gd name="connsiteY281" fmla="*/ 1242220 h 1720299"/>
              <a:gd name="connsiteX282" fmla="*/ 1652544 w 1878763"/>
              <a:gd name="connsiteY282" fmla="*/ 1269652 h 1720299"/>
              <a:gd name="connsiteX283" fmla="*/ 1625112 w 1878763"/>
              <a:gd name="connsiteY283" fmla="*/ 1269652 h 1720299"/>
              <a:gd name="connsiteX284" fmla="*/ 1510812 w 1878763"/>
              <a:gd name="connsiteY284" fmla="*/ 1242220 h 1720299"/>
              <a:gd name="connsiteX285" fmla="*/ 1538244 w 1878763"/>
              <a:gd name="connsiteY285" fmla="*/ 1242220 h 1720299"/>
              <a:gd name="connsiteX286" fmla="*/ 1538244 w 1878763"/>
              <a:gd name="connsiteY286" fmla="*/ 1269652 h 1720299"/>
              <a:gd name="connsiteX287" fmla="*/ 1510812 w 1878763"/>
              <a:gd name="connsiteY287" fmla="*/ 1269652 h 1720299"/>
              <a:gd name="connsiteX288" fmla="*/ 1394702 w 1878763"/>
              <a:gd name="connsiteY288" fmla="*/ 1242220 h 1720299"/>
              <a:gd name="connsiteX289" fmla="*/ 1422134 w 1878763"/>
              <a:gd name="connsiteY289" fmla="*/ 1242220 h 1720299"/>
              <a:gd name="connsiteX290" fmla="*/ 1422134 w 1878763"/>
              <a:gd name="connsiteY290" fmla="*/ 1269652 h 1720299"/>
              <a:gd name="connsiteX291" fmla="*/ 1394702 w 1878763"/>
              <a:gd name="connsiteY291" fmla="*/ 1269652 h 1720299"/>
              <a:gd name="connsiteX292" fmla="*/ 1278592 w 1878763"/>
              <a:gd name="connsiteY292" fmla="*/ 1242220 h 1720299"/>
              <a:gd name="connsiteX293" fmla="*/ 1306024 w 1878763"/>
              <a:gd name="connsiteY293" fmla="*/ 1242220 h 1720299"/>
              <a:gd name="connsiteX294" fmla="*/ 1306024 w 1878763"/>
              <a:gd name="connsiteY294" fmla="*/ 1269652 h 1720299"/>
              <a:gd name="connsiteX295" fmla="*/ 1278592 w 1878763"/>
              <a:gd name="connsiteY295" fmla="*/ 1269652 h 1720299"/>
              <a:gd name="connsiteX296" fmla="*/ 1162482 w 1878763"/>
              <a:gd name="connsiteY296" fmla="*/ 1242220 h 1720299"/>
              <a:gd name="connsiteX297" fmla="*/ 1189914 w 1878763"/>
              <a:gd name="connsiteY297" fmla="*/ 1242220 h 1720299"/>
              <a:gd name="connsiteX298" fmla="*/ 1189914 w 1878763"/>
              <a:gd name="connsiteY298" fmla="*/ 1269652 h 1720299"/>
              <a:gd name="connsiteX299" fmla="*/ 1162482 w 1878763"/>
              <a:gd name="connsiteY299" fmla="*/ 1269652 h 1720299"/>
              <a:gd name="connsiteX300" fmla="*/ 1042307 w 1878763"/>
              <a:gd name="connsiteY300" fmla="*/ 1242220 h 1720299"/>
              <a:gd name="connsiteX301" fmla="*/ 1069739 w 1878763"/>
              <a:gd name="connsiteY301" fmla="*/ 1242220 h 1720299"/>
              <a:gd name="connsiteX302" fmla="*/ 1069739 w 1878763"/>
              <a:gd name="connsiteY302" fmla="*/ 1269652 h 1720299"/>
              <a:gd name="connsiteX303" fmla="*/ 1042307 w 1878763"/>
              <a:gd name="connsiteY303" fmla="*/ 1269652 h 1720299"/>
              <a:gd name="connsiteX304" fmla="*/ 926798 w 1878763"/>
              <a:gd name="connsiteY304" fmla="*/ 1242220 h 1720299"/>
              <a:gd name="connsiteX305" fmla="*/ 954230 w 1878763"/>
              <a:gd name="connsiteY305" fmla="*/ 1242220 h 1720299"/>
              <a:gd name="connsiteX306" fmla="*/ 954230 w 1878763"/>
              <a:gd name="connsiteY306" fmla="*/ 1269652 h 1720299"/>
              <a:gd name="connsiteX307" fmla="*/ 926798 w 1878763"/>
              <a:gd name="connsiteY307" fmla="*/ 1269652 h 1720299"/>
              <a:gd name="connsiteX308" fmla="*/ 812625 w 1878763"/>
              <a:gd name="connsiteY308" fmla="*/ 1242220 h 1720299"/>
              <a:gd name="connsiteX309" fmla="*/ 840057 w 1878763"/>
              <a:gd name="connsiteY309" fmla="*/ 1242220 h 1720299"/>
              <a:gd name="connsiteX310" fmla="*/ 840057 w 1878763"/>
              <a:gd name="connsiteY310" fmla="*/ 1269652 h 1720299"/>
              <a:gd name="connsiteX311" fmla="*/ 812625 w 1878763"/>
              <a:gd name="connsiteY311" fmla="*/ 1269652 h 1720299"/>
              <a:gd name="connsiteX312" fmla="*/ 692450 w 1878763"/>
              <a:gd name="connsiteY312" fmla="*/ 1242220 h 1720299"/>
              <a:gd name="connsiteX313" fmla="*/ 719882 w 1878763"/>
              <a:gd name="connsiteY313" fmla="*/ 1242220 h 1720299"/>
              <a:gd name="connsiteX314" fmla="*/ 719882 w 1878763"/>
              <a:gd name="connsiteY314" fmla="*/ 1269652 h 1720299"/>
              <a:gd name="connsiteX315" fmla="*/ 692450 w 1878763"/>
              <a:gd name="connsiteY315" fmla="*/ 1269652 h 1720299"/>
              <a:gd name="connsiteX316" fmla="*/ 576340 w 1878763"/>
              <a:gd name="connsiteY316" fmla="*/ 1242220 h 1720299"/>
              <a:gd name="connsiteX317" fmla="*/ 603772 w 1878763"/>
              <a:gd name="connsiteY317" fmla="*/ 1242220 h 1720299"/>
              <a:gd name="connsiteX318" fmla="*/ 603772 w 1878763"/>
              <a:gd name="connsiteY318" fmla="*/ 1269652 h 1720299"/>
              <a:gd name="connsiteX319" fmla="*/ 576340 w 1878763"/>
              <a:gd name="connsiteY319" fmla="*/ 1269652 h 1720299"/>
              <a:gd name="connsiteX320" fmla="*/ 456165 w 1878763"/>
              <a:gd name="connsiteY320" fmla="*/ 1242220 h 1720299"/>
              <a:gd name="connsiteX321" fmla="*/ 483597 w 1878763"/>
              <a:gd name="connsiteY321" fmla="*/ 1242220 h 1720299"/>
              <a:gd name="connsiteX322" fmla="*/ 483597 w 1878763"/>
              <a:gd name="connsiteY322" fmla="*/ 1269652 h 1720299"/>
              <a:gd name="connsiteX323" fmla="*/ 456165 w 1878763"/>
              <a:gd name="connsiteY323" fmla="*/ 1269652 h 1720299"/>
              <a:gd name="connsiteX324" fmla="*/ 340656 w 1878763"/>
              <a:gd name="connsiteY324" fmla="*/ 1242220 h 1720299"/>
              <a:gd name="connsiteX325" fmla="*/ 368088 w 1878763"/>
              <a:gd name="connsiteY325" fmla="*/ 1242220 h 1720299"/>
              <a:gd name="connsiteX326" fmla="*/ 368088 w 1878763"/>
              <a:gd name="connsiteY326" fmla="*/ 1269652 h 1720299"/>
              <a:gd name="connsiteX327" fmla="*/ 340656 w 1878763"/>
              <a:gd name="connsiteY327" fmla="*/ 1269652 h 1720299"/>
              <a:gd name="connsiteX328" fmla="*/ 226483 w 1878763"/>
              <a:gd name="connsiteY328" fmla="*/ 1242220 h 1720299"/>
              <a:gd name="connsiteX329" fmla="*/ 253915 w 1878763"/>
              <a:gd name="connsiteY329" fmla="*/ 1242220 h 1720299"/>
              <a:gd name="connsiteX330" fmla="*/ 253915 w 1878763"/>
              <a:gd name="connsiteY330" fmla="*/ 1269652 h 1720299"/>
              <a:gd name="connsiteX331" fmla="*/ 226483 w 1878763"/>
              <a:gd name="connsiteY331" fmla="*/ 1269652 h 1720299"/>
              <a:gd name="connsiteX332" fmla="*/ 114173 w 1878763"/>
              <a:gd name="connsiteY332" fmla="*/ 1242220 h 1720299"/>
              <a:gd name="connsiteX333" fmla="*/ 141605 w 1878763"/>
              <a:gd name="connsiteY333" fmla="*/ 1242220 h 1720299"/>
              <a:gd name="connsiteX334" fmla="*/ 141605 w 1878763"/>
              <a:gd name="connsiteY334" fmla="*/ 1269652 h 1720299"/>
              <a:gd name="connsiteX335" fmla="*/ 114173 w 1878763"/>
              <a:gd name="connsiteY335" fmla="*/ 1269652 h 1720299"/>
              <a:gd name="connsiteX336" fmla="*/ 0 w 1878763"/>
              <a:gd name="connsiteY336" fmla="*/ 1242220 h 1720299"/>
              <a:gd name="connsiteX337" fmla="*/ 27432 w 1878763"/>
              <a:gd name="connsiteY337" fmla="*/ 1242220 h 1720299"/>
              <a:gd name="connsiteX338" fmla="*/ 27432 w 1878763"/>
              <a:gd name="connsiteY338" fmla="*/ 1269652 h 1720299"/>
              <a:gd name="connsiteX339" fmla="*/ 0 w 1878763"/>
              <a:gd name="connsiteY339" fmla="*/ 1269652 h 1720299"/>
              <a:gd name="connsiteX340" fmla="*/ 1851331 w 1878763"/>
              <a:gd name="connsiteY340" fmla="*/ 1128713 h 1720299"/>
              <a:gd name="connsiteX341" fmla="*/ 1878763 w 1878763"/>
              <a:gd name="connsiteY341" fmla="*/ 1128713 h 1720299"/>
              <a:gd name="connsiteX342" fmla="*/ 1878763 w 1878763"/>
              <a:gd name="connsiteY342" fmla="*/ 1156145 h 1720299"/>
              <a:gd name="connsiteX343" fmla="*/ 1851331 w 1878763"/>
              <a:gd name="connsiteY343" fmla="*/ 1156145 h 1720299"/>
              <a:gd name="connsiteX344" fmla="*/ 1737031 w 1878763"/>
              <a:gd name="connsiteY344" fmla="*/ 1128713 h 1720299"/>
              <a:gd name="connsiteX345" fmla="*/ 1764463 w 1878763"/>
              <a:gd name="connsiteY345" fmla="*/ 1128713 h 1720299"/>
              <a:gd name="connsiteX346" fmla="*/ 1764463 w 1878763"/>
              <a:gd name="connsiteY346" fmla="*/ 1156145 h 1720299"/>
              <a:gd name="connsiteX347" fmla="*/ 1737031 w 1878763"/>
              <a:gd name="connsiteY347" fmla="*/ 1156145 h 1720299"/>
              <a:gd name="connsiteX348" fmla="*/ 1625112 w 1878763"/>
              <a:gd name="connsiteY348" fmla="*/ 1128713 h 1720299"/>
              <a:gd name="connsiteX349" fmla="*/ 1652544 w 1878763"/>
              <a:gd name="connsiteY349" fmla="*/ 1128713 h 1720299"/>
              <a:gd name="connsiteX350" fmla="*/ 1652544 w 1878763"/>
              <a:gd name="connsiteY350" fmla="*/ 1156145 h 1720299"/>
              <a:gd name="connsiteX351" fmla="*/ 1625112 w 1878763"/>
              <a:gd name="connsiteY351" fmla="*/ 1156145 h 1720299"/>
              <a:gd name="connsiteX352" fmla="*/ 1510812 w 1878763"/>
              <a:gd name="connsiteY352" fmla="*/ 1128713 h 1720299"/>
              <a:gd name="connsiteX353" fmla="*/ 1538244 w 1878763"/>
              <a:gd name="connsiteY353" fmla="*/ 1128713 h 1720299"/>
              <a:gd name="connsiteX354" fmla="*/ 1538244 w 1878763"/>
              <a:gd name="connsiteY354" fmla="*/ 1156145 h 1720299"/>
              <a:gd name="connsiteX355" fmla="*/ 1510812 w 1878763"/>
              <a:gd name="connsiteY355" fmla="*/ 1156145 h 1720299"/>
              <a:gd name="connsiteX356" fmla="*/ 1394702 w 1878763"/>
              <a:gd name="connsiteY356" fmla="*/ 1128713 h 1720299"/>
              <a:gd name="connsiteX357" fmla="*/ 1422134 w 1878763"/>
              <a:gd name="connsiteY357" fmla="*/ 1128713 h 1720299"/>
              <a:gd name="connsiteX358" fmla="*/ 1422134 w 1878763"/>
              <a:gd name="connsiteY358" fmla="*/ 1156145 h 1720299"/>
              <a:gd name="connsiteX359" fmla="*/ 1394702 w 1878763"/>
              <a:gd name="connsiteY359" fmla="*/ 1156145 h 1720299"/>
              <a:gd name="connsiteX360" fmla="*/ 1278592 w 1878763"/>
              <a:gd name="connsiteY360" fmla="*/ 1128713 h 1720299"/>
              <a:gd name="connsiteX361" fmla="*/ 1306024 w 1878763"/>
              <a:gd name="connsiteY361" fmla="*/ 1128713 h 1720299"/>
              <a:gd name="connsiteX362" fmla="*/ 1306024 w 1878763"/>
              <a:gd name="connsiteY362" fmla="*/ 1156145 h 1720299"/>
              <a:gd name="connsiteX363" fmla="*/ 1278592 w 1878763"/>
              <a:gd name="connsiteY363" fmla="*/ 1156145 h 1720299"/>
              <a:gd name="connsiteX364" fmla="*/ 1162482 w 1878763"/>
              <a:gd name="connsiteY364" fmla="*/ 1128713 h 1720299"/>
              <a:gd name="connsiteX365" fmla="*/ 1189914 w 1878763"/>
              <a:gd name="connsiteY365" fmla="*/ 1128713 h 1720299"/>
              <a:gd name="connsiteX366" fmla="*/ 1189914 w 1878763"/>
              <a:gd name="connsiteY366" fmla="*/ 1156145 h 1720299"/>
              <a:gd name="connsiteX367" fmla="*/ 1162482 w 1878763"/>
              <a:gd name="connsiteY367" fmla="*/ 1156145 h 1720299"/>
              <a:gd name="connsiteX368" fmla="*/ 1042307 w 1878763"/>
              <a:gd name="connsiteY368" fmla="*/ 1128713 h 1720299"/>
              <a:gd name="connsiteX369" fmla="*/ 1069739 w 1878763"/>
              <a:gd name="connsiteY369" fmla="*/ 1128713 h 1720299"/>
              <a:gd name="connsiteX370" fmla="*/ 1069739 w 1878763"/>
              <a:gd name="connsiteY370" fmla="*/ 1156145 h 1720299"/>
              <a:gd name="connsiteX371" fmla="*/ 1042307 w 1878763"/>
              <a:gd name="connsiteY371" fmla="*/ 1156145 h 1720299"/>
              <a:gd name="connsiteX372" fmla="*/ 926798 w 1878763"/>
              <a:gd name="connsiteY372" fmla="*/ 1128713 h 1720299"/>
              <a:gd name="connsiteX373" fmla="*/ 954230 w 1878763"/>
              <a:gd name="connsiteY373" fmla="*/ 1128713 h 1720299"/>
              <a:gd name="connsiteX374" fmla="*/ 954230 w 1878763"/>
              <a:gd name="connsiteY374" fmla="*/ 1156145 h 1720299"/>
              <a:gd name="connsiteX375" fmla="*/ 926798 w 1878763"/>
              <a:gd name="connsiteY375" fmla="*/ 1156145 h 1720299"/>
              <a:gd name="connsiteX376" fmla="*/ 812625 w 1878763"/>
              <a:gd name="connsiteY376" fmla="*/ 1128713 h 1720299"/>
              <a:gd name="connsiteX377" fmla="*/ 840057 w 1878763"/>
              <a:gd name="connsiteY377" fmla="*/ 1128713 h 1720299"/>
              <a:gd name="connsiteX378" fmla="*/ 840057 w 1878763"/>
              <a:gd name="connsiteY378" fmla="*/ 1156145 h 1720299"/>
              <a:gd name="connsiteX379" fmla="*/ 812625 w 1878763"/>
              <a:gd name="connsiteY379" fmla="*/ 1156145 h 1720299"/>
              <a:gd name="connsiteX380" fmla="*/ 692450 w 1878763"/>
              <a:gd name="connsiteY380" fmla="*/ 1128713 h 1720299"/>
              <a:gd name="connsiteX381" fmla="*/ 719882 w 1878763"/>
              <a:gd name="connsiteY381" fmla="*/ 1128713 h 1720299"/>
              <a:gd name="connsiteX382" fmla="*/ 719882 w 1878763"/>
              <a:gd name="connsiteY382" fmla="*/ 1156145 h 1720299"/>
              <a:gd name="connsiteX383" fmla="*/ 692450 w 1878763"/>
              <a:gd name="connsiteY383" fmla="*/ 1156145 h 1720299"/>
              <a:gd name="connsiteX384" fmla="*/ 576340 w 1878763"/>
              <a:gd name="connsiteY384" fmla="*/ 1128713 h 1720299"/>
              <a:gd name="connsiteX385" fmla="*/ 603772 w 1878763"/>
              <a:gd name="connsiteY385" fmla="*/ 1128713 h 1720299"/>
              <a:gd name="connsiteX386" fmla="*/ 603772 w 1878763"/>
              <a:gd name="connsiteY386" fmla="*/ 1156145 h 1720299"/>
              <a:gd name="connsiteX387" fmla="*/ 576340 w 1878763"/>
              <a:gd name="connsiteY387" fmla="*/ 1156145 h 1720299"/>
              <a:gd name="connsiteX388" fmla="*/ 456165 w 1878763"/>
              <a:gd name="connsiteY388" fmla="*/ 1128713 h 1720299"/>
              <a:gd name="connsiteX389" fmla="*/ 483597 w 1878763"/>
              <a:gd name="connsiteY389" fmla="*/ 1128713 h 1720299"/>
              <a:gd name="connsiteX390" fmla="*/ 483597 w 1878763"/>
              <a:gd name="connsiteY390" fmla="*/ 1156145 h 1720299"/>
              <a:gd name="connsiteX391" fmla="*/ 456165 w 1878763"/>
              <a:gd name="connsiteY391" fmla="*/ 1156145 h 1720299"/>
              <a:gd name="connsiteX392" fmla="*/ 340656 w 1878763"/>
              <a:gd name="connsiteY392" fmla="*/ 1128713 h 1720299"/>
              <a:gd name="connsiteX393" fmla="*/ 368088 w 1878763"/>
              <a:gd name="connsiteY393" fmla="*/ 1128713 h 1720299"/>
              <a:gd name="connsiteX394" fmla="*/ 368088 w 1878763"/>
              <a:gd name="connsiteY394" fmla="*/ 1156145 h 1720299"/>
              <a:gd name="connsiteX395" fmla="*/ 340656 w 1878763"/>
              <a:gd name="connsiteY395" fmla="*/ 1156145 h 1720299"/>
              <a:gd name="connsiteX396" fmla="*/ 226483 w 1878763"/>
              <a:gd name="connsiteY396" fmla="*/ 1128713 h 1720299"/>
              <a:gd name="connsiteX397" fmla="*/ 253915 w 1878763"/>
              <a:gd name="connsiteY397" fmla="*/ 1128713 h 1720299"/>
              <a:gd name="connsiteX398" fmla="*/ 253915 w 1878763"/>
              <a:gd name="connsiteY398" fmla="*/ 1156145 h 1720299"/>
              <a:gd name="connsiteX399" fmla="*/ 226483 w 1878763"/>
              <a:gd name="connsiteY399" fmla="*/ 1156145 h 1720299"/>
              <a:gd name="connsiteX400" fmla="*/ 114173 w 1878763"/>
              <a:gd name="connsiteY400" fmla="*/ 1128713 h 1720299"/>
              <a:gd name="connsiteX401" fmla="*/ 141605 w 1878763"/>
              <a:gd name="connsiteY401" fmla="*/ 1128713 h 1720299"/>
              <a:gd name="connsiteX402" fmla="*/ 141605 w 1878763"/>
              <a:gd name="connsiteY402" fmla="*/ 1156145 h 1720299"/>
              <a:gd name="connsiteX403" fmla="*/ 114173 w 1878763"/>
              <a:gd name="connsiteY403" fmla="*/ 1156145 h 1720299"/>
              <a:gd name="connsiteX404" fmla="*/ 0 w 1878763"/>
              <a:gd name="connsiteY404" fmla="*/ 1128713 h 1720299"/>
              <a:gd name="connsiteX405" fmla="*/ 27432 w 1878763"/>
              <a:gd name="connsiteY405" fmla="*/ 1128713 h 1720299"/>
              <a:gd name="connsiteX406" fmla="*/ 27432 w 1878763"/>
              <a:gd name="connsiteY406" fmla="*/ 1156145 h 1720299"/>
              <a:gd name="connsiteX407" fmla="*/ 0 w 1878763"/>
              <a:gd name="connsiteY407" fmla="*/ 1156145 h 1720299"/>
              <a:gd name="connsiteX408" fmla="*/ 1851331 w 1878763"/>
              <a:gd name="connsiteY408" fmla="*/ 1018383 h 1720299"/>
              <a:gd name="connsiteX409" fmla="*/ 1878763 w 1878763"/>
              <a:gd name="connsiteY409" fmla="*/ 1018383 h 1720299"/>
              <a:gd name="connsiteX410" fmla="*/ 1878763 w 1878763"/>
              <a:gd name="connsiteY410" fmla="*/ 1045815 h 1720299"/>
              <a:gd name="connsiteX411" fmla="*/ 1851331 w 1878763"/>
              <a:gd name="connsiteY411" fmla="*/ 1045815 h 1720299"/>
              <a:gd name="connsiteX412" fmla="*/ 1737031 w 1878763"/>
              <a:gd name="connsiteY412" fmla="*/ 1018383 h 1720299"/>
              <a:gd name="connsiteX413" fmla="*/ 1764463 w 1878763"/>
              <a:gd name="connsiteY413" fmla="*/ 1018383 h 1720299"/>
              <a:gd name="connsiteX414" fmla="*/ 1764463 w 1878763"/>
              <a:gd name="connsiteY414" fmla="*/ 1045815 h 1720299"/>
              <a:gd name="connsiteX415" fmla="*/ 1737031 w 1878763"/>
              <a:gd name="connsiteY415" fmla="*/ 1045815 h 1720299"/>
              <a:gd name="connsiteX416" fmla="*/ 1625112 w 1878763"/>
              <a:gd name="connsiteY416" fmla="*/ 1018383 h 1720299"/>
              <a:gd name="connsiteX417" fmla="*/ 1652544 w 1878763"/>
              <a:gd name="connsiteY417" fmla="*/ 1018383 h 1720299"/>
              <a:gd name="connsiteX418" fmla="*/ 1652544 w 1878763"/>
              <a:gd name="connsiteY418" fmla="*/ 1045815 h 1720299"/>
              <a:gd name="connsiteX419" fmla="*/ 1625112 w 1878763"/>
              <a:gd name="connsiteY419" fmla="*/ 1045815 h 1720299"/>
              <a:gd name="connsiteX420" fmla="*/ 1510812 w 1878763"/>
              <a:gd name="connsiteY420" fmla="*/ 1018383 h 1720299"/>
              <a:gd name="connsiteX421" fmla="*/ 1538244 w 1878763"/>
              <a:gd name="connsiteY421" fmla="*/ 1018383 h 1720299"/>
              <a:gd name="connsiteX422" fmla="*/ 1538244 w 1878763"/>
              <a:gd name="connsiteY422" fmla="*/ 1045815 h 1720299"/>
              <a:gd name="connsiteX423" fmla="*/ 1510812 w 1878763"/>
              <a:gd name="connsiteY423" fmla="*/ 1045815 h 1720299"/>
              <a:gd name="connsiteX424" fmla="*/ 1394702 w 1878763"/>
              <a:gd name="connsiteY424" fmla="*/ 1018383 h 1720299"/>
              <a:gd name="connsiteX425" fmla="*/ 1422134 w 1878763"/>
              <a:gd name="connsiteY425" fmla="*/ 1018383 h 1720299"/>
              <a:gd name="connsiteX426" fmla="*/ 1422134 w 1878763"/>
              <a:gd name="connsiteY426" fmla="*/ 1045815 h 1720299"/>
              <a:gd name="connsiteX427" fmla="*/ 1394702 w 1878763"/>
              <a:gd name="connsiteY427" fmla="*/ 1045815 h 1720299"/>
              <a:gd name="connsiteX428" fmla="*/ 1278592 w 1878763"/>
              <a:gd name="connsiteY428" fmla="*/ 1018383 h 1720299"/>
              <a:gd name="connsiteX429" fmla="*/ 1306024 w 1878763"/>
              <a:gd name="connsiteY429" fmla="*/ 1018383 h 1720299"/>
              <a:gd name="connsiteX430" fmla="*/ 1306024 w 1878763"/>
              <a:gd name="connsiteY430" fmla="*/ 1045815 h 1720299"/>
              <a:gd name="connsiteX431" fmla="*/ 1278592 w 1878763"/>
              <a:gd name="connsiteY431" fmla="*/ 1045815 h 1720299"/>
              <a:gd name="connsiteX432" fmla="*/ 1162482 w 1878763"/>
              <a:gd name="connsiteY432" fmla="*/ 1018383 h 1720299"/>
              <a:gd name="connsiteX433" fmla="*/ 1189914 w 1878763"/>
              <a:gd name="connsiteY433" fmla="*/ 1018383 h 1720299"/>
              <a:gd name="connsiteX434" fmla="*/ 1189914 w 1878763"/>
              <a:gd name="connsiteY434" fmla="*/ 1045815 h 1720299"/>
              <a:gd name="connsiteX435" fmla="*/ 1162482 w 1878763"/>
              <a:gd name="connsiteY435" fmla="*/ 1045815 h 1720299"/>
              <a:gd name="connsiteX436" fmla="*/ 1042307 w 1878763"/>
              <a:gd name="connsiteY436" fmla="*/ 1018383 h 1720299"/>
              <a:gd name="connsiteX437" fmla="*/ 1069739 w 1878763"/>
              <a:gd name="connsiteY437" fmla="*/ 1018383 h 1720299"/>
              <a:gd name="connsiteX438" fmla="*/ 1069739 w 1878763"/>
              <a:gd name="connsiteY438" fmla="*/ 1045815 h 1720299"/>
              <a:gd name="connsiteX439" fmla="*/ 1042307 w 1878763"/>
              <a:gd name="connsiteY439" fmla="*/ 1045815 h 1720299"/>
              <a:gd name="connsiteX440" fmla="*/ 926798 w 1878763"/>
              <a:gd name="connsiteY440" fmla="*/ 1018383 h 1720299"/>
              <a:gd name="connsiteX441" fmla="*/ 954230 w 1878763"/>
              <a:gd name="connsiteY441" fmla="*/ 1018383 h 1720299"/>
              <a:gd name="connsiteX442" fmla="*/ 954230 w 1878763"/>
              <a:gd name="connsiteY442" fmla="*/ 1045815 h 1720299"/>
              <a:gd name="connsiteX443" fmla="*/ 926798 w 1878763"/>
              <a:gd name="connsiteY443" fmla="*/ 1045815 h 1720299"/>
              <a:gd name="connsiteX444" fmla="*/ 812625 w 1878763"/>
              <a:gd name="connsiteY444" fmla="*/ 1018383 h 1720299"/>
              <a:gd name="connsiteX445" fmla="*/ 840057 w 1878763"/>
              <a:gd name="connsiteY445" fmla="*/ 1018383 h 1720299"/>
              <a:gd name="connsiteX446" fmla="*/ 840057 w 1878763"/>
              <a:gd name="connsiteY446" fmla="*/ 1045815 h 1720299"/>
              <a:gd name="connsiteX447" fmla="*/ 812625 w 1878763"/>
              <a:gd name="connsiteY447" fmla="*/ 1045815 h 1720299"/>
              <a:gd name="connsiteX448" fmla="*/ 692450 w 1878763"/>
              <a:gd name="connsiteY448" fmla="*/ 1018383 h 1720299"/>
              <a:gd name="connsiteX449" fmla="*/ 719882 w 1878763"/>
              <a:gd name="connsiteY449" fmla="*/ 1018383 h 1720299"/>
              <a:gd name="connsiteX450" fmla="*/ 719882 w 1878763"/>
              <a:gd name="connsiteY450" fmla="*/ 1045815 h 1720299"/>
              <a:gd name="connsiteX451" fmla="*/ 692450 w 1878763"/>
              <a:gd name="connsiteY451" fmla="*/ 1045815 h 1720299"/>
              <a:gd name="connsiteX452" fmla="*/ 576340 w 1878763"/>
              <a:gd name="connsiteY452" fmla="*/ 1018383 h 1720299"/>
              <a:gd name="connsiteX453" fmla="*/ 603772 w 1878763"/>
              <a:gd name="connsiteY453" fmla="*/ 1018383 h 1720299"/>
              <a:gd name="connsiteX454" fmla="*/ 603772 w 1878763"/>
              <a:gd name="connsiteY454" fmla="*/ 1045815 h 1720299"/>
              <a:gd name="connsiteX455" fmla="*/ 576340 w 1878763"/>
              <a:gd name="connsiteY455" fmla="*/ 1045815 h 1720299"/>
              <a:gd name="connsiteX456" fmla="*/ 456165 w 1878763"/>
              <a:gd name="connsiteY456" fmla="*/ 1018383 h 1720299"/>
              <a:gd name="connsiteX457" fmla="*/ 483597 w 1878763"/>
              <a:gd name="connsiteY457" fmla="*/ 1018383 h 1720299"/>
              <a:gd name="connsiteX458" fmla="*/ 483597 w 1878763"/>
              <a:gd name="connsiteY458" fmla="*/ 1045815 h 1720299"/>
              <a:gd name="connsiteX459" fmla="*/ 456165 w 1878763"/>
              <a:gd name="connsiteY459" fmla="*/ 1045815 h 1720299"/>
              <a:gd name="connsiteX460" fmla="*/ 340656 w 1878763"/>
              <a:gd name="connsiteY460" fmla="*/ 1018383 h 1720299"/>
              <a:gd name="connsiteX461" fmla="*/ 368088 w 1878763"/>
              <a:gd name="connsiteY461" fmla="*/ 1018383 h 1720299"/>
              <a:gd name="connsiteX462" fmla="*/ 368088 w 1878763"/>
              <a:gd name="connsiteY462" fmla="*/ 1045815 h 1720299"/>
              <a:gd name="connsiteX463" fmla="*/ 340656 w 1878763"/>
              <a:gd name="connsiteY463" fmla="*/ 1045815 h 1720299"/>
              <a:gd name="connsiteX464" fmla="*/ 226483 w 1878763"/>
              <a:gd name="connsiteY464" fmla="*/ 1018383 h 1720299"/>
              <a:gd name="connsiteX465" fmla="*/ 253915 w 1878763"/>
              <a:gd name="connsiteY465" fmla="*/ 1018383 h 1720299"/>
              <a:gd name="connsiteX466" fmla="*/ 253915 w 1878763"/>
              <a:gd name="connsiteY466" fmla="*/ 1045815 h 1720299"/>
              <a:gd name="connsiteX467" fmla="*/ 226483 w 1878763"/>
              <a:gd name="connsiteY467" fmla="*/ 1045815 h 1720299"/>
              <a:gd name="connsiteX468" fmla="*/ 114173 w 1878763"/>
              <a:gd name="connsiteY468" fmla="*/ 1018383 h 1720299"/>
              <a:gd name="connsiteX469" fmla="*/ 141605 w 1878763"/>
              <a:gd name="connsiteY469" fmla="*/ 1018383 h 1720299"/>
              <a:gd name="connsiteX470" fmla="*/ 141605 w 1878763"/>
              <a:gd name="connsiteY470" fmla="*/ 1045815 h 1720299"/>
              <a:gd name="connsiteX471" fmla="*/ 114173 w 1878763"/>
              <a:gd name="connsiteY471" fmla="*/ 1045815 h 1720299"/>
              <a:gd name="connsiteX472" fmla="*/ 0 w 1878763"/>
              <a:gd name="connsiteY472" fmla="*/ 1018383 h 1720299"/>
              <a:gd name="connsiteX473" fmla="*/ 27432 w 1878763"/>
              <a:gd name="connsiteY473" fmla="*/ 1018383 h 1720299"/>
              <a:gd name="connsiteX474" fmla="*/ 27432 w 1878763"/>
              <a:gd name="connsiteY474" fmla="*/ 1045815 h 1720299"/>
              <a:gd name="connsiteX475" fmla="*/ 0 w 1878763"/>
              <a:gd name="connsiteY475" fmla="*/ 1045815 h 1720299"/>
              <a:gd name="connsiteX476" fmla="*/ 1851331 w 1878763"/>
              <a:gd name="connsiteY476" fmla="*/ 904876 h 1720299"/>
              <a:gd name="connsiteX477" fmla="*/ 1878763 w 1878763"/>
              <a:gd name="connsiteY477" fmla="*/ 904876 h 1720299"/>
              <a:gd name="connsiteX478" fmla="*/ 1878763 w 1878763"/>
              <a:gd name="connsiteY478" fmla="*/ 932308 h 1720299"/>
              <a:gd name="connsiteX479" fmla="*/ 1851331 w 1878763"/>
              <a:gd name="connsiteY479" fmla="*/ 932308 h 1720299"/>
              <a:gd name="connsiteX480" fmla="*/ 1737031 w 1878763"/>
              <a:gd name="connsiteY480" fmla="*/ 904876 h 1720299"/>
              <a:gd name="connsiteX481" fmla="*/ 1764463 w 1878763"/>
              <a:gd name="connsiteY481" fmla="*/ 904876 h 1720299"/>
              <a:gd name="connsiteX482" fmla="*/ 1764463 w 1878763"/>
              <a:gd name="connsiteY482" fmla="*/ 932308 h 1720299"/>
              <a:gd name="connsiteX483" fmla="*/ 1737031 w 1878763"/>
              <a:gd name="connsiteY483" fmla="*/ 932308 h 1720299"/>
              <a:gd name="connsiteX484" fmla="*/ 1625112 w 1878763"/>
              <a:gd name="connsiteY484" fmla="*/ 904876 h 1720299"/>
              <a:gd name="connsiteX485" fmla="*/ 1652544 w 1878763"/>
              <a:gd name="connsiteY485" fmla="*/ 904876 h 1720299"/>
              <a:gd name="connsiteX486" fmla="*/ 1652544 w 1878763"/>
              <a:gd name="connsiteY486" fmla="*/ 932308 h 1720299"/>
              <a:gd name="connsiteX487" fmla="*/ 1625112 w 1878763"/>
              <a:gd name="connsiteY487" fmla="*/ 932308 h 1720299"/>
              <a:gd name="connsiteX488" fmla="*/ 1510812 w 1878763"/>
              <a:gd name="connsiteY488" fmla="*/ 904876 h 1720299"/>
              <a:gd name="connsiteX489" fmla="*/ 1538244 w 1878763"/>
              <a:gd name="connsiteY489" fmla="*/ 904876 h 1720299"/>
              <a:gd name="connsiteX490" fmla="*/ 1538244 w 1878763"/>
              <a:gd name="connsiteY490" fmla="*/ 932308 h 1720299"/>
              <a:gd name="connsiteX491" fmla="*/ 1510812 w 1878763"/>
              <a:gd name="connsiteY491" fmla="*/ 932308 h 1720299"/>
              <a:gd name="connsiteX492" fmla="*/ 1394702 w 1878763"/>
              <a:gd name="connsiteY492" fmla="*/ 904876 h 1720299"/>
              <a:gd name="connsiteX493" fmla="*/ 1422134 w 1878763"/>
              <a:gd name="connsiteY493" fmla="*/ 904876 h 1720299"/>
              <a:gd name="connsiteX494" fmla="*/ 1422134 w 1878763"/>
              <a:gd name="connsiteY494" fmla="*/ 932308 h 1720299"/>
              <a:gd name="connsiteX495" fmla="*/ 1394702 w 1878763"/>
              <a:gd name="connsiteY495" fmla="*/ 932308 h 1720299"/>
              <a:gd name="connsiteX496" fmla="*/ 1278592 w 1878763"/>
              <a:gd name="connsiteY496" fmla="*/ 904876 h 1720299"/>
              <a:gd name="connsiteX497" fmla="*/ 1306024 w 1878763"/>
              <a:gd name="connsiteY497" fmla="*/ 904876 h 1720299"/>
              <a:gd name="connsiteX498" fmla="*/ 1306024 w 1878763"/>
              <a:gd name="connsiteY498" fmla="*/ 932308 h 1720299"/>
              <a:gd name="connsiteX499" fmla="*/ 1278592 w 1878763"/>
              <a:gd name="connsiteY499" fmla="*/ 932308 h 1720299"/>
              <a:gd name="connsiteX500" fmla="*/ 1162482 w 1878763"/>
              <a:gd name="connsiteY500" fmla="*/ 904876 h 1720299"/>
              <a:gd name="connsiteX501" fmla="*/ 1189914 w 1878763"/>
              <a:gd name="connsiteY501" fmla="*/ 904876 h 1720299"/>
              <a:gd name="connsiteX502" fmla="*/ 1189914 w 1878763"/>
              <a:gd name="connsiteY502" fmla="*/ 932308 h 1720299"/>
              <a:gd name="connsiteX503" fmla="*/ 1162482 w 1878763"/>
              <a:gd name="connsiteY503" fmla="*/ 932308 h 1720299"/>
              <a:gd name="connsiteX504" fmla="*/ 1042307 w 1878763"/>
              <a:gd name="connsiteY504" fmla="*/ 904876 h 1720299"/>
              <a:gd name="connsiteX505" fmla="*/ 1069739 w 1878763"/>
              <a:gd name="connsiteY505" fmla="*/ 904876 h 1720299"/>
              <a:gd name="connsiteX506" fmla="*/ 1069739 w 1878763"/>
              <a:gd name="connsiteY506" fmla="*/ 932308 h 1720299"/>
              <a:gd name="connsiteX507" fmla="*/ 1042307 w 1878763"/>
              <a:gd name="connsiteY507" fmla="*/ 932308 h 1720299"/>
              <a:gd name="connsiteX508" fmla="*/ 926798 w 1878763"/>
              <a:gd name="connsiteY508" fmla="*/ 904876 h 1720299"/>
              <a:gd name="connsiteX509" fmla="*/ 954230 w 1878763"/>
              <a:gd name="connsiteY509" fmla="*/ 904876 h 1720299"/>
              <a:gd name="connsiteX510" fmla="*/ 954230 w 1878763"/>
              <a:gd name="connsiteY510" fmla="*/ 932308 h 1720299"/>
              <a:gd name="connsiteX511" fmla="*/ 926798 w 1878763"/>
              <a:gd name="connsiteY511" fmla="*/ 932308 h 1720299"/>
              <a:gd name="connsiteX512" fmla="*/ 812625 w 1878763"/>
              <a:gd name="connsiteY512" fmla="*/ 904876 h 1720299"/>
              <a:gd name="connsiteX513" fmla="*/ 840057 w 1878763"/>
              <a:gd name="connsiteY513" fmla="*/ 904876 h 1720299"/>
              <a:gd name="connsiteX514" fmla="*/ 840057 w 1878763"/>
              <a:gd name="connsiteY514" fmla="*/ 932308 h 1720299"/>
              <a:gd name="connsiteX515" fmla="*/ 812625 w 1878763"/>
              <a:gd name="connsiteY515" fmla="*/ 932308 h 1720299"/>
              <a:gd name="connsiteX516" fmla="*/ 692450 w 1878763"/>
              <a:gd name="connsiteY516" fmla="*/ 904876 h 1720299"/>
              <a:gd name="connsiteX517" fmla="*/ 719882 w 1878763"/>
              <a:gd name="connsiteY517" fmla="*/ 904876 h 1720299"/>
              <a:gd name="connsiteX518" fmla="*/ 719882 w 1878763"/>
              <a:gd name="connsiteY518" fmla="*/ 932308 h 1720299"/>
              <a:gd name="connsiteX519" fmla="*/ 692450 w 1878763"/>
              <a:gd name="connsiteY519" fmla="*/ 932308 h 1720299"/>
              <a:gd name="connsiteX520" fmla="*/ 576340 w 1878763"/>
              <a:gd name="connsiteY520" fmla="*/ 904876 h 1720299"/>
              <a:gd name="connsiteX521" fmla="*/ 603772 w 1878763"/>
              <a:gd name="connsiteY521" fmla="*/ 904876 h 1720299"/>
              <a:gd name="connsiteX522" fmla="*/ 603772 w 1878763"/>
              <a:gd name="connsiteY522" fmla="*/ 932308 h 1720299"/>
              <a:gd name="connsiteX523" fmla="*/ 576340 w 1878763"/>
              <a:gd name="connsiteY523" fmla="*/ 932308 h 1720299"/>
              <a:gd name="connsiteX524" fmla="*/ 456165 w 1878763"/>
              <a:gd name="connsiteY524" fmla="*/ 904876 h 1720299"/>
              <a:gd name="connsiteX525" fmla="*/ 483597 w 1878763"/>
              <a:gd name="connsiteY525" fmla="*/ 904876 h 1720299"/>
              <a:gd name="connsiteX526" fmla="*/ 483597 w 1878763"/>
              <a:gd name="connsiteY526" fmla="*/ 932308 h 1720299"/>
              <a:gd name="connsiteX527" fmla="*/ 456165 w 1878763"/>
              <a:gd name="connsiteY527" fmla="*/ 932308 h 1720299"/>
              <a:gd name="connsiteX528" fmla="*/ 340656 w 1878763"/>
              <a:gd name="connsiteY528" fmla="*/ 904876 h 1720299"/>
              <a:gd name="connsiteX529" fmla="*/ 368088 w 1878763"/>
              <a:gd name="connsiteY529" fmla="*/ 904876 h 1720299"/>
              <a:gd name="connsiteX530" fmla="*/ 368088 w 1878763"/>
              <a:gd name="connsiteY530" fmla="*/ 932308 h 1720299"/>
              <a:gd name="connsiteX531" fmla="*/ 340656 w 1878763"/>
              <a:gd name="connsiteY531" fmla="*/ 932308 h 1720299"/>
              <a:gd name="connsiteX532" fmla="*/ 226483 w 1878763"/>
              <a:gd name="connsiteY532" fmla="*/ 904876 h 1720299"/>
              <a:gd name="connsiteX533" fmla="*/ 253915 w 1878763"/>
              <a:gd name="connsiteY533" fmla="*/ 904876 h 1720299"/>
              <a:gd name="connsiteX534" fmla="*/ 253915 w 1878763"/>
              <a:gd name="connsiteY534" fmla="*/ 932308 h 1720299"/>
              <a:gd name="connsiteX535" fmla="*/ 226483 w 1878763"/>
              <a:gd name="connsiteY535" fmla="*/ 932308 h 1720299"/>
              <a:gd name="connsiteX536" fmla="*/ 114173 w 1878763"/>
              <a:gd name="connsiteY536" fmla="*/ 904876 h 1720299"/>
              <a:gd name="connsiteX537" fmla="*/ 141605 w 1878763"/>
              <a:gd name="connsiteY537" fmla="*/ 904876 h 1720299"/>
              <a:gd name="connsiteX538" fmla="*/ 141605 w 1878763"/>
              <a:gd name="connsiteY538" fmla="*/ 932308 h 1720299"/>
              <a:gd name="connsiteX539" fmla="*/ 114173 w 1878763"/>
              <a:gd name="connsiteY539" fmla="*/ 932308 h 1720299"/>
              <a:gd name="connsiteX540" fmla="*/ 0 w 1878763"/>
              <a:gd name="connsiteY540" fmla="*/ 904876 h 1720299"/>
              <a:gd name="connsiteX541" fmla="*/ 27432 w 1878763"/>
              <a:gd name="connsiteY541" fmla="*/ 904876 h 1720299"/>
              <a:gd name="connsiteX542" fmla="*/ 27432 w 1878763"/>
              <a:gd name="connsiteY542" fmla="*/ 932308 h 1720299"/>
              <a:gd name="connsiteX543" fmla="*/ 0 w 1878763"/>
              <a:gd name="connsiteY543" fmla="*/ 932308 h 1720299"/>
              <a:gd name="connsiteX544" fmla="*/ 1851331 w 1878763"/>
              <a:gd name="connsiteY544" fmla="*/ 789782 h 1720299"/>
              <a:gd name="connsiteX545" fmla="*/ 1878763 w 1878763"/>
              <a:gd name="connsiteY545" fmla="*/ 789782 h 1720299"/>
              <a:gd name="connsiteX546" fmla="*/ 1878763 w 1878763"/>
              <a:gd name="connsiteY546" fmla="*/ 817214 h 1720299"/>
              <a:gd name="connsiteX547" fmla="*/ 1851331 w 1878763"/>
              <a:gd name="connsiteY547" fmla="*/ 817214 h 1720299"/>
              <a:gd name="connsiteX548" fmla="*/ 1737031 w 1878763"/>
              <a:gd name="connsiteY548" fmla="*/ 789782 h 1720299"/>
              <a:gd name="connsiteX549" fmla="*/ 1764463 w 1878763"/>
              <a:gd name="connsiteY549" fmla="*/ 789782 h 1720299"/>
              <a:gd name="connsiteX550" fmla="*/ 1764463 w 1878763"/>
              <a:gd name="connsiteY550" fmla="*/ 817214 h 1720299"/>
              <a:gd name="connsiteX551" fmla="*/ 1737031 w 1878763"/>
              <a:gd name="connsiteY551" fmla="*/ 817214 h 1720299"/>
              <a:gd name="connsiteX552" fmla="*/ 1625112 w 1878763"/>
              <a:gd name="connsiteY552" fmla="*/ 789782 h 1720299"/>
              <a:gd name="connsiteX553" fmla="*/ 1652544 w 1878763"/>
              <a:gd name="connsiteY553" fmla="*/ 789782 h 1720299"/>
              <a:gd name="connsiteX554" fmla="*/ 1652544 w 1878763"/>
              <a:gd name="connsiteY554" fmla="*/ 817214 h 1720299"/>
              <a:gd name="connsiteX555" fmla="*/ 1625112 w 1878763"/>
              <a:gd name="connsiteY555" fmla="*/ 817214 h 1720299"/>
              <a:gd name="connsiteX556" fmla="*/ 1510812 w 1878763"/>
              <a:gd name="connsiteY556" fmla="*/ 789782 h 1720299"/>
              <a:gd name="connsiteX557" fmla="*/ 1538244 w 1878763"/>
              <a:gd name="connsiteY557" fmla="*/ 789782 h 1720299"/>
              <a:gd name="connsiteX558" fmla="*/ 1538244 w 1878763"/>
              <a:gd name="connsiteY558" fmla="*/ 817214 h 1720299"/>
              <a:gd name="connsiteX559" fmla="*/ 1510812 w 1878763"/>
              <a:gd name="connsiteY559" fmla="*/ 817214 h 1720299"/>
              <a:gd name="connsiteX560" fmla="*/ 1394702 w 1878763"/>
              <a:gd name="connsiteY560" fmla="*/ 789782 h 1720299"/>
              <a:gd name="connsiteX561" fmla="*/ 1422134 w 1878763"/>
              <a:gd name="connsiteY561" fmla="*/ 789782 h 1720299"/>
              <a:gd name="connsiteX562" fmla="*/ 1422134 w 1878763"/>
              <a:gd name="connsiteY562" fmla="*/ 817214 h 1720299"/>
              <a:gd name="connsiteX563" fmla="*/ 1394702 w 1878763"/>
              <a:gd name="connsiteY563" fmla="*/ 817214 h 1720299"/>
              <a:gd name="connsiteX564" fmla="*/ 1278592 w 1878763"/>
              <a:gd name="connsiteY564" fmla="*/ 789782 h 1720299"/>
              <a:gd name="connsiteX565" fmla="*/ 1306024 w 1878763"/>
              <a:gd name="connsiteY565" fmla="*/ 789782 h 1720299"/>
              <a:gd name="connsiteX566" fmla="*/ 1306024 w 1878763"/>
              <a:gd name="connsiteY566" fmla="*/ 817214 h 1720299"/>
              <a:gd name="connsiteX567" fmla="*/ 1278592 w 1878763"/>
              <a:gd name="connsiteY567" fmla="*/ 817214 h 1720299"/>
              <a:gd name="connsiteX568" fmla="*/ 1162482 w 1878763"/>
              <a:gd name="connsiteY568" fmla="*/ 789782 h 1720299"/>
              <a:gd name="connsiteX569" fmla="*/ 1189914 w 1878763"/>
              <a:gd name="connsiteY569" fmla="*/ 789782 h 1720299"/>
              <a:gd name="connsiteX570" fmla="*/ 1189914 w 1878763"/>
              <a:gd name="connsiteY570" fmla="*/ 817214 h 1720299"/>
              <a:gd name="connsiteX571" fmla="*/ 1162482 w 1878763"/>
              <a:gd name="connsiteY571" fmla="*/ 817214 h 1720299"/>
              <a:gd name="connsiteX572" fmla="*/ 1042307 w 1878763"/>
              <a:gd name="connsiteY572" fmla="*/ 789782 h 1720299"/>
              <a:gd name="connsiteX573" fmla="*/ 1069739 w 1878763"/>
              <a:gd name="connsiteY573" fmla="*/ 789782 h 1720299"/>
              <a:gd name="connsiteX574" fmla="*/ 1069739 w 1878763"/>
              <a:gd name="connsiteY574" fmla="*/ 817214 h 1720299"/>
              <a:gd name="connsiteX575" fmla="*/ 1042307 w 1878763"/>
              <a:gd name="connsiteY575" fmla="*/ 817214 h 1720299"/>
              <a:gd name="connsiteX576" fmla="*/ 926798 w 1878763"/>
              <a:gd name="connsiteY576" fmla="*/ 789782 h 1720299"/>
              <a:gd name="connsiteX577" fmla="*/ 954230 w 1878763"/>
              <a:gd name="connsiteY577" fmla="*/ 789782 h 1720299"/>
              <a:gd name="connsiteX578" fmla="*/ 954230 w 1878763"/>
              <a:gd name="connsiteY578" fmla="*/ 817214 h 1720299"/>
              <a:gd name="connsiteX579" fmla="*/ 926798 w 1878763"/>
              <a:gd name="connsiteY579" fmla="*/ 817214 h 1720299"/>
              <a:gd name="connsiteX580" fmla="*/ 812625 w 1878763"/>
              <a:gd name="connsiteY580" fmla="*/ 789782 h 1720299"/>
              <a:gd name="connsiteX581" fmla="*/ 840057 w 1878763"/>
              <a:gd name="connsiteY581" fmla="*/ 789782 h 1720299"/>
              <a:gd name="connsiteX582" fmla="*/ 840057 w 1878763"/>
              <a:gd name="connsiteY582" fmla="*/ 817214 h 1720299"/>
              <a:gd name="connsiteX583" fmla="*/ 812625 w 1878763"/>
              <a:gd name="connsiteY583" fmla="*/ 817214 h 1720299"/>
              <a:gd name="connsiteX584" fmla="*/ 692450 w 1878763"/>
              <a:gd name="connsiteY584" fmla="*/ 789782 h 1720299"/>
              <a:gd name="connsiteX585" fmla="*/ 719882 w 1878763"/>
              <a:gd name="connsiteY585" fmla="*/ 789782 h 1720299"/>
              <a:gd name="connsiteX586" fmla="*/ 719882 w 1878763"/>
              <a:gd name="connsiteY586" fmla="*/ 817214 h 1720299"/>
              <a:gd name="connsiteX587" fmla="*/ 692450 w 1878763"/>
              <a:gd name="connsiteY587" fmla="*/ 817214 h 1720299"/>
              <a:gd name="connsiteX588" fmla="*/ 576340 w 1878763"/>
              <a:gd name="connsiteY588" fmla="*/ 789782 h 1720299"/>
              <a:gd name="connsiteX589" fmla="*/ 603772 w 1878763"/>
              <a:gd name="connsiteY589" fmla="*/ 789782 h 1720299"/>
              <a:gd name="connsiteX590" fmla="*/ 603772 w 1878763"/>
              <a:gd name="connsiteY590" fmla="*/ 817214 h 1720299"/>
              <a:gd name="connsiteX591" fmla="*/ 576340 w 1878763"/>
              <a:gd name="connsiteY591" fmla="*/ 817214 h 1720299"/>
              <a:gd name="connsiteX592" fmla="*/ 456165 w 1878763"/>
              <a:gd name="connsiteY592" fmla="*/ 789782 h 1720299"/>
              <a:gd name="connsiteX593" fmla="*/ 483597 w 1878763"/>
              <a:gd name="connsiteY593" fmla="*/ 789782 h 1720299"/>
              <a:gd name="connsiteX594" fmla="*/ 483597 w 1878763"/>
              <a:gd name="connsiteY594" fmla="*/ 817214 h 1720299"/>
              <a:gd name="connsiteX595" fmla="*/ 456165 w 1878763"/>
              <a:gd name="connsiteY595" fmla="*/ 817214 h 1720299"/>
              <a:gd name="connsiteX596" fmla="*/ 340656 w 1878763"/>
              <a:gd name="connsiteY596" fmla="*/ 789782 h 1720299"/>
              <a:gd name="connsiteX597" fmla="*/ 368088 w 1878763"/>
              <a:gd name="connsiteY597" fmla="*/ 789782 h 1720299"/>
              <a:gd name="connsiteX598" fmla="*/ 368088 w 1878763"/>
              <a:gd name="connsiteY598" fmla="*/ 817214 h 1720299"/>
              <a:gd name="connsiteX599" fmla="*/ 340656 w 1878763"/>
              <a:gd name="connsiteY599" fmla="*/ 817214 h 1720299"/>
              <a:gd name="connsiteX600" fmla="*/ 226483 w 1878763"/>
              <a:gd name="connsiteY600" fmla="*/ 789782 h 1720299"/>
              <a:gd name="connsiteX601" fmla="*/ 253915 w 1878763"/>
              <a:gd name="connsiteY601" fmla="*/ 789782 h 1720299"/>
              <a:gd name="connsiteX602" fmla="*/ 253915 w 1878763"/>
              <a:gd name="connsiteY602" fmla="*/ 817214 h 1720299"/>
              <a:gd name="connsiteX603" fmla="*/ 226483 w 1878763"/>
              <a:gd name="connsiteY603" fmla="*/ 817214 h 1720299"/>
              <a:gd name="connsiteX604" fmla="*/ 114173 w 1878763"/>
              <a:gd name="connsiteY604" fmla="*/ 789782 h 1720299"/>
              <a:gd name="connsiteX605" fmla="*/ 141605 w 1878763"/>
              <a:gd name="connsiteY605" fmla="*/ 789782 h 1720299"/>
              <a:gd name="connsiteX606" fmla="*/ 141605 w 1878763"/>
              <a:gd name="connsiteY606" fmla="*/ 817214 h 1720299"/>
              <a:gd name="connsiteX607" fmla="*/ 114173 w 1878763"/>
              <a:gd name="connsiteY607" fmla="*/ 817214 h 1720299"/>
              <a:gd name="connsiteX608" fmla="*/ 0 w 1878763"/>
              <a:gd name="connsiteY608" fmla="*/ 789782 h 1720299"/>
              <a:gd name="connsiteX609" fmla="*/ 27432 w 1878763"/>
              <a:gd name="connsiteY609" fmla="*/ 789782 h 1720299"/>
              <a:gd name="connsiteX610" fmla="*/ 27432 w 1878763"/>
              <a:gd name="connsiteY610" fmla="*/ 817214 h 1720299"/>
              <a:gd name="connsiteX611" fmla="*/ 0 w 1878763"/>
              <a:gd name="connsiteY611" fmla="*/ 817214 h 1720299"/>
              <a:gd name="connsiteX612" fmla="*/ 1851331 w 1878763"/>
              <a:gd name="connsiteY612" fmla="*/ 676275 h 1720299"/>
              <a:gd name="connsiteX613" fmla="*/ 1878763 w 1878763"/>
              <a:gd name="connsiteY613" fmla="*/ 676275 h 1720299"/>
              <a:gd name="connsiteX614" fmla="*/ 1878763 w 1878763"/>
              <a:gd name="connsiteY614" fmla="*/ 703707 h 1720299"/>
              <a:gd name="connsiteX615" fmla="*/ 1851331 w 1878763"/>
              <a:gd name="connsiteY615" fmla="*/ 703707 h 1720299"/>
              <a:gd name="connsiteX616" fmla="*/ 1737031 w 1878763"/>
              <a:gd name="connsiteY616" fmla="*/ 676275 h 1720299"/>
              <a:gd name="connsiteX617" fmla="*/ 1764463 w 1878763"/>
              <a:gd name="connsiteY617" fmla="*/ 676275 h 1720299"/>
              <a:gd name="connsiteX618" fmla="*/ 1764463 w 1878763"/>
              <a:gd name="connsiteY618" fmla="*/ 703707 h 1720299"/>
              <a:gd name="connsiteX619" fmla="*/ 1737031 w 1878763"/>
              <a:gd name="connsiteY619" fmla="*/ 703707 h 1720299"/>
              <a:gd name="connsiteX620" fmla="*/ 1625112 w 1878763"/>
              <a:gd name="connsiteY620" fmla="*/ 676275 h 1720299"/>
              <a:gd name="connsiteX621" fmla="*/ 1652544 w 1878763"/>
              <a:gd name="connsiteY621" fmla="*/ 676275 h 1720299"/>
              <a:gd name="connsiteX622" fmla="*/ 1652544 w 1878763"/>
              <a:gd name="connsiteY622" fmla="*/ 703707 h 1720299"/>
              <a:gd name="connsiteX623" fmla="*/ 1625112 w 1878763"/>
              <a:gd name="connsiteY623" fmla="*/ 703707 h 1720299"/>
              <a:gd name="connsiteX624" fmla="*/ 1510812 w 1878763"/>
              <a:gd name="connsiteY624" fmla="*/ 676275 h 1720299"/>
              <a:gd name="connsiteX625" fmla="*/ 1538244 w 1878763"/>
              <a:gd name="connsiteY625" fmla="*/ 676275 h 1720299"/>
              <a:gd name="connsiteX626" fmla="*/ 1538244 w 1878763"/>
              <a:gd name="connsiteY626" fmla="*/ 703707 h 1720299"/>
              <a:gd name="connsiteX627" fmla="*/ 1510812 w 1878763"/>
              <a:gd name="connsiteY627" fmla="*/ 703707 h 1720299"/>
              <a:gd name="connsiteX628" fmla="*/ 1394702 w 1878763"/>
              <a:gd name="connsiteY628" fmla="*/ 676275 h 1720299"/>
              <a:gd name="connsiteX629" fmla="*/ 1422134 w 1878763"/>
              <a:gd name="connsiteY629" fmla="*/ 676275 h 1720299"/>
              <a:gd name="connsiteX630" fmla="*/ 1422134 w 1878763"/>
              <a:gd name="connsiteY630" fmla="*/ 703707 h 1720299"/>
              <a:gd name="connsiteX631" fmla="*/ 1394702 w 1878763"/>
              <a:gd name="connsiteY631" fmla="*/ 703707 h 1720299"/>
              <a:gd name="connsiteX632" fmla="*/ 1278592 w 1878763"/>
              <a:gd name="connsiteY632" fmla="*/ 676275 h 1720299"/>
              <a:gd name="connsiteX633" fmla="*/ 1306024 w 1878763"/>
              <a:gd name="connsiteY633" fmla="*/ 676275 h 1720299"/>
              <a:gd name="connsiteX634" fmla="*/ 1306024 w 1878763"/>
              <a:gd name="connsiteY634" fmla="*/ 703707 h 1720299"/>
              <a:gd name="connsiteX635" fmla="*/ 1278592 w 1878763"/>
              <a:gd name="connsiteY635" fmla="*/ 703707 h 1720299"/>
              <a:gd name="connsiteX636" fmla="*/ 1162482 w 1878763"/>
              <a:gd name="connsiteY636" fmla="*/ 676275 h 1720299"/>
              <a:gd name="connsiteX637" fmla="*/ 1189914 w 1878763"/>
              <a:gd name="connsiteY637" fmla="*/ 676275 h 1720299"/>
              <a:gd name="connsiteX638" fmla="*/ 1189914 w 1878763"/>
              <a:gd name="connsiteY638" fmla="*/ 703707 h 1720299"/>
              <a:gd name="connsiteX639" fmla="*/ 1162482 w 1878763"/>
              <a:gd name="connsiteY639" fmla="*/ 703707 h 1720299"/>
              <a:gd name="connsiteX640" fmla="*/ 1042307 w 1878763"/>
              <a:gd name="connsiteY640" fmla="*/ 676275 h 1720299"/>
              <a:gd name="connsiteX641" fmla="*/ 1069739 w 1878763"/>
              <a:gd name="connsiteY641" fmla="*/ 676275 h 1720299"/>
              <a:gd name="connsiteX642" fmla="*/ 1069739 w 1878763"/>
              <a:gd name="connsiteY642" fmla="*/ 703707 h 1720299"/>
              <a:gd name="connsiteX643" fmla="*/ 1042307 w 1878763"/>
              <a:gd name="connsiteY643" fmla="*/ 703707 h 1720299"/>
              <a:gd name="connsiteX644" fmla="*/ 926798 w 1878763"/>
              <a:gd name="connsiteY644" fmla="*/ 676275 h 1720299"/>
              <a:gd name="connsiteX645" fmla="*/ 954230 w 1878763"/>
              <a:gd name="connsiteY645" fmla="*/ 676275 h 1720299"/>
              <a:gd name="connsiteX646" fmla="*/ 954230 w 1878763"/>
              <a:gd name="connsiteY646" fmla="*/ 703707 h 1720299"/>
              <a:gd name="connsiteX647" fmla="*/ 926798 w 1878763"/>
              <a:gd name="connsiteY647" fmla="*/ 703707 h 1720299"/>
              <a:gd name="connsiteX648" fmla="*/ 812625 w 1878763"/>
              <a:gd name="connsiteY648" fmla="*/ 676275 h 1720299"/>
              <a:gd name="connsiteX649" fmla="*/ 840057 w 1878763"/>
              <a:gd name="connsiteY649" fmla="*/ 676275 h 1720299"/>
              <a:gd name="connsiteX650" fmla="*/ 840057 w 1878763"/>
              <a:gd name="connsiteY650" fmla="*/ 703707 h 1720299"/>
              <a:gd name="connsiteX651" fmla="*/ 812625 w 1878763"/>
              <a:gd name="connsiteY651" fmla="*/ 703707 h 1720299"/>
              <a:gd name="connsiteX652" fmla="*/ 692450 w 1878763"/>
              <a:gd name="connsiteY652" fmla="*/ 676275 h 1720299"/>
              <a:gd name="connsiteX653" fmla="*/ 719882 w 1878763"/>
              <a:gd name="connsiteY653" fmla="*/ 676275 h 1720299"/>
              <a:gd name="connsiteX654" fmla="*/ 719882 w 1878763"/>
              <a:gd name="connsiteY654" fmla="*/ 703707 h 1720299"/>
              <a:gd name="connsiteX655" fmla="*/ 692450 w 1878763"/>
              <a:gd name="connsiteY655" fmla="*/ 703707 h 1720299"/>
              <a:gd name="connsiteX656" fmla="*/ 576340 w 1878763"/>
              <a:gd name="connsiteY656" fmla="*/ 676275 h 1720299"/>
              <a:gd name="connsiteX657" fmla="*/ 603772 w 1878763"/>
              <a:gd name="connsiteY657" fmla="*/ 676275 h 1720299"/>
              <a:gd name="connsiteX658" fmla="*/ 603772 w 1878763"/>
              <a:gd name="connsiteY658" fmla="*/ 703707 h 1720299"/>
              <a:gd name="connsiteX659" fmla="*/ 576340 w 1878763"/>
              <a:gd name="connsiteY659" fmla="*/ 703707 h 1720299"/>
              <a:gd name="connsiteX660" fmla="*/ 456165 w 1878763"/>
              <a:gd name="connsiteY660" fmla="*/ 676275 h 1720299"/>
              <a:gd name="connsiteX661" fmla="*/ 483597 w 1878763"/>
              <a:gd name="connsiteY661" fmla="*/ 676275 h 1720299"/>
              <a:gd name="connsiteX662" fmla="*/ 483597 w 1878763"/>
              <a:gd name="connsiteY662" fmla="*/ 703707 h 1720299"/>
              <a:gd name="connsiteX663" fmla="*/ 456165 w 1878763"/>
              <a:gd name="connsiteY663" fmla="*/ 703707 h 1720299"/>
              <a:gd name="connsiteX664" fmla="*/ 340656 w 1878763"/>
              <a:gd name="connsiteY664" fmla="*/ 676275 h 1720299"/>
              <a:gd name="connsiteX665" fmla="*/ 368088 w 1878763"/>
              <a:gd name="connsiteY665" fmla="*/ 676275 h 1720299"/>
              <a:gd name="connsiteX666" fmla="*/ 368088 w 1878763"/>
              <a:gd name="connsiteY666" fmla="*/ 703707 h 1720299"/>
              <a:gd name="connsiteX667" fmla="*/ 340656 w 1878763"/>
              <a:gd name="connsiteY667" fmla="*/ 703707 h 1720299"/>
              <a:gd name="connsiteX668" fmla="*/ 226483 w 1878763"/>
              <a:gd name="connsiteY668" fmla="*/ 676275 h 1720299"/>
              <a:gd name="connsiteX669" fmla="*/ 253915 w 1878763"/>
              <a:gd name="connsiteY669" fmla="*/ 676275 h 1720299"/>
              <a:gd name="connsiteX670" fmla="*/ 253915 w 1878763"/>
              <a:gd name="connsiteY670" fmla="*/ 703707 h 1720299"/>
              <a:gd name="connsiteX671" fmla="*/ 226483 w 1878763"/>
              <a:gd name="connsiteY671" fmla="*/ 703707 h 1720299"/>
              <a:gd name="connsiteX672" fmla="*/ 114173 w 1878763"/>
              <a:gd name="connsiteY672" fmla="*/ 676275 h 1720299"/>
              <a:gd name="connsiteX673" fmla="*/ 141605 w 1878763"/>
              <a:gd name="connsiteY673" fmla="*/ 676275 h 1720299"/>
              <a:gd name="connsiteX674" fmla="*/ 141605 w 1878763"/>
              <a:gd name="connsiteY674" fmla="*/ 703707 h 1720299"/>
              <a:gd name="connsiteX675" fmla="*/ 114173 w 1878763"/>
              <a:gd name="connsiteY675" fmla="*/ 703707 h 1720299"/>
              <a:gd name="connsiteX676" fmla="*/ 0 w 1878763"/>
              <a:gd name="connsiteY676" fmla="*/ 676275 h 1720299"/>
              <a:gd name="connsiteX677" fmla="*/ 27432 w 1878763"/>
              <a:gd name="connsiteY677" fmla="*/ 676275 h 1720299"/>
              <a:gd name="connsiteX678" fmla="*/ 27432 w 1878763"/>
              <a:gd name="connsiteY678" fmla="*/ 703707 h 1720299"/>
              <a:gd name="connsiteX679" fmla="*/ 0 w 1878763"/>
              <a:gd name="connsiteY679" fmla="*/ 703707 h 1720299"/>
              <a:gd name="connsiteX680" fmla="*/ 1851331 w 1878763"/>
              <a:gd name="connsiteY680" fmla="*/ 565945 h 1720299"/>
              <a:gd name="connsiteX681" fmla="*/ 1878763 w 1878763"/>
              <a:gd name="connsiteY681" fmla="*/ 565945 h 1720299"/>
              <a:gd name="connsiteX682" fmla="*/ 1878763 w 1878763"/>
              <a:gd name="connsiteY682" fmla="*/ 593377 h 1720299"/>
              <a:gd name="connsiteX683" fmla="*/ 1851331 w 1878763"/>
              <a:gd name="connsiteY683" fmla="*/ 593377 h 1720299"/>
              <a:gd name="connsiteX684" fmla="*/ 1737031 w 1878763"/>
              <a:gd name="connsiteY684" fmla="*/ 565945 h 1720299"/>
              <a:gd name="connsiteX685" fmla="*/ 1764463 w 1878763"/>
              <a:gd name="connsiteY685" fmla="*/ 565945 h 1720299"/>
              <a:gd name="connsiteX686" fmla="*/ 1764463 w 1878763"/>
              <a:gd name="connsiteY686" fmla="*/ 593377 h 1720299"/>
              <a:gd name="connsiteX687" fmla="*/ 1737031 w 1878763"/>
              <a:gd name="connsiteY687" fmla="*/ 593377 h 1720299"/>
              <a:gd name="connsiteX688" fmla="*/ 1625112 w 1878763"/>
              <a:gd name="connsiteY688" fmla="*/ 565945 h 1720299"/>
              <a:gd name="connsiteX689" fmla="*/ 1652544 w 1878763"/>
              <a:gd name="connsiteY689" fmla="*/ 565945 h 1720299"/>
              <a:gd name="connsiteX690" fmla="*/ 1652544 w 1878763"/>
              <a:gd name="connsiteY690" fmla="*/ 593377 h 1720299"/>
              <a:gd name="connsiteX691" fmla="*/ 1625112 w 1878763"/>
              <a:gd name="connsiteY691" fmla="*/ 593377 h 1720299"/>
              <a:gd name="connsiteX692" fmla="*/ 1510812 w 1878763"/>
              <a:gd name="connsiteY692" fmla="*/ 565945 h 1720299"/>
              <a:gd name="connsiteX693" fmla="*/ 1538244 w 1878763"/>
              <a:gd name="connsiteY693" fmla="*/ 565945 h 1720299"/>
              <a:gd name="connsiteX694" fmla="*/ 1538244 w 1878763"/>
              <a:gd name="connsiteY694" fmla="*/ 593377 h 1720299"/>
              <a:gd name="connsiteX695" fmla="*/ 1510812 w 1878763"/>
              <a:gd name="connsiteY695" fmla="*/ 593377 h 1720299"/>
              <a:gd name="connsiteX696" fmla="*/ 1394702 w 1878763"/>
              <a:gd name="connsiteY696" fmla="*/ 565945 h 1720299"/>
              <a:gd name="connsiteX697" fmla="*/ 1422134 w 1878763"/>
              <a:gd name="connsiteY697" fmla="*/ 565945 h 1720299"/>
              <a:gd name="connsiteX698" fmla="*/ 1422134 w 1878763"/>
              <a:gd name="connsiteY698" fmla="*/ 593377 h 1720299"/>
              <a:gd name="connsiteX699" fmla="*/ 1394702 w 1878763"/>
              <a:gd name="connsiteY699" fmla="*/ 593377 h 1720299"/>
              <a:gd name="connsiteX700" fmla="*/ 1278592 w 1878763"/>
              <a:gd name="connsiteY700" fmla="*/ 565945 h 1720299"/>
              <a:gd name="connsiteX701" fmla="*/ 1306024 w 1878763"/>
              <a:gd name="connsiteY701" fmla="*/ 565945 h 1720299"/>
              <a:gd name="connsiteX702" fmla="*/ 1306024 w 1878763"/>
              <a:gd name="connsiteY702" fmla="*/ 593377 h 1720299"/>
              <a:gd name="connsiteX703" fmla="*/ 1278592 w 1878763"/>
              <a:gd name="connsiteY703" fmla="*/ 593377 h 1720299"/>
              <a:gd name="connsiteX704" fmla="*/ 1162482 w 1878763"/>
              <a:gd name="connsiteY704" fmla="*/ 565945 h 1720299"/>
              <a:gd name="connsiteX705" fmla="*/ 1189914 w 1878763"/>
              <a:gd name="connsiteY705" fmla="*/ 565945 h 1720299"/>
              <a:gd name="connsiteX706" fmla="*/ 1189914 w 1878763"/>
              <a:gd name="connsiteY706" fmla="*/ 593377 h 1720299"/>
              <a:gd name="connsiteX707" fmla="*/ 1162482 w 1878763"/>
              <a:gd name="connsiteY707" fmla="*/ 593377 h 1720299"/>
              <a:gd name="connsiteX708" fmla="*/ 1042307 w 1878763"/>
              <a:gd name="connsiteY708" fmla="*/ 565945 h 1720299"/>
              <a:gd name="connsiteX709" fmla="*/ 1069739 w 1878763"/>
              <a:gd name="connsiteY709" fmla="*/ 565945 h 1720299"/>
              <a:gd name="connsiteX710" fmla="*/ 1069739 w 1878763"/>
              <a:gd name="connsiteY710" fmla="*/ 593377 h 1720299"/>
              <a:gd name="connsiteX711" fmla="*/ 1042307 w 1878763"/>
              <a:gd name="connsiteY711" fmla="*/ 593377 h 1720299"/>
              <a:gd name="connsiteX712" fmla="*/ 926798 w 1878763"/>
              <a:gd name="connsiteY712" fmla="*/ 565945 h 1720299"/>
              <a:gd name="connsiteX713" fmla="*/ 954230 w 1878763"/>
              <a:gd name="connsiteY713" fmla="*/ 565945 h 1720299"/>
              <a:gd name="connsiteX714" fmla="*/ 954230 w 1878763"/>
              <a:gd name="connsiteY714" fmla="*/ 593377 h 1720299"/>
              <a:gd name="connsiteX715" fmla="*/ 926798 w 1878763"/>
              <a:gd name="connsiteY715" fmla="*/ 593377 h 1720299"/>
              <a:gd name="connsiteX716" fmla="*/ 812625 w 1878763"/>
              <a:gd name="connsiteY716" fmla="*/ 565945 h 1720299"/>
              <a:gd name="connsiteX717" fmla="*/ 840057 w 1878763"/>
              <a:gd name="connsiteY717" fmla="*/ 565945 h 1720299"/>
              <a:gd name="connsiteX718" fmla="*/ 840057 w 1878763"/>
              <a:gd name="connsiteY718" fmla="*/ 593377 h 1720299"/>
              <a:gd name="connsiteX719" fmla="*/ 812625 w 1878763"/>
              <a:gd name="connsiteY719" fmla="*/ 593377 h 1720299"/>
              <a:gd name="connsiteX720" fmla="*/ 692450 w 1878763"/>
              <a:gd name="connsiteY720" fmla="*/ 565945 h 1720299"/>
              <a:gd name="connsiteX721" fmla="*/ 719882 w 1878763"/>
              <a:gd name="connsiteY721" fmla="*/ 565945 h 1720299"/>
              <a:gd name="connsiteX722" fmla="*/ 719882 w 1878763"/>
              <a:gd name="connsiteY722" fmla="*/ 593377 h 1720299"/>
              <a:gd name="connsiteX723" fmla="*/ 692450 w 1878763"/>
              <a:gd name="connsiteY723" fmla="*/ 593377 h 1720299"/>
              <a:gd name="connsiteX724" fmla="*/ 576340 w 1878763"/>
              <a:gd name="connsiteY724" fmla="*/ 565945 h 1720299"/>
              <a:gd name="connsiteX725" fmla="*/ 603772 w 1878763"/>
              <a:gd name="connsiteY725" fmla="*/ 565945 h 1720299"/>
              <a:gd name="connsiteX726" fmla="*/ 603772 w 1878763"/>
              <a:gd name="connsiteY726" fmla="*/ 593377 h 1720299"/>
              <a:gd name="connsiteX727" fmla="*/ 576340 w 1878763"/>
              <a:gd name="connsiteY727" fmla="*/ 593377 h 1720299"/>
              <a:gd name="connsiteX728" fmla="*/ 456165 w 1878763"/>
              <a:gd name="connsiteY728" fmla="*/ 565945 h 1720299"/>
              <a:gd name="connsiteX729" fmla="*/ 483597 w 1878763"/>
              <a:gd name="connsiteY729" fmla="*/ 565945 h 1720299"/>
              <a:gd name="connsiteX730" fmla="*/ 483597 w 1878763"/>
              <a:gd name="connsiteY730" fmla="*/ 593377 h 1720299"/>
              <a:gd name="connsiteX731" fmla="*/ 456165 w 1878763"/>
              <a:gd name="connsiteY731" fmla="*/ 593377 h 1720299"/>
              <a:gd name="connsiteX732" fmla="*/ 340656 w 1878763"/>
              <a:gd name="connsiteY732" fmla="*/ 565945 h 1720299"/>
              <a:gd name="connsiteX733" fmla="*/ 368088 w 1878763"/>
              <a:gd name="connsiteY733" fmla="*/ 565945 h 1720299"/>
              <a:gd name="connsiteX734" fmla="*/ 368088 w 1878763"/>
              <a:gd name="connsiteY734" fmla="*/ 593377 h 1720299"/>
              <a:gd name="connsiteX735" fmla="*/ 340656 w 1878763"/>
              <a:gd name="connsiteY735" fmla="*/ 593377 h 1720299"/>
              <a:gd name="connsiteX736" fmla="*/ 226483 w 1878763"/>
              <a:gd name="connsiteY736" fmla="*/ 565945 h 1720299"/>
              <a:gd name="connsiteX737" fmla="*/ 253915 w 1878763"/>
              <a:gd name="connsiteY737" fmla="*/ 565945 h 1720299"/>
              <a:gd name="connsiteX738" fmla="*/ 253915 w 1878763"/>
              <a:gd name="connsiteY738" fmla="*/ 593377 h 1720299"/>
              <a:gd name="connsiteX739" fmla="*/ 226483 w 1878763"/>
              <a:gd name="connsiteY739" fmla="*/ 593377 h 1720299"/>
              <a:gd name="connsiteX740" fmla="*/ 114173 w 1878763"/>
              <a:gd name="connsiteY740" fmla="*/ 565945 h 1720299"/>
              <a:gd name="connsiteX741" fmla="*/ 141605 w 1878763"/>
              <a:gd name="connsiteY741" fmla="*/ 565945 h 1720299"/>
              <a:gd name="connsiteX742" fmla="*/ 141605 w 1878763"/>
              <a:gd name="connsiteY742" fmla="*/ 593377 h 1720299"/>
              <a:gd name="connsiteX743" fmla="*/ 114173 w 1878763"/>
              <a:gd name="connsiteY743" fmla="*/ 593377 h 1720299"/>
              <a:gd name="connsiteX744" fmla="*/ 0 w 1878763"/>
              <a:gd name="connsiteY744" fmla="*/ 565945 h 1720299"/>
              <a:gd name="connsiteX745" fmla="*/ 27432 w 1878763"/>
              <a:gd name="connsiteY745" fmla="*/ 565945 h 1720299"/>
              <a:gd name="connsiteX746" fmla="*/ 27432 w 1878763"/>
              <a:gd name="connsiteY746" fmla="*/ 593377 h 1720299"/>
              <a:gd name="connsiteX747" fmla="*/ 0 w 1878763"/>
              <a:gd name="connsiteY747" fmla="*/ 593377 h 1720299"/>
              <a:gd name="connsiteX748" fmla="*/ 1851331 w 1878763"/>
              <a:gd name="connsiteY748" fmla="*/ 452438 h 1720299"/>
              <a:gd name="connsiteX749" fmla="*/ 1878763 w 1878763"/>
              <a:gd name="connsiteY749" fmla="*/ 452438 h 1720299"/>
              <a:gd name="connsiteX750" fmla="*/ 1878763 w 1878763"/>
              <a:gd name="connsiteY750" fmla="*/ 479870 h 1720299"/>
              <a:gd name="connsiteX751" fmla="*/ 1851331 w 1878763"/>
              <a:gd name="connsiteY751" fmla="*/ 479870 h 1720299"/>
              <a:gd name="connsiteX752" fmla="*/ 1737031 w 1878763"/>
              <a:gd name="connsiteY752" fmla="*/ 452438 h 1720299"/>
              <a:gd name="connsiteX753" fmla="*/ 1764463 w 1878763"/>
              <a:gd name="connsiteY753" fmla="*/ 452438 h 1720299"/>
              <a:gd name="connsiteX754" fmla="*/ 1764463 w 1878763"/>
              <a:gd name="connsiteY754" fmla="*/ 479870 h 1720299"/>
              <a:gd name="connsiteX755" fmla="*/ 1737031 w 1878763"/>
              <a:gd name="connsiteY755" fmla="*/ 479870 h 1720299"/>
              <a:gd name="connsiteX756" fmla="*/ 1625112 w 1878763"/>
              <a:gd name="connsiteY756" fmla="*/ 452438 h 1720299"/>
              <a:gd name="connsiteX757" fmla="*/ 1652544 w 1878763"/>
              <a:gd name="connsiteY757" fmla="*/ 452438 h 1720299"/>
              <a:gd name="connsiteX758" fmla="*/ 1652544 w 1878763"/>
              <a:gd name="connsiteY758" fmla="*/ 479870 h 1720299"/>
              <a:gd name="connsiteX759" fmla="*/ 1625112 w 1878763"/>
              <a:gd name="connsiteY759" fmla="*/ 479870 h 1720299"/>
              <a:gd name="connsiteX760" fmla="*/ 1510812 w 1878763"/>
              <a:gd name="connsiteY760" fmla="*/ 452438 h 1720299"/>
              <a:gd name="connsiteX761" fmla="*/ 1538244 w 1878763"/>
              <a:gd name="connsiteY761" fmla="*/ 452438 h 1720299"/>
              <a:gd name="connsiteX762" fmla="*/ 1538244 w 1878763"/>
              <a:gd name="connsiteY762" fmla="*/ 479870 h 1720299"/>
              <a:gd name="connsiteX763" fmla="*/ 1510812 w 1878763"/>
              <a:gd name="connsiteY763" fmla="*/ 479870 h 1720299"/>
              <a:gd name="connsiteX764" fmla="*/ 1394702 w 1878763"/>
              <a:gd name="connsiteY764" fmla="*/ 452438 h 1720299"/>
              <a:gd name="connsiteX765" fmla="*/ 1422134 w 1878763"/>
              <a:gd name="connsiteY765" fmla="*/ 452438 h 1720299"/>
              <a:gd name="connsiteX766" fmla="*/ 1422134 w 1878763"/>
              <a:gd name="connsiteY766" fmla="*/ 479870 h 1720299"/>
              <a:gd name="connsiteX767" fmla="*/ 1394702 w 1878763"/>
              <a:gd name="connsiteY767" fmla="*/ 479870 h 1720299"/>
              <a:gd name="connsiteX768" fmla="*/ 1278592 w 1878763"/>
              <a:gd name="connsiteY768" fmla="*/ 452438 h 1720299"/>
              <a:gd name="connsiteX769" fmla="*/ 1306024 w 1878763"/>
              <a:gd name="connsiteY769" fmla="*/ 452438 h 1720299"/>
              <a:gd name="connsiteX770" fmla="*/ 1306024 w 1878763"/>
              <a:gd name="connsiteY770" fmla="*/ 479870 h 1720299"/>
              <a:gd name="connsiteX771" fmla="*/ 1278592 w 1878763"/>
              <a:gd name="connsiteY771" fmla="*/ 479870 h 1720299"/>
              <a:gd name="connsiteX772" fmla="*/ 1162482 w 1878763"/>
              <a:gd name="connsiteY772" fmla="*/ 452438 h 1720299"/>
              <a:gd name="connsiteX773" fmla="*/ 1189914 w 1878763"/>
              <a:gd name="connsiteY773" fmla="*/ 452438 h 1720299"/>
              <a:gd name="connsiteX774" fmla="*/ 1189914 w 1878763"/>
              <a:gd name="connsiteY774" fmla="*/ 479870 h 1720299"/>
              <a:gd name="connsiteX775" fmla="*/ 1162482 w 1878763"/>
              <a:gd name="connsiteY775" fmla="*/ 479870 h 1720299"/>
              <a:gd name="connsiteX776" fmla="*/ 1042307 w 1878763"/>
              <a:gd name="connsiteY776" fmla="*/ 452438 h 1720299"/>
              <a:gd name="connsiteX777" fmla="*/ 1069739 w 1878763"/>
              <a:gd name="connsiteY777" fmla="*/ 452438 h 1720299"/>
              <a:gd name="connsiteX778" fmla="*/ 1069739 w 1878763"/>
              <a:gd name="connsiteY778" fmla="*/ 479870 h 1720299"/>
              <a:gd name="connsiteX779" fmla="*/ 1042307 w 1878763"/>
              <a:gd name="connsiteY779" fmla="*/ 479870 h 1720299"/>
              <a:gd name="connsiteX780" fmla="*/ 926798 w 1878763"/>
              <a:gd name="connsiteY780" fmla="*/ 452438 h 1720299"/>
              <a:gd name="connsiteX781" fmla="*/ 954230 w 1878763"/>
              <a:gd name="connsiteY781" fmla="*/ 452438 h 1720299"/>
              <a:gd name="connsiteX782" fmla="*/ 954230 w 1878763"/>
              <a:gd name="connsiteY782" fmla="*/ 479870 h 1720299"/>
              <a:gd name="connsiteX783" fmla="*/ 926798 w 1878763"/>
              <a:gd name="connsiteY783" fmla="*/ 479870 h 1720299"/>
              <a:gd name="connsiteX784" fmla="*/ 812625 w 1878763"/>
              <a:gd name="connsiteY784" fmla="*/ 452438 h 1720299"/>
              <a:gd name="connsiteX785" fmla="*/ 840057 w 1878763"/>
              <a:gd name="connsiteY785" fmla="*/ 452438 h 1720299"/>
              <a:gd name="connsiteX786" fmla="*/ 840057 w 1878763"/>
              <a:gd name="connsiteY786" fmla="*/ 479870 h 1720299"/>
              <a:gd name="connsiteX787" fmla="*/ 812625 w 1878763"/>
              <a:gd name="connsiteY787" fmla="*/ 479870 h 1720299"/>
              <a:gd name="connsiteX788" fmla="*/ 692450 w 1878763"/>
              <a:gd name="connsiteY788" fmla="*/ 452438 h 1720299"/>
              <a:gd name="connsiteX789" fmla="*/ 719882 w 1878763"/>
              <a:gd name="connsiteY789" fmla="*/ 452438 h 1720299"/>
              <a:gd name="connsiteX790" fmla="*/ 719882 w 1878763"/>
              <a:gd name="connsiteY790" fmla="*/ 479870 h 1720299"/>
              <a:gd name="connsiteX791" fmla="*/ 692450 w 1878763"/>
              <a:gd name="connsiteY791" fmla="*/ 479870 h 1720299"/>
              <a:gd name="connsiteX792" fmla="*/ 576340 w 1878763"/>
              <a:gd name="connsiteY792" fmla="*/ 452438 h 1720299"/>
              <a:gd name="connsiteX793" fmla="*/ 603772 w 1878763"/>
              <a:gd name="connsiteY793" fmla="*/ 452438 h 1720299"/>
              <a:gd name="connsiteX794" fmla="*/ 603772 w 1878763"/>
              <a:gd name="connsiteY794" fmla="*/ 479870 h 1720299"/>
              <a:gd name="connsiteX795" fmla="*/ 576340 w 1878763"/>
              <a:gd name="connsiteY795" fmla="*/ 479870 h 1720299"/>
              <a:gd name="connsiteX796" fmla="*/ 456165 w 1878763"/>
              <a:gd name="connsiteY796" fmla="*/ 452438 h 1720299"/>
              <a:gd name="connsiteX797" fmla="*/ 483597 w 1878763"/>
              <a:gd name="connsiteY797" fmla="*/ 452438 h 1720299"/>
              <a:gd name="connsiteX798" fmla="*/ 483597 w 1878763"/>
              <a:gd name="connsiteY798" fmla="*/ 479870 h 1720299"/>
              <a:gd name="connsiteX799" fmla="*/ 456165 w 1878763"/>
              <a:gd name="connsiteY799" fmla="*/ 479870 h 1720299"/>
              <a:gd name="connsiteX800" fmla="*/ 340656 w 1878763"/>
              <a:gd name="connsiteY800" fmla="*/ 452438 h 1720299"/>
              <a:gd name="connsiteX801" fmla="*/ 368088 w 1878763"/>
              <a:gd name="connsiteY801" fmla="*/ 452438 h 1720299"/>
              <a:gd name="connsiteX802" fmla="*/ 368088 w 1878763"/>
              <a:gd name="connsiteY802" fmla="*/ 479870 h 1720299"/>
              <a:gd name="connsiteX803" fmla="*/ 340656 w 1878763"/>
              <a:gd name="connsiteY803" fmla="*/ 479870 h 1720299"/>
              <a:gd name="connsiteX804" fmla="*/ 226483 w 1878763"/>
              <a:gd name="connsiteY804" fmla="*/ 452438 h 1720299"/>
              <a:gd name="connsiteX805" fmla="*/ 253915 w 1878763"/>
              <a:gd name="connsiteY805" fmla="*/ 452438 h 1720299"/>
              <a:gd name="connsiteX806" fmla="*/ 253915 w 1878763"/>
              <a:gd name="connsiteY806" fmla="*/ 479870 h 1720299"/>
              <a:gd name="connsiteX807" fmla="*/ 226483 w 1878763"/>
              <a:gd name="connsiteY807" fmla="*/ 479870 h 1720299"/>
              <a:gd name="connsiteX808" fmla="*/ 114173 w 1878763"/>
              <a:gd name="connsiteY808" fmla="*/ 452438 h 1720299"/>
              <a:gd name="connsiteX809" fmla="*/ 141605 w 1878763"/>
              <a:gd name="connsiteY809" fmla="*/ 452438 h 1720299"/>
              <a:gd name="connsiteX810" fmla="*/ 141605 w 1878763"/>
              <a:gd name="connsiteY810" fmla="*/ 479870 h 1720299"/>
              <a:gd name="connsiteX811" fmla="*/ 114173 w 1878763"/>
              <a:gd name="connsiteY811" fmla="*/ 479870 h 1720299"/>
              <a:gd name="connsiteX812" fmla="*/ 0 w 1878763"/>
              <a:gd name="connsiteY812" fmla="*/ 452438 h 1720299"/>
              <a:gd name="connsiteX813" fmla="*/ 27432 w 1878763"/>
              <a:gd name="connsiteY813" fmla="*/ 452438 h 1720299"/>
              <a:gd name="connsiteX814" fmla="*/ 27432 w 1878763"/>
              <a:gd name="connsiteY814" fmla="*/ 479870 h 1720299"/>
              <a:gd name="connsiteX815" fmla="*/ 0 w 1878763"/>
              <a:gd name="connsiteY815" fmla="*/ 479870 h 1720299"/>
              <a:gd name="connsiteX816" fmla="*/ 1851331 w 1878763"/>
              <a:gd name="connsiteY816" fmla="*/ 337344 h 1720299"/>
              <a:gd name="connsiteX817" fmla="*/ 1878763 w 1878763"/>
              <a:gd name="connsiteY817" fmla="*/ 337344 h 1720299"/>
              <a:gd name="connsiteX818" fmla="*/ 1878763 w 1878763"/>
              <a:gd name="connsiteY818" fmla="*/ 364776 h 1720299"/>
              <a:gd name="connsiteX819" fmla="*/ 1851331 w 1878763"/>
              <a:gd name="connsiteY819" fmla="*/ 364776 h 1720299"/>
              <a:gd name="connsiteX820" fmla="*/ 1737031 w 1878763"/>
              <a:gd name="connsiteY820" fmla="*/ 337344 h 1720299"/>
              <a:gd name="connsiteX821" fmla="*/ 1764463 w 1878763"/>
              <a:gd name="connsiteY821" fmla="*/ 337344 h 1720299"/>
              <a:gd name="connsiteX822" fmla="*/ 1764463 w 1878763"/>
              <a:gd name="connsiteY822" fmla="*/ 364776 h 1720299"/>
              <a:gd name="connsiteX823" fmla="*/ 1737031 w 1878763"/>
              <a:gd name="connsiteY823" fmla="*/ 364776 h 1720299"/>
              <a:gd name="connsiteX824" fmla="*/ 1625112 w 1878763"/>
              <a:gd name="connsiteY824" fmla="*/ 337344 h 1720299"/>
              <a:gd name="connsiteX825" fmla="*/ 1652544 w 1878763"/>
              <a:gd name="connsiteY825" fmla="*/ 337344 h 1720299"/>
              <a:gd name="connsiteX826" fmla="*/ 1652544 w 1878763"/>
              <a:gd name="connsiteY826" fmla="*/ 364776 h 1720299"/>
              <a:gd name="connsiteX827" fmla="*/ 1625112 w 1878763"/>
              <a:gd name="connsiteY827" fmla="*/ 364776 h 1720299"/>
              <a:gd name="connsiteX828" fmla="*/ 1510812 w 1878763"/>
              <a:gd name="connsiteY828" fmla="*/ 337344 h 1720299"/>
              <a:gd name="connsiteX829" fmla="*/ 1538244 w 1878763"/>
              <a:gd name="connsiteY829" fmla="*/ 337344 h 1720299"/>
              <a:gd name="connsiteX830" fmla="*/ 1538244 w 1878763"/>
              <a:gd name="connsiteY830" fmla="*/ 364776 h 1720299"/>
              <a:gd name="connsiteX831" fmla="*/ 1510812 w 1878763"/>
              <a:gd name="connsiteY831" fmla="*/ 364776 h 1720299"/>
              <a:gd name="connsiteX832" fmla="*/ 1394702 w 1878763"/>
              <a:gd name="connsiteY832" fmla="*/ 337344 h 1720299"/>
              <a:gd name="connsiteX833" fmla="*/ 1422134 w 1878763"/>
              <a:gd name="connsiteY833" fmla="*/ 337344 h 1720299"/>
              <a:gd name="connsiteX834" fmla="*/ 1422134 w 1878763"/>
              <a:gd name="connsiteY834" fmla="*/ 364776 h 1720299"/>
              <a:gd name="connsiteX835" fmla="*/ 1394702 w 1878763"/>
              <a:gd name="connsiteY835" fmla="*/ 364776 h 1720299"/>
              <a:gd name="connsiteX836" fmla="*/ 1278592 w 1878763"/>
              <a:gd name="connsiteY836" fmla="*/ 337344 h 1720299"/>
              <a:gd name="connsiteX837" fmla="*/ 1306024 w 1878763"/>
              <a:gd name="connsiteY837" fmla="*/ 337344 h 1720299"/>
              <a:gd name="connsiteX838" fmla="*/ 1306024 w 1878763"/>
              <a:gd name="connsiteY838" fmla="*/ 364776 h 1720299"/>
              <a:gd name="connsiteX839" fmla="*/ 1278592 w 1878763"/>
              <a:gd name="connsiteY839" fmla="*/ 364776 h 1720299"/>
              <a:gd name="connsiteX840" fmla="*/ 1162482 w 1878763"/>
              <a:gd name="connsiteY840" fmla="*/ 337344 h 1720299"/>
              <a:gd name="connsiteX841" fmla="*/ 1189914 w 1878763"/>
              <a:gd name="connsiteY841" fmla="*/ 337344 h 1720299"/>
              <a:gd name="connsiteX842" fmla="*/ 1189914 w 1878763"/>
              <a:gd name="connsiteY842" fmla="*/ 364776 h 1720299"/>
              <a:gd name="connsiteX843" fmla="*/ 1162482 w 1878763"/>
              <a:gd name="connsiteY843" fmla="*/ 364776 h 1720299"/>
              <a:gd name="connsiteX844" fmla="*/ 1042307 w 1878763"/>
              <a:gd name="connsiteY844" fmla="*/ 337344 h 1720299"/>
              <a:gd name="connsiteX845" fmla="*/ 1069739 w 1878763"/>
              <a:gd name="connsiteY845" fmla="*/ 337344 h 1720299"/>
              <a:gd name="connsiteX846" fmla="*/ 1069739 w 1878763"/>
              <a:gd name="connsiteY846" fmla="*/ 364776 h 1720299"/>
              <a:gd name="connsiteX847" fmla="*/ 1042307 w 1878763"/>
              <a:gd name="connsiteY847" fmla="*/ 364776 h 1720299"/>
              <a:gd name="connsiteX848" fmla="*/ 926798 w 1878763"/>
              <a:gd name="connsiteY848" fmla="*/ 337344 h 1720299"/>
              <a:gd name="connsiteX849" fmla="*/ 954230 w 1878763"/>
              <a:gd name="connsiteY849" fmla="*/ 337344 h 1720299"/>
              <a:gd name="connsiteX850" fmla="*/ 954230 w 1878763"/>
              <a:gd name="connsiteY850" fmla="*/ 364776 h 1720299"/>
              <a:gd name="connsiteX851" fmla="*/ 926798 w 1878763"/>
              <a:gd name="connsiteY851" fmla="*/ 364776 h 1720299"/>
              <a:gd name="connsiteX852" fmla="*/ 812625 w 1878763"/>
              <a:gd name="connsiteY852" fmla="*/ 337344 h 1720299"/>
              <a:gd name="connsiteX853" fmla="*/ 840057 w 1878763"/>
              <a:gd name="connsiteY853" fmla="*/ 337344 h 1720299"/>
              <a:gd name="connsiteX854" fmla="*/ 840057 w 1878763"/>
              <a:gd name="connsiteY854" fmla="*/ 364776 h 1720299"/>
              <a:gd name="connsiteX855" fmla="*/ 812625 w 1878763"/>
              <a:gd name="connsiteY855" fmla="*/ 364776 h 1720299"/>
              <a:gd name="connsiteX856" fmla="*/ 692450 w 1878763"/>
              <a:gd name="connsiteY856" fmla="*/ 337344 h 1720299"/>
              <a:gd name="connsiteX857" fmla="*/ 719882 w 1878763"/>
              <a:gd name="connsiteY857" fmla="*/ 337344 h 1720299"/>
              <a:gd name="connsiteX858" fmla="*/ 719882 w 1878763"/>
              <a:gd name="connsiteY858" fmla="*/ 364776 h 1720299"/>
              <a:gd name="connsiteX859" fmla="*/ 692450 w 1878763"/>
              <a:gd name="connsiteY859" fmla="*/ 364776 h 1720299"/>
              <a:gd name="connsiteX860" fmla="*/ 576340 w 1878763"/>
              <a:gd name="connsiteY860" fmla="*/ 337344 h 1720299"/>
              <a:gd name="connsiteX861" fmla="*/ 603772 w 1878763"/>
              <a:gd name="connsiteY861" fmla="*/ 337344 h 1720299"/>
              <a:gd name="connsiteX862" fmla="*/ 603772 w 1878763"/>
              <a:gd name="connsiteY862" fmla="*/ 364776 h 1720299"/>
              <a:gd name="connsiteX863" fmla="*/ 576340 w 1878763"/>
              <a:gd name="connsiteY863" fmla="*/ 364776 h 1720299"/>
              <a:gd name="connsiteX864" fmla="*/ 456165 w 1878763"/>
              <a:gd name="connsiteY864" fmla="*/ 337344 h 1720299"/>
              <a:gd name="connsiteX865" fmla="*/ 483597 w 1878763"/>
              <a:gd name="connsiteY865" fmla="*/ 337344 h 1720299"/>
              <a:gd name="connsiteX866" fmla="*/ 483597 w 1878763"/>
              <a:gd name="connsiteY866" fmla="*/ 364776 h 1720299"/>
              <a:gd name="connsiteX867" fmla="*/ 456165 w 1878763"/>
              <a:gd name="connsiteY867" fmla="*/ 364776 h 1720299"/>
              <a:gd name="connsiteX868" fmla="*/ 340656 w 1878763"/>
              <a:gd name="connsiteY868" fmla="*/ 337344 h 1720299"/>
              <a:gd name="connsiteX869" fmla="*/ 368088 w 1878763"/>
              <a:gd name="connsiteY869" fmla="*/ 337344 h 1720299"/>
              <a:gd name="connsiteX870" fmla="*/ 368088 w 1878763"/>
              <a:gd name="connsiteY870" fmla="*/ 364776 h 1720299"/>
              <a:gd name="connsiteX871" fmla="*/ 340656 w 1878763"/>
              <a:gd name="connsiteY871" fmla="*/ 364776 h 1720299"/>
              <a:gd name="connsiteX872" fmla="*/ 226483 w 1878763"/>
              <a:gd name="connsiteY872" fmla="*/ 337344 h 1720299"/>
              <a:gd name="connsiteX873" fmla="*/ 253915 w 1878763"/>
              <a:gd name="connsiteY873" fmla="*/ 337344 h 1720299"/>
              <a:gd name="connsiteX874" fmla="*/ 253915 w 1878763"/>
              <a:gd name="connsiteY874" fmla="*/ 364776 h 1720299"/>
              <a:gd name="connsiteX875" fmla="*/ 226483 w 1878763"/>
              <a:gd name="connsiteY875" fmla="*/ 364776 h 1720299"/>
              <a:gd name="connsiteX876" fmla="*/ 114173 w 1878763"/>
              <a:gd name="connsiteY876" fmla="*/ 337344 h 1720299"/>
              <a:gd name="connsiteX877" fmla="*/ 141605 w 1878763"/>
              <a:gd name="connsiteY877" fmla="*/ 337344 h 1720299"/>
              <a:gd name="connsiteX878" fmla="*/ 141605 w 1878763"/>
              <a:gd name="connsiteY878" fmla="*/ 364776 h 1720299"/>
              <a:gd name="connsiteX879" fmla="*/ 114173 w 1878763"/>
              <a:gd name="connsiteY879" fmla="*/ 364776 h 1720299"/>
              <a:gd name="connsiteX880" fmla="*/ 0 w 1878763"/>
              <a:gd name="connsiteY880" fmla="*/ 337344 h 1720299"/>
              <a:gd name="connsiteX881" fmla="*/ 27432 w 1878763"/>
              <a:gd name="connsiteY881" fmla="*/ 337344 h 1720299"/>
              <a:gd name="connsiteX882" fmla="*/ 27432 w 1878763"/>
              <a:gd name="connsiteY882" fmla="*/ 364776 h 1720299"/>
              <a:gd name="connsiteX883" fmla="*/ 0 w 1878763"/>
              <a:gd name="connsiteY883" fmla="*/ 364776 h 1720299"/>
              <a:gd name="connsiteX884" fmla="*/ 1851331 w 1878763"/>
              <a:gd name="connsiteY884" fmla="*/ 223837 h 1720299"/>
              <a:gd name="connsiteX885" fmla="*/ 1878763 w 1878763"/>
              <a:gd name="connsiteY885" fmla="*/ 223837 h 1720299"/>
              <a:gd name="connsiteX886" fmla="*/ 1878763 w 1878763"/>
              <a:gd name="connsiteY886" fmla="*/ 251269 h 1720299"/>
              <a:gd name="connsiteX887" fmla="*/ 1851331 w 1878763"/>
              <a:gd name="connsiteY887" fmla="*/ 251269 h 1720299"/>
              <a:gd name="connsiteX888" fmla="*/ 1737031 w 1878763"/>
              <a:gd name="connsiteY888" fmla="*/ 223837 h 1720299"/>
              <a:gd name="connsiteX889" fmla="*/ 1764463 w 1878763"/>
              <a:gd name="connsiteY889" fmla="*/ 223837 h 1720299"/>
              <a:gd name="connsiteX890" fmla="*/ 1764463 w 1878763"/>
              <a:gd name="connsiteY890" fmla="*/ 251269 h 1720299"/>
              <a:gd name="connsiteX891" fmla="*/ 1737031 w 1878763"/>
              <a:gd name="connsiteY891" fmla="*/ 251269 h 1720299"/>
              <a:gd name="connsiteX892" fmla="*/ 1625112 w 1878763"/>
              <a:gd name="connsiteY892" fmla="*/ 223837 h 1720299"/>
              <a:gd name="connsiteX893" fmla="*/ 1652544 w 1878763"/>
              <a:gd name="connsiteY893" fmla="*/ 223837 h 1720299"/>
              <a:gd name="connsiteX894" fmla="*/ 1652544 w 1878763"/>
              <a:gd name="connsiteY894" fmla="*/ 251269 h 1720299"/>
              <a:gd name="connsiteX895" fmla="*/ 1625112 w 1878763"/>
              <a:gd name="connsiteY895" fmla="*/ 251269 h 1720299"/>
              <a:gd name="connsiteX896" fmla="*/ 1510812 w 1878763"/>
              <a:gd name="connsiteY896" fmla="*/ 223837 h 1720299"/>
              <a:gd name="connsiteX897" fmla="*/ 1538244 w 1878763"/>
              <a:gd name="connsiteY897" fmla="*/ 223837 h 1720299"/>
              <a:gd name="connsiteX898" fmla="*/ 1538244 w 1878763"/>
              <a:gd name="connsiteY898" fmla="*/ 251269 h 1720299"/>
              <a:gd name="connsiteX899" fmla="*/ 1510812 w 1878763"/>
              <a:gd name="connsiteY899" fmla="*/ 251269 h 1720299"/>
              <a:gd name="connsiteX900" fmla="*/ 1394702 w 1878763"/>
              <a:gd name="connsiteY900" fmla="*/ 223837 h 1720299"/>
              <a:gd name="connsiteX901" fmla="*/ 1422134 w 1878763"/>
              <a:gd name="connsiteY901" fmla="*/ 223837 h 1720299"/>
              <a:gd name="connsiteX902" fmla="*/ 1422134 w 1878763"/>
              <a:gd name="connsiteY902" fmla="*/ 251269 h 1720299"/>
              <a:gd name="connsiteX903" fmla="*/ 1394702 w 1878763"/>
              <a:gd name="connsiteY903" fmla="*/ 251269 h 1720299"/>
              <a:gd name="connsiteX904" fmla="*/ 1278592 w 1878763"/>
              <a:gd name="connsiteY904" fmla="*/ 223837 h 1720299"/>
              <a:gd name="connsiteX905" fmla="*/ 1306024 w 1878763"/>
              <a:gd name="connsiteY905" fmla="*/ 223837 h 1720299"/>
              <a:gd name="connsiteX906" fmla="*/ 1306024 w 1878763"/>
              <a:gd name="connsiteY906" fmla="*/ 251269 h 1720299"/>
              <a:gd name="connsiteX907" fmla="*/ 1278592 w 1878763"/>
              <a:gd name="connsiteY907" fmla="*/ 251269 h 1720299"/>
              <a:gd name="connsiteX908" fmla="*/ 1162482 w 1878763"/>
              <a:gd name="connsiteY908" fmla="*/ 223837 h 1720299"/>
              <a:gd name="connsiteX909" fmla="*/ 1189914 w 1878763"/>
              <a:gd name="connsiteY909" fmla="*/ 223837 h 1720299"/>
              <a:gd name="connsiteX910" fmla="*/ 1189914 w 1878763"/>
              <a:gd name="connsiteY910" fmla="*/ 251269 h 1720299"/>
              <a:gd name="connsiteX911" fmla="*/ 1162482 w 1878763"/>
              <a:gd name="connsiteY911" fmla="*/ 251269 h 1720299"/>
              <a:gd name="connsiteX912" fmla="*/ 1042307 w 1878763"/>
              <a:gd name="connsiteY912" fmla="*/ 223837 h 1720299"/>
              <a:gd name="connsiteX913" fmla="*/ 1069739 w 1878763"/>
              <a:gd name="connsiteY913" fmla="*/ 223837 h 1720299"/>
              <a:gd name="connsiteX914" fmla="*/ 1069739 w 1878763"/>
              <a:gd name="connsiteY914" fmla="*/ 251269 h 1720299"/>
              <a:gd name="connsiteX915" fmla="*/ 1042307 w 1878763"/>
              <a:gd name="connsiteY915" fmla="*/ 251269 h 1720299"/>
              <a:gd name="connsiteX916" fmla="*/ 926798 w 1878763"/>
              <a:gd name="connsiteY916" fmla="*/ 223837 h 1720299"/>
              <a:gd name="connsiteX917" fmla="*/ 954230 w 1878763"/>
              <a:gd name="connsiteY917" fmla="*/ 223837 h 1720299"/>
              <a:gd name="connsiteX918" fmla="*/ 954230 w 1878763"/>
              <a:gd name="connsiteY918" fmla="*/ 251269 h 1720299"/>
              <a:gd name="connsiteX919" fmla="*/ 926798 w 1878763"/>
              <a:gd name="connsiteY919" fmla="*/ 251269 h 1720299"/>
              <a:gd name="connsiteX920" fmla="*/ 812625 w 1878763"/>
              <a:gd name="connsiteY920" fmla="*/ 223837 h 1720299"/>
              <a:gd name="connsiteX921" fmla="*/ 840057 w 1878763"/>
              <a:gd name="connsiteY921" fmla="*/ 223837 h 1720299"/>
              <a:gd name="connsiteX922" fmla="*/ 840057 w 1878763"/>
              <a:gd name="connsiteY922" fmla="*/ 251269 h 1720299"/>
              <a:gd name="connsiteX923" fmla="*/ 812625 w 1878763"/>
              <a:gd name="connsiteY923" fmla="*/ 251269 h 1720299"/>
              <a:gd name="connsiteX924" fmla="*/ 692450 w 1878763"/>
              <a:gd name="connsiteY924" fmla="*/ 223837 h 1720299"/>
              <a:gd name="connsiteX925" fmla="*/ 719882 w 1878763"/>
              <a:gd name="connsiteY925" fmla="*/ 223837 h 1720299"/>
              <a:gd name="connsiteX926" fmla="*/ 719882 w 1878763"/>
              <a:gd name="connsiteY926" fmla="*/ 251269 h 1720299"/>
              <a:gd name="connsiteX927" fmla="*/ 692450 w 1878763"/>
              <a:gd name="connsiteY927" fmla="*/ 251269 h 1720299"/>
              <a:gd name="connsiteX928" fmla="*/ 576340 w 1878763"/>
              <a:gd name="connsiteY928" fmla="*/ 223837 h 1720299"/>
              <a:gd name="connsiteX929" fmla="*/ 603772 w 1878763"/>
              <a:gd name="connsiteY929" fmla="*/ 223837 h 1720299"/>
              <a:gd name="connsiteX930" fmla="*/ 603772 w 1878763"/>
              <a:gd name="connsiteY930" fmla="*/ 251269 h 1720299"/>
              <a:gd name="connsiteX931" fmla="*/ 576340 w 1878763"/>
              <a:gd name="connsiteY931" fmla="*/ 251269 h 1720299"/>
              <a:gd name="connsiteX932" fmla="*/ 456165 w 1878763"/>
              <a:gd name="connsiteY932" fmla="*/ 223837 h 1720299"/>
              <a:gd name="connsiteX933" fmla="*/ 483597 w 1878763"/>
              <a:gd name="connsiteY933" fmla="*/ 223837 h 1720299"/>
              <a:gd name="connsiteX934" fmla="*/ 483597 w 1878763"/>
              <a:gd name="connsiteY934" fmla="*/ 251269 h 1720299"/>
              <a:gd name="connsiteX935" fmla="*/ 456165 w 1878763"/>
              <a:gd name="connsiteY935" fmla="*/ 251269 h 1720299"/>
              <a:gd name="connsiteX936" fmla="*/ 340656 w 1878763"/>
              <a:gd name="connsiteY936" fmla="*/ 223837 h 1720299"/>
              <a:gd name="connsiteX937" fmla="*/ 368088 w 1878763"/>
              <a:gd name="connsiteY937" fmla="*/ 223837 h 1720299"/>
              <a:gd name="connsiteX938" fmla="*/ 368088 w 1878763"/>
              <a:gd name="connsiteY938" fmla="*/ 251269 h 1720299"/>
              <a:gd name="connsiteX939" fmla="*/ 340656 w 1878763"/>
              <a:gd name="connsiteY939" fmla="*/ 251269 h 1720299"/>
              <a:gd name="connsiteX940" fmla="*/ 226483 w 1878763"/>
              <a:gd name="connsiteY940" fmla="*/ 223837 h 1720299"/>
              <a:gd name="connsiteX941" fmla="*/ 253915 w 1878763"/>
              <a:gd name="connsiteY941" fmla="*/ 223837 h 1720299"/>
              <a:gd name="connsiteX942" fmla="*/ 253915 w 1878763"/>
              <a:gd name="connsiteY942" fmla="*/ 251269 h 1720299"/>
              <a:gd name="connsiteX943" fmla="*/ 226483 w 1878763"/>
              <a:gd name="connsiteY943" fmla="*/ 251269 h 1720299"/>
              <a:gd name="connsiteX944" fmla="*/ 114173 w 1878763"/>
              <a:gd name="connsiteY944" fmla="*/ 223837 h 1720299"/>
              <a:gd name="connsiteX945" fmla="*/ 141605 w 1878763"/>
              <a:gd name="connsiteY945" fmla="*/ 223837 h 1720299"/>
              <a:gd name="connsiteX946" fmla="*/ 141605 w 1878763"/>
              <a:gd name="connsiteY946" fmla="*/ 251269 h 1720299"/>
              <a:gd name="connsiteX947" fmla="*/ 114173 w 1878763"/>
              <a:gd name="connsiteY947" fmla="*/ 251269 h 1720299"/>
              <a:gd name="connsiteX948" fmla="*/ 0 w 1878763"/>
              <a:gd name="connsiteY948" fmla="*/ 223837 h 1720299"/>
              <a:gd name="connsiteX949" fmla="*/ 27432 w 1878763"/>
              <a:gd name="connsiteY949" fmla="*/ 223837 h 1720299"/>
              <a:gd name="connsiteX950" fmla="*/ 27432 w 1878763"/>
              <a:gd name="connsiteY950" fmla="*/ 251269 h 1720299"/>
              <a:gd name="connsiteX951" fmla="*/ 0 w 1878763"/>
              <a:gd name="connsiteY951" fmla="*/ 251269 h 1720299"/>
              <a:gd name="connsiteX952" fmla="*/ 1851331 w 1878763"/>
              <a:gd name="connsiteY952" fmla="*/ 113507 h 1720299"/>
              <a:gd name="connsiteX953" fmla="*/ 1878763 w 1878763"/>
              <a:gd name="connsiteY953" fmla="*/ 113507 h 1720299"/>
              <a:gd name="connsiteX954" fmla="*/ 1878763 w 1878763"/>
              <a:gd name="connsiteY954" fmla="*/ 140939 h 1720299"/>
              <a:gd name="connsiteX955" fmla="*/ 1851331 w 1878763"/>
              <a:gd name="connsiteY955" fmla="*/ 140939 h 1720299"/>
              <a:gd name="connsiteX956" fmla="*/ 1737031 w 1878763"/>
              <a:gd name="connsiteY956" fmla="*/ 113507 h 1720299"/>
              <a:gd name="connsiteX957" fmla="*/ 1764463 w 1878763"/>
              <a:gd name="connsiteY957" fmla="*/ 113507 h 1720299"/>
              <a:gd name="connsiteX958" fmla="*/ 1764463 w 1878763"/>
              <a:gd name="connsiteY958" fmla="*/ 140939 h 1720299"/>
              <a:gd name="connsiteX959" fmla="*/ 1737031 w 1878763"/>
              <a:gd name="connsiteY959" fmla="*/ 140939 h 1720299"/>
              <a:gd name="connsiteX960" fmla="*/ 1625112 w 1878763"/>
              <a:gd name="connsiteY960" fmla="*/ 113507 h 1720299"/>
              <a:gd name="connsiteX961" fmla="*/ 1652544 w 1878763"/>
              <a:gd name="connsiteY961" fmla="*/ 113507 h 1720299"/>
              <a:gd name="connsiteX962" fmla="*/ 1652544 w 1878763"/>
              <a:gd name="connsiteY962" fmla="*/ 140939 h 1720299"/>
              <a:gd name="connsiteX963" fmla="*/ 1625112 w 1878763"/>
              <a:gd name="connsiteY963" fmla="*/ 140939 h 1720299"/>
              <a:gd name="connsiteX964" fmla="*/ 1510812 w 1878763"/>
              <a:gd name="connsiteY964" fmla="*/ 113507 h 1720299"/>
              <a:gd name="connsiteX965" fmla="*/ 1538244 w 1878763"/>
              <a:gd name="connsiteY965" fmla="*/ 113507 h 1720299"/>
              <a:gd name="connsiteX966" fmla="*/ 1538244 w 1878763"/>
              <a:gd name="connsiteY966" fmla="*/ 140939 h 1720299"/>
              <a:gd name="connsiteX967" fmla="*/ 1510812 w 1878763"/>
              <a:gd name="connsiteY967" fmla="*/ 140939 h 1720299"/>
              <a:gd name="connsiteX968" fmla="*/ 1394702 w 1878763"/>
              <a:gd name="connsiteY968" fmla="*/ 113507 h 1720299"/>
              <a:gd name="connsiteX969" fmla="*/ 1422134 w 1878763"/>
              <a:gd name="connsiteY969" fmla="*/ 113507 h 1720299"/>
              <a:gd name="connsiteX970" fmla="*/ 1422134 w 1878763"/>
              <a:gd name="connsiteY970" fmla="*/ 140939 h 1720299"/>
              <a:gd name="connsiteX971" fmla="*/ 1394702 w 1878763"/>
              <a:gd name="connsiteY971" fmla="*/ 140939 h 1720299"/>
              <a:gd name="connsiteX972" fmla="*/ 1278592 w 1878763"/>
              <a:gd name="connsiteY972" fmla="*/ 113507 h 1720299"/>
              <a:gd name="connsiteX973" fmla="*/ 1306024 w 1878763"/>
              <a:gd name="connsiteY973" fmla="*/ 113507 h 1720299"/>
              <a:gd name="connsiteX974" fmla="*/ 1306024 w 1878763"/>
              <a:gd name="connsiteY974" fmla="*/ 140939 h 1720299"/>
              <a:gd name="connsiteX975" fmla="*/ 1278592 w 1878763"/>
              <a:gd name="connsiteY975" fmla="*/ 140939 h 1720299"/>
              <a:gd name="connsiteX976" fmla="*/ 1162482 w 1878763"/>
              <a:gd name="connsiteY976" fmla="*/ 113507 h 1720299"/>
              <a:gd name="connsiteX977" fmla="*/ 1189914 w 1878763"/>
              <a:gd name="connsiteY977" fmla="*/ 113507 h 1720299"/>
              <a:gd name="connsiteX978" fmla="*/ 1189914 w 1878763"/>
              <a:gd name="connsiteY978" fmla="*/ 140939 h 1720299"/>
              <a:gd name="connsiteX979" fmla="*/ 1162482 w 1878763"/>
              <a:gd name="connsiteY979" fmla="*/ 140939 h 1720299"/>
              <a:gd name="connsiteX980" fmla="*/ 1042307 w 1878763"/>
              <a:gd name="connsiteY980" fmla="*/ 113507 h 1720299"/>
              <a:gd name="connsiteX981" fmla="*/ 1069739 w 1878763"/>
              <a:gd name="connsiteY981" fmla="*/ 113507 h 1720299"/>
              <a:gd name="connsiteX982" fmla="*/ 1069739 w 1878763"/>
              <a:gd name="connsiteY982" fmla="*/ 140939 h 1720299"/>
              <a:gd name="connsiteX983" fmla="*/ 1042307 w 1878763"/>
              <a:gd name="connsiteY983" fmla="*/ 140939 h 1720299"/>
              <a:gd name="connsiteX984" fmla="*/ 926798 w 1878763"/>
              <a:gd name="connsiteY984" fmla="*/ 113507 h 1720299"/>
              <a:gd name="connsiteX985" fmla="*/ 954230 w 1878763"/>
              <a:gd name="connsiteY985" fmla="*/ 113507 h 1720299"/>
              <a:gd name="connsiteX986" fmla="*/ 954230 w 1878763"/>
              <a:gd name="connsiteY986" fmla="*/ 140939 h 1720299"/>
              <a:gd name="connsiteX987" fmla="*/ 926798 w 1878763"/>
              <a:gd name="connsiteY987" fmla="*/ 140939 h 1720299"/>
              <a:gd name="connsiteX988" fmla="*/ 812625 w 1878763"/>
              <a:gd name="connsiteY988" fmla="*/ 113507 h 1720299"/>
              <a:gd name="connsiteX989" fmla="*/ 840057 w 1878763"/>
              <a:gd name="connsiteY989" fmla="*/ 113507 h 1720299"/>
              <a:gd name="connsiteX990" fmla="*/ 840057 w 1878763"/>
              <a:gd name="connsiteY990" fmla="*/ 140939 h 1720299"/>
              <a:gd name="connsiteX991" fmla="*/ 812625 w 1878763"/>
              <a:gd name="connsiteY991" fmla="*/ 140939 h 1720299"/>
              <a:gd name="connsiteX992" fmla="*/ 692450 w 1878763"/>
              <a:gd name="connsiteY992" fmla="*/ 113507 h 1720299"/>
              <a:gd name="connsiteX993" fmla="*/ 719882 w 1878763"/>
              <a:gd name="connsiteY993" fmla="*/ 113507 h 1720299"/>
              <a:gd name="connsiteX994" fmla="*/ 719882 w 1878763"/>
              <a:gd name="connsiteY994" fmla="*/ 140939 h 1720299"/>
              <a:gd name="connsiteX995" fmla="*/ 692450 w 1878763"/>
              <a:gd name="connsiteY995" fmla="*/ 140939 h 1720299"/>
              <a:gd name="connsiteX996" fmla="*/ 576340 w 1878763"/>
              <a:gd name="connsiteY996" fmla="*/ 113507 h 1720299"/>
              <a:gd name="connsiteX997" fmla="*/ 603772 w 1878763"/>
              <a:gd name="connsiteY997" fmla="*/ 113507 h 1720299"/>
              <a:gd name="connsiteX998" fmla="*/ 603772 w 1878763"/>
              <a:gd name="connsiteY998" fmla="*/ 140939 h 1720299"/>
              <a:gd name="connsiteX999" fmla="*/ 576340 w 1878763"/>
              <a:gd name="connsiteY999" fmla="*/ 140939 h 1720299"/>
              <a:gd name="connsiteX1000" fmla="*/ 456165 w 1878763"/>
              <a:gd name="connsiteY1000" fmla="*/ 113507 h 1720299"/>
              <a:gd name="connsiteX1001" fmla="*/ 483597 w 1878763"/>
              <a:gd name="connsiteY1001" fmla="*/ 113507 h 1720299"/>
              <a:gd name="connsiteX1002" fmla="*/ 483597 w 1878763"/>
              <a:gd name="connsiteY1002" fmla="*/ 140939 h 1720299"/>
              <a:gd name="connsiteX1003" fmla="*/ 456165 w 1878763"/>
              <a:gd name="connsiteY1003" fmla="*/ 140939 h 1720299"/>
              <a:gd name="connsiteX1004" fmla="*/ 340656 w 1878763"/>
              <a:gd name="connsiteY1004" fmla="*/ 113507 h 1720299"/>
              <a:gd name="connsiteX1005" fmla="*/ 368088 w 1878763"/>
              <a:gd name="connsiteY1005" fmla="*/ 113507 h 1720299"/>
              <a:gd name="connsiteX1006" fmla="*/ 368088 w 1878763"/>
              <a:gd name="connsiteY1006" fmla="*/ 140939 h 1720299"/>
              <a:gd name="connsiteX1007" fmla="*/ 340656 w 1878763"/>
              <a:gd name="connsiteY1007" fmla="*/ 140939 h 1720299"/>
              <a:gd name="connsiteX1008" fmla="*/ 226483 w 1878763"/>
              <a:gd name="connsiteY1008" fmla="*/ 113507 h 1720299"/>
              <a:gd name="connsiteX1009" fmla="*/ 253915 w 1878763"/>
              <a:gd name="connsiteY1009" fmla="*/ 113507 h 1720299"/>
              <a:gd name="connsiteX1010" fmla="*/ 253915 w 1878763"/>
              <a:gd name="connsiteY1010" fmla="*/ 140939 h 1720299"/>
              <a:gd name="connsiteX1011" fmla="*/ 226483 w 1878763"/>
              <a:gd name="connsiteY1011" fmla="*/ 140939 h 1720299"/>
              <a:gd name="connsiteX1012" fmla="*/ 114173 w 1878763"/>
              <a:gd name="connsiteY1012" fmla="*/ 113507 h 1720299"/>
              <a:gd name="connsiteX1013" fmla="*/ 141605 w 1878763"/>
              <a:gd name="connsiteY1013" fmla="*/ 113507 h 1720299"/>
              <a:gd name="connsiteX1014" fmla="*/ 141605 w 1878763"/>
              <a:gd name="connsiteY1014" fmla="*/ 140939 h 1720299"/>
              <a:gd name="connsiteX1015" fmla="*/ 114173 w 1878763"/>
              <a:gd name="connsiteY1015" fmla="*/ 140939 h 1720299"/>
              <a:gd name="connsiteX1016" fmla="*/ 0 w 1878763"/>
              <a:gd name="connsiteY1016" fmla="*/ 113507 h 1720299"/>
              <a:gd name="connsiteX1017" fmla="*/ 27432 w 1878763"/>
              <a:gd name="connsiteY1017" fmla="*/ 113507 h 1720299"/>
              <a:gd name="connsiteX1018" fmla="*/ 27432 w 1878763"/>
              <a:gd name="connsiteY1018" fmla="*/ 140939 h 1720299"/>
              <a:gd name="connsiteX1019" fmla="*/ 0 w 1878763"/>
              <a:gd name="connsiteY1019" fmla="*/ 140939 h 1720299"/>
              <a:gd name="connsiteX1020" fmla="*/ 1851331 w 1878763"/>
              <a:gd name="connsiteY1020" fmla="*/ 0 h 1720299"/>
              <a:gd name="connsiteX1021" fmla="*/ 1878763 w 1878763"/>
              <a:gd name="connsiteY1021" fmla="*/ 0 h 1720299"/>
              <a:gd name="connsiteX1022" fmla="*/ 1878763 w 1878763"/>
              <a:gd name="connsiteY1022" fmla="*/ 27432 h 1720299"/>
              <a:gd name="connsiteX1023" fmla="*/ 1851331 w 1878763"/>
              <a:gd name="connsiteY1023" fmla="*/ 27432 h 1720299"/>
              <a:gd name="connsiteX1024" fmla="*/ 1737031 w 1878763"/>
              <a:gd name="connsiteY1024" fmla="*/ 0 h 1720299"/>
              <a:gd name="connsiteX1025" fmla="*/ 1764463 w 1878763"/>
              <a:gd name="connsiteY1025" fmla="*/ 0 h 1720299"/>
              <a:gd name="connsiteX1026" fmla="*/ 1764463 w 1878763"/>
              <a:gd name="connsiteY1026" fmla="*/ 27432 h 1720299"/>
              <a:gd name="connsiteX1027" fmla="*/ 1737031 w 1878763"/>
              <a:gd name="connsiteY1027" fmla="*/ 27432 h 1720299"/>
              <a:gd name="connsiteX1028" fmla="*/ 1625112 w 1878763"/>
              <a:gd name="connsiteY1028" fmla="*/ 0 h 1720299"/>
              <a:gd name="connsiteX1029" fmla="*/ 1652544 w 1878763"/>
              <a:gd name="connsiteY1029" fmla="*/ 0 h 1720299"/>
              <a:gd name="connsiteX1030" fmla="*/ 1652544 w 1878763"/>
              <a:gd name="connsiteY1030" fmla="*/ 27432 h 1720299"/>
              <a:gd name="connsiteX1031" fmla="*/ 1625112 w 1878763"/>
              <a:gd name="connsiteY1031" fmla="*/ 27432 h 1720299"/>
              <a:gd name="connsiteX1032" fmla="*/ 1510812 w 1878763"/>
              <a:gd name="connsiteY1032" fmla="*/ 0 h 1720299"/>
              <a:gd name="connsiteX1033" fmla="*/ 1538244 w 1878763"/>
              <a:gd name="connsiteY1033" fmla="*/ 0 h 1720299"/>
              <a:gd name="connsiteX1034" fmla="*/ 1538244 w 1878763"/>
              <a:gd name="connsiteY1034" fmla="*/ 27432 h 1720299"/>
              <a:gd name="connsiteX1035" fmla="*/ 1510812 w 1878763"/>
              <a:gd name="connsiteY1035" fmla="*/ 27432 h 1720299"/>
              <a:gd name="connsiteX1036" fmla="*/ 1394702 w 1878763"/>
              <a:gd name="connsiteY1036" fmla="*/ 0 h 1720299"/>
              <a:gd name="connsiteX1037" fmla="*/ 1422134 w 1878763"/>
              <a:gd name="connsiteY1037" fmla="*/ 0 h 1720299"/>
              <a:gd name="connsiteX1038" fmla="*/ 1422134 w 1878763"/>
              <a:gd name="connsiteY1038" fmla="*/ 27432 h 1720299"/>
              <a:gd name="connsiteX1039" fmla="*/ 1394702 w 1878763"/>
              <a:gd name="connsiteY1039" fmla="*/ 27432 h 1720299"/>
              <a:gd name="connsiteX1040" fmla="*/ 1278592 w 1878763"/>
              <a:gd name="connsiteY1040" fmla="*/ 0 h 1720299"/>
              <a:gd name="connsiteX1041" fmla="*/ 1306024 w 1878763"/>
              <a:gd name="connsiteY1041" fmla="*/ 0 h 1720299"/>
              <a:gd name="connsiteX1042" fmla="*/ 1306024 w 1878763"/>
              <a:gd name="connsiteY1042" fmla="*/ 27432 h 1720299"/>
              <a:gd name="connsiteX1043" fmla="*/ 1278592 w 1878763"/>
              <a:gd name="connsiteY1043" fmla="*/ 27432 h 1720299"/>
              <a:gd name="connsiteX1044" fmla="*/ 1162482 w 1878763"/>
              <a:gd name="connsiteY1044" fmla="*/ 0 h 1720299"/>
              <a:gd name="connsiteX1045" fmla="*/ 1189914 w 1878763"/>
              <a:gd name="connsiteY1045" fmla="*/ 0 h 1720299"/>
              <a:gd name="connsiteX1046" fmla="*/ 1189914 w 1878763"/>
              <a:gd name="connsiteY1046" fmla="*/ 27432 h 1720299"/>
              <a:gd name="connsiteX1047" fmla="*/ 1162482 w 1878763"/>
              <a:gd name="connsiteY1047" fmla="*/ 27432 h 1720299"/>
              <a:gd name="connsiteX1048" fmla="*/ 1042307 w 1878763"/>
              <a:gd name="connsiteY1048" fmla="*/ 0 h 1720299"/>
              <a:gd name="connsiteX1049" fmla="*/ 1069739 w 1878763"/>
              <a:gd name="connsiteY1049" fmla="*/ 0 h 1720299"/>
              <a:gd name="connsiteX1050" fmla="*/ 1069739 w 1878763"/>
              <a:gd name="connsiteY1050" fmla="*/ 27432 h 1720299"/>
              <a:gd name="connsiteX1051" fmla="*/ 1042307 w 1878763"/>
              <a:gd name="connsiteY1051" fmla="*/ 27432 h 1720299"/>
              <a:gd name="connsiteX1052" fmla="*/ 926798 w 1878763"/>
              <a:gd name="connsiteY1052" fmla="*/ 0 h 1720299"/>
              <a:gd name="connsiteX1053" fmla="*/ 954230 w 1878763"/>
              <a:gd name="connsiteY1053" fmla="*/ 0 h 1720299"/>
              <a:gd name="connsiteX1054" fmla="*/ 954230 w 1878763"/>
              <a:gd name="connsiteY1054" fmla="*/ 27432 h 1720299"/>
              <a:gd name="connsiteX1055" fmla="*/ 926798 w 1878763"/>
              <a:gd name="connsiteY1055" fmla="*/ 27432 h 1720299"/>
              <a:gd name="connsiteX1056" fmla="*/ 812625 w 1878763"/>
              <a:gd name="connsiteY1056" fmla="*/ 0 h 1720299"/>
              <a:gd name="connsiteX1057" fmla="*/ 840057 w 1878763"/>
              <a:gd name="connsiteY1057" fmla="*/ 0 h 1720299"/>
              <a:gd name="connsiteX1058" fmla="*/ 840057 w 1878763"/>
              <a:gd name="connsiteY1058" fmla="*/ 27432 h 1720299"/>
              <a:gd name="connsiteX1059" fmla="*/ 812625 w 1878763"/>
              <a:gd name="connsiteY1059" fmla="*/ 27432 h 1720299"/>
              <a:gd name="connsiteX1060" fmla="*/ 692450 w 1878763"/>
              <a:gd name="connsiteY1060" fmla="*/ 0 h 1720299"/>
              <a:gd name="connsiteX1061" fmla="*/ 719882 w 1878763"/>
              <a:gd name="connsiteY1061" fmla="*/ 0 h 1720299"/>
              <a:gd name="connsiteX1062" fmla="*/ 719882 w 1878763"/>
              <a:gd name="connsiteY1062" fmla="*/ 27432 h 1720299"/>
              <a:gd name="connsiteX1063" fmla="*/ 692450 w 1878763"/>
              <a:gd name="connsiteY1063" fmla="*/ 27432 h 1720299"/>
              <a:gd name="connsiteX1064" fmla="*/ 576340 w 1878763"/>
              <a:gd name="connsiteY1064" fmla="*/ 0 h 1720299"/>
              <a:gd name="connsiteX1065" fmla="*/ 603772 w 1878763"/>
              <a:gd name="connsiteY1065" fmla="*/ 0 h 1720299"/>
              <a:gd name="connsiteX1066" fmla="*/ 603772 w 1878763"/>
              <a:gd name="connsiteY1066" fmla="*/ 27432 h 1720299"/>
              <a:gd name="connsiteX1067" fmla="*/ 576340 w 1878763"/>
              <a:gd name="connsiteY1067" fmla="*/ 27432 h 1720299"/>
              <a:gd name="connsiteX1068" fmla="*/ 456165 w 1878763"/>
              <a:gd name="connsiteY1068" fmla="*/ 0 h 1720299"/>
              <a:gd name="connsiteX1069" fmla="*/ 483597 w 1878763"/>
              <a:gd name="connsiteY1069" fmla="*/ 0 h 1720299"/>
              <a:gd name="connsiteX1070" fmla="*/ 483597 w 1878763"/>
              <a:gd name="connsiteY1070" fmla="*/ 27432 h 1720299"/>
              <a:gd name="connsiteX1071" fmla="*/ 456165 w 1878763"/>
              <a:gd name="connsiteY1071" fmla="*/ 27432 h 1720299"/>
              <a:gd name="connsiteX1072" fmla="*/ 340656 w 1878763"/>
              <a:gd name="connsiteY1072" fmla="*/ 0 h 1720299"/>
              <a:gd name="connsiteX1073" fmla="*/ 368088 w 1878763"/>
              <a:gd name="connsiteY1073" fmla="*/ 0 h 1720299"/>
              <a:gd name="connsiteX1074" fmla="*/ 368088 w 1878763"/>
              <a:gd name="connsiteY1074" fmla="*/ 27432 h 1720299"/>
              <a:gd name="connsiteX1075" fmla="*/ 340656 w 1878763"/>
              <a:gd name="connsiteY1075" fmla="*/ 27432 h 1720299"/>
              <a:gd name="connsiteX1076" fmla="*/ 226483 w 1878763"/>
              <a:gd name="connsiteY1076" fmla="*/ 0 h 1720299"/>
              <a:gd name="connsiteX1077" fmla="*/ 253915 w 1878763"/>
              <a:gd name="connsiteY1077" fmla="*/ 0 h 1720299"/>
              <a:gd name="connsiteX1078" fmla="*/ 253915 w 1878763"/>
              <a:gd name="connsiteY1078" fmla="*/ 27432 h 1720299"/>
              <a:gd name="connsiteX1079" fmla="*/ 226483 w 1878763"/>
              <a:gd name="connsiteY1079" fmla="*/ 27432 h 1720299"/>
              <a:gd name="connsiteX1080" fmla="*/ 114173 w 1878763"/>
              <a:gd name="connsiteY1080" fmla="*/ 0 h 1720299"/>
              <a:gd name="connsiteX1081" fmla="*/ 141605 w 1878763"/>
              <a:gd name="connsiteY1081" fmla="*/ 0 h 1720299"/>
              <a:gd name="connsiteX1082" fmla="*/ 141605 w 1878763"/>
              <a:gd name="connsiteY1082" fmla="*/ 27432 h 1720299"/>
              <a:gd name="connsiteX1083" fmla="*/ 114173 w 1878763"/>
              <a:gd name="connsiteY1083" fmla="*/ 27432 h 1720299"/>
              <a:gd name="connsiteX1084" fmla="*/ 0 w 1878763"/>
              <a:gd name="connsiteY1084" fmla="*/ 0 h 1720299"/>
              <a:gd name="connsiteX1085" fmla="*/ 27432 w 1878763"/>
              <a:gd name="connsiteY1085" fmla="*/ 0 h 1720299"/>
              <a:gd name="connsiteX1086" fmla="*/ 27432 w 1878763"/>
              <a:gd name="connsiteY1086" fmla="*/ 27432 h 1720299"/>
              <a:gd name="connsiteX1087" fmla="*/ 0 w 1878763"/>
              <a:gd name="connsiteY1087" fmla="*/ 27432 h 1720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</a:cxnLst>
            <a:rect l="l" t="t" r="r" b="b"/>
            <a:pathLst>
              <a:path w="1878763" h="1720299">
                <a:moveTo>
                  <a:pt x="1851331" y="1692867"/>
                </a:moveTo>
                <a:lnTo>
                  <a:pt x="1878763" y="1692867"/>
                </a:lnTo>
                <a:lnTo>
                  <a:pt x="1878763" y="1720299"/>
                </a:lnTo>
                <a:lnTo>
                  <a:pt x="1851331" y="1720299"/>
                </a:lnTo>
                <a:close/>
                <a:moveTo>
                  <a:pt x="1737031" y="1692867"/>
                </a:moveTo>
                <a:lnTo>
                  <a:pt x="1764463" y="1692867"/>
                </a:lnTo>
                <a:lnTo>
                  <a:pt x="1764463" y="1720299"/>
                </a:lnTo>
                <a:lnTo>
                  <a:pt x="1737031" y="1720299"/>
                </a:lnTo>
                <a:close/>
                <a:moveTo>
                  <a:pt x="1625112" y="1692867"/>
                </a:moveTo>
                <a:lnTo>
                  <a:pt x="1652544" y="1692867"/>
                </a:lnTo>
                <a:lnTo>
                  <a:pt x="1652544" y="1720299"/>
                </a:lnTo>
                <a:lnTo>
                  <a:pt x="1625112" y="1720299"/>
                </a:lnTo>
                <a:close/>
                <a:moveTo>
                  <a:pt x="1510812" y="1692867"/>
                </a:moveTo>
                <a:lnTo>
                  <a:pt x="1538244" y="1692867"/>
                </a:lnTo>
                <a:lnTo>
                  <a:pt x="1538244" y="1720299"/>
                </a:lnTo>
                <a:lnTo>
                  <a:pt x="1510812" y="1720299"/>
                </a:lnTo>
                <a:close/>
                <a:moveTo>
                  <a:pt x="1394702" y="1692867"/>
                </a:moveTo>
                <a:lnTo>
                  <a:pt x="1422134" y="1692867"/>
                </a:lnTo>
                <a:lnTo>
                  <a:pt x="1422134" y="1720299"/>
                </a:lnTo>
                <a:lnTo>
                  <a:pt x="1394702" y="1720299"/>
                </a:lnTo>
                <a:close/>
                <a:moveTo>
                  <a:pt x="1278592" y="1692867"/>
                </a:moveTo>
                <a:lnTo>
                  <a:pt x="1306024" y="1692867"/>
                </a:lnTo>
                <a:lnTo>
                  <a:pt x="1306024" y="1720299"/>
                </a:lnTo>
                <a:lnTo>
                  <a:pt x="1278592" y="1720299"/>
                </a:lnTo>
                <a:close/>
                <a:moveTo>
                  <a:pt x="1162482" y="1692867"/>
                </a:moveTo>
                <a:lnTo>
                  <a:pt x="1189914" y="1692867"/>
                </a:lnTo>
                <a:lnTo>
                  <a:pt x="1189914" y="1720299"/>
                </a:lnTo>
                <a:lnTo>
                  <a:pt x="1162482" y="1720299"/>
                </a:lnTo>
                <a:close/>
                <a:moveTo>
                  <a:pt x="1042307" y="1692867"/>
                </a:moveTo>
                <a:lnTo>
                  <a:pt x="1069739" y="1692867"/>
                </a:lnTo>
                <a:lnTo>
                  <a:pt x="1069739" y="1720299"/>
                </a:lnTo>
                <a:lnTo>
                  <a:pt x="1042307" y="1720299"/>
                </a:lnTo>
                <a:close/>
                <a:moveTo>
                  <a:pt x="926798" y="1692867"/>
                </a:moveTo>
                <a:lnTo>
                  <a:pt x="954230" y="1692867"/>
                </a:lnTo>
                <a:lnTo>
                  <a:pt x="954230" y="1720299"/>
                </a:lnTo>
                <a:lnTo>
                  <a:pt x="926798" y="1720299"/>
                </a:lnTo>
                <a:close/>
                <a:moveTo>
                  <a:pt x="812625" y="1692867"/>
                </a:moveTo>
                <a:lnTo>
                  <a:pt x="840057" y="1692867"/>
                </a:lnTo>
                <a:lnTo>
                  <a:pt x="840057" y="1720299"/>
                </a:lnTo>
                <a:lnTo>
                  <a:pt x="812625" y="1720299"/>
                </a:lnTo>
                <a:close/>
                <a:moveTo>
                  <a:pt x="692450" y="1692867"/>
                </a:moveTo>
                <a:lnTo>
                  <a:pt x="719882" y="1692867"/>
                </a:lnTo>
                <a:lnTo>
                  <a:pt x="719882" y="1720299"/>
                </a:lnTo>
                <a:lnTo>
                  <a:pt x="692450" y="1720299"/>
                </a:lnTo>
                <a:close/>
                <a:moveTo>
                  <a:pt x="576340" y="1692867"/>
                </a:moveTo>
                <a:lnTo>
                  <a:pt x="603772" y="1692867"/>
                </a:lnTo>
                <a:lnTo>
                  <a:pt x="603772" y="1720299"/>
                </a:lnTo>
                <a:lnTo>
                  <a:pt x="576340" y="1720299"/>
                </a:lnTo>
                <a:close/>
                <a:moveTo>
                  <a:pt x="456165" y="1692867"/>
                </a:moveTo>
                <a:lnTo>
                  <a:pt x="483597" y="1692867"/>
                </a:lnTo>
                <a:lnTo>
                  <a:pt x="483597" y="1720299"/>
                </a:lnTo>
                <a:lnTo>
                  <a:pt x="456165" y="1720299"/>
                </a:lnTo>
                <a:close/>
                <a:moveTo>
                  <a:pt x="340656" y="1692867"/>
                </a:moveTo>
                <a:lnTo>
                  <a:pt x="368088" y="1692867"/>
                </a:lnTo>
                <a:lnTo>
                  <a:pt x="368088" y="1720299"/>
                </a:lnTo>
                <a:lnTo>
                  <a:pt x="340656" y="1720299"/>
                </a:lnTo>
                <a:close/>
                <a:moveTo>
                  <a:pt x="226483" y="1692867"/>
                </a:moveTo>
                <a:lnTo>
                  <a:pt x="253915" y="1692867"/>
                </a:lnTo>
                <a:lnTo>
                  <a:pt x="253915" y="1720299"/>
                </a:lnTo>
                <a:lnTo>
                  <a:pt x="226483" y="1720299"/>
                </a:lnTo>
                <a:close/>
                <a:moveTo>
                  <a:pt x="114173" y="1692867"/>
                </a:moveTo>
                <a:lnTo>
                  <a:pt x="141605" y="1692867"/>
                </a:lnTo>
                <a:lnTo>
                  <a:pt x="141605" y="1720299"/>
                </a:lnTo>
                <a:lnTo>
                  <a:pt x="114173" y="1720299"/>
                </a:lnTo>
                <a:close/>
                <a:moveTo>
                  <a:pt x="0" y="1692867"/>
                </a:moveTo>
                <a:lnTo>
                  <a:pt x="27432" y="1692867"/>
                </a:lnTo>
                <a:lnTo>
                  <a:pt x="27432" y="1720299"/>
                </a:lnTo>
                <a:lnTo>
                  <a:pt x="0" y="1720299"/>
                </a:lnTo>
                <a:close/>
                <a:moveTo>
                  <a:pt x="1851331" y="1579360"/>
                </a:moveTo>
                <a:lnTo>
                  <a:pt x="1878763" y="1579360"/>
                </a:lnTo>
                <a:lnTo>
                  <a:pt x="1878763" y="1606792"/>
                </a:lnTo>
                <a:lnTo>
                  <a:pt x="1851331" y="1606792"/>
                </a:lnTo>
                <a:close/>
                <a:moveTo>
                  <a:pt x="1737031" y="1579360"/>
                </a:moveTo>
                <a:lnTo>
                  <a:pt x="1764463" y="1579360"/>
                </a:lnTo>
                <a:lnTo>
                  <a:pt x="1764463" y="1606792"/>
                </a:lnTo>
                <a:lnTo>
                  <a:pt x="1737031" y="1606792"/>
                </a:lnTo>
                <a:close/>
                <a:moveTo>
                  <a:pt x="1625112" y="1579360"/>
                </a:moveTo>
                <a:lnTo>
                  <a:pt x="1652544" y="1579360"/>
                </a:lnTo>
                <a:lnTo>
                  <a:pt x="1652544" y="1606792"/>
                </a:lnTo>
                <a:lnTo>
                  <a:pt x="1625112" y="1606792"/>
                </a:lnTo>
                <a:close/>
                <a:moveTo>
                  <a:pt x="1510812" y="1579360"/>
                </a:moveTo>
                <a:lnTo>
                  <a:pt x="1538244" y="1579360"/>
                </a:lnTo>
                <a:lnTo>
                  <a:pt x="1538244" y="1606792"/>
                </a:lnTo>
                <a:lnTo>
                  <a:pt x="1510812" y="1606792"/>
                </a:lnTo>
                <a:close/>
                <a:moveTo>
                  <a:pt x="1394702" y="1579360"/>
                </a:moveTo>
                <a:lnTo>
                  <a:pt x="1422134" y="1579360"/>
                </a:lnTo>
                <a:lnTo>
                  <a:pt x="1422134" y="1606792"/>
                </a:lnTo>
                <a:lnTo>
                  <a:pt x="1394702" y="1606792"/>
                </a:lnTo>
                <a:close/>
                <a:moveTo>
                  <a:pt x="1278592" y="1579360"/>
                </a:moveTo>
                <a:lnTo>
                  <a:pt x="1306024" y="1579360"/>
                </a:lnTo>
                <a:lnTo>
                  <a:pt x="1306024" y="1606792"/>
                </a:lnTo>
                <a:lnTo>
                  <a:pt x="1278592" y="1606792"/>
                </a:lnTo>
                <a:close/>
                <a:moveTo>
                  <a:pt x="1162482" y="1579360"/>
                </a:moveTo>
                <a:lnTo>
                  <a:pt x="1189914" y="1579360"/>
                </a:lnTo>
                <a:lnTo>
                  <a:pt x="1189914" y="1606792"/>
                </a:lnTo>
                <a:lnTo>
                  <a:pt x="1162482" y="1606792"/>
                </a:lnTo>
                <a:close/>
                <a:moveTo>
                  <a:pt x="1042307" y="1579360"/>
                </a:moveTo>
                <a:lnTo>
                  <a:pt x="1069739" y="1579360"/>
                </a:lnTo>
                <a:lnTo>
                  <a:pt x="1069739" y="1606792"/>
                </a:lnTo>
                <a:lnTo>
                  <a:pt x="1042307" y="1606792"/>
                </a:lnTo>
                <a:close/>
                <a:moveTo>
                  <a:pt x="926798" y="1579360"/>
                </a:moveTo>
                <a:lnTo>
                  <a:pt x="954230" y="1579360"/>
                </a:lnTo>
                <a:lnTo>
                  <a:pt x="954230" y="1606792"/>
                </a:lnTo>
                <a:lnTo>
                  <a:pt x="926798" y="1606792"/>
                </a:lnTo>
                <a:close/>
                <a:moveTo>
                  <a:pt x="812625" y="1579360"/>
                </a:moveTo>
                <a:lnTo>
                  <a:pt x="840057" y="1579360"/>
                </a:lnTo>
                <a:lnTo>
                  <a:pt x="840057" y="1606792"/>
                </a:lnTo>
                <a:lnTo>
                  <a:pt x="812625" y="1606792"/>
                </a:lnTo>
                <a:close/>
                <a:moveTo>
                  <a:pt x="692450" y="1579360"/>
                </a:moveTo>
                <a:lnTo>
                  <a:pt x="719882" y="1579360"/>
                </a:lnTo>
                <a:lnTo>
                  <a:pt x="719882" y="1606792"/>
                </a:lnTo>
                <a:lnTo>
                  <a:pt x="692450" y="1606792"/>
                </a:lnTo>
                <a:close/>
                <a:moveTo>
                  <a:pt x="576340" y="1579360"/>
                </a:moveTo>
                <a:lnTo>
                  <a:pt x="603772" y="1579360"/>
                </a:lnTo>
                <a:lnTo>
                  <a:pt x="603772" y="1606792"/>
                </a:lnTo>
                <a:lnTo>
                  <a:pt x="576340" y="1606792"/>
                </a:lnTo>
                <a:close/>
                <a:moveTo>
                  <a:pt x="456165" y="1579360"/>
                </a:moveTo>
                <a:lnTo>
                  <a:pt x="483597" y="1579360"/>
                </a:lnTo>
                <a:lnTo>
                  <a:pt x="483597" y="1606792"/>
                </a:lnTo>
                <a:lnTo>
                  <a:pt x="456165" y="1606792"/>
                </a:lnTo>
                <a:close/>
                <a:moveTo>
                  <a:pt x="340656" y="1579360"/>
                </a:moveTo>
                <a:lnTo>
                  <a:pt x="368088" y="1579360"/>
                </a:lnTo>
                <a:lnTo>
                  <a:pt x="368088" y="1606792"/>
                </a:lnTo>
                <a:lnTo>
                  <a:pt x="340656" y="1606792"/>
                </a:lnTo>
                <a:close/>
                <a:moveTo>
                  <a:pt x="226483" y="1579360"/>
                </a:moveTo>
                <a:lnTo>
                  <a:pt x="253915" y="1579360"/>
                </a:lnTo>
                <a:lnTo>
                  <a:pt x="253915" y="1606792"/>
                </a:lnTo>
                <a:lnTo>
                  <a:pt x="226483" y="1606792"/>
                </a:lnTo>
                <a:close/>
                <a:moveTo>
                  <a:pt x="114173" y="1579360"/>
                </a:moveTo>
                <a:lnTo>
                  <a:pt x="141605" y="1579360"/>
                </a:lnTo>
                <a:lnTo>
                  <a:pt x="141605" y="1606792"/>
                </a:lnTo>
                <a:lnTo>
                  <a:pt x="114173" y="1606792"/>
                </a:lnTo>
                <a:close/>
                <a:moveTo>
                  <a:pt x="0" y="1579360"/>
                </a:moveTo>
                <a:lnTo>
                  <a:pt x="27432" y="1579360"/>
                </a:lnTo>
                <a:lnTo>
                  <a:pt x="27432" y="1606792"/>
                </a:lnTo>
                <a:lnTo>
                  <a:pt x="0" y="1606792"/>
                </a:lnTo>
                <a:close/>
                <a:moveTo>
                  <a:pt x="1851331" y="1469030"/>
                </a:moveTo>
                <a:lnTo>
                  <a:pt x="1878763" y="1469030"/>
                </a:lnTo>
                <a:lnTo>
                  <a:pt x="1878763" y="1496462"/>
                </a:lnTo>
                <a:lnTo>
                  <a:pt x="1851331" y="1496462"/>
                </a:lnTo>
                <a:close/>
                <a:moveTo>
                  <a:pt x="1737031" y="1469030"/>
                </a:moveTo>
                <a:lnTo>
                  <a:pt x="1764463" y="1469030"/>
                </a:lnTo>
                <a:lnTo>
                  <a:pt x="1764463" y="1496462"/>
                </a:lnTo>
                <a:lnTo>
                  <a:pt x="1737031" y="1496462"/>
                </a:lnTo>
                <a:close/>
                <a:moveTo>
                  <a:pt x="1625112" y="1469030"/>
                </a:moveTo>
                <a:lnTo>
                  <a:pt x="1652544" y="1469030"/>
                </a:lnTo>
                <a:lnTo>
                  <a:pt x="1652544" y="1496462"/>
                </a:lnTo>
                <a:lnTo>
                  <a:pt x="1625112" y="1496462"/>
                </a:lnTo>
                <a:close/>
                <a:moveTo>
                  <a:pt x="1510812" y="1469030"/>
                </a:moveTo>
                <a:lnTo>
                  <a:pt x="1538244" y="1469030"/>
                </a:lnTo>
                <a:lnTo>
                  <a:pt x="1538244" y="1496462"/>
                </a:lnTo>
                <a:lnTo>
                  <a:pt x="1510812" y="1496462"/>
                </a:lnTo>
                <a:close/>
                <a:moveTo>
                  <a:pt x="1394702" y="1469030"/>
                </a:moveTo>
                <a:lnTo>
                  <a:pt x="1422134" y="1469030"/>
                </a:lnTo>
                <a:lnTo>
                  <a:pt x="1422134" y="1496462"/>
                </a:lnTo>
                <a:lnTo>
                  <a:pt x="1394702" y="1496462"/>
                </a:lnTo>
                <a:close/>
                <a:moveTo>
                  <a:pt x="1278592" y="1469030"/>
                </a:moveTo>
                <a:lnTo>
                  <a:pt x="1306024" y="1469030"/>
                </a:lnTo>
                <a:lnTo>
                  <a:pt x="1306024" y="1496462"/>
                </a:lnTo>
                <a:lnTo>
                  <a:pt x="1278592" y="1496462"/>
                </a:lnTo>
                <a:close/>
                <a:moveTo>
                  <a:pt x="1162482" y="1469030"/>
                </a:moveTo>
                <a:lnTo>
                  <a:pt x="1189914" y="1469030"/>
                </a:lnTo>
                <a:lnTo>
                  <a:pt x="1189914" y="1496462"/>
                </a:lnTo>
                <a:lnTo>
                  <a:pt x="1162482" y="1496462"/>
                </a:lnTo>
                <a:close/>
                <a:moveTo>
                  <a:pt x="1042307" y="1469030"/>
                </a:moveTo>
                <a:lnTo>
                  <a:pt x="1069739" y="1469030"/>
                </a:lnTo>
                <a:lnTo>
                  <a:pt x="1069739" y="1496462"/>
                </a:lnTo>
                <a:lnTo>
                  <a:pt x="1042307" y="1496462"/>
                </a:lnTo>
                <a:close/>
                <a:moveTo>
                  <a:pt x="926798" y="1469030"/>
                </a:moveTo>
                <a:lnTo>
                  <a:pt x="954230" y="1469030"/>
                </a:lnTo>
                <a:lnTo>
                  <a:pt x="954230" y="1496462"/>
                </a:lnTo>
                <a:lnTo>
                  <a:pt x="926798" y="1496462"/>
                </a:lnTo>
                <a:close/>
                <a:moveTo>
                  <a:pt x="812625" y="1469030"/>
                </a:moveTo>
                <a:lnTo>
                  <a:pt x="840057" y="1469030"/>
                </a:lnTo>
                <a:lnTo>
                  <a:pt x="840057" y="1496462"/>
                </a:lnTo>
                <a:lnTo>
                  <a:pt x="812625" y="1496462"/>
                </a:lnTo>
                <a:close/>
                <a:moveTo>
                  <a:pt x="692450" y="1469030"/>
                </a:moveTo>
                <a:lnTo>
                  <a:pt x="719882" y="1469030"/>
                </a:lnTo>
                <a:lnTo>
                  <a:pt x="719882" y="1496462"/>
                </a:lnTo>
                <a:lnTo>
                  <a:pt x="692450" y="1496462"/>
                </a:lnTo>
                <a:close/>
                <a:moveTo>
                  <a:pt x="576340" y="1469030"/>
                </a:moveTo>
                <a:lnTo>
                  <a:pt x="603772" y="1469030"/>
                </a:lnTo>
                <a:lnTo>
                  <a:pt x="603772" y="1496462"/>
                </a:lnTo>
                <a:lnTo>
                  <a:pt x="576340" y="1496462"/>
                </a:lnTo>
                <a:close/>
                <a:moveTo>
                  <a:pt x="456165" y="1469030"/>
                </a:moveTo>
                <a:lnTo>
                  <a:pt x="483597" y="1469030"/>
                </a:lnTo>
                <a:lnTo>
                  <a:pt x="483597" y="1496462"/>
                </a:lnTo>
                <a:lnTo>
                  <a:pt x="456165" y="1496462"/>
                </a:lnTo>
                <a:close/>
                <a:moveTo>
                  <a:pt x="340656" y="1469030"/>
                </a:moveTo>
                <a:lnTo>
                  <a:pt x="368088" y="1469030"/>
                </a:lnTo>
                <a:lnTo>
                  <a:pt x="368088" y="1496462"/>
                </a:lnTo>
                <a:lnTo>
                  <a:pt x="340656" y="1496462"/>
                </a:lnTo>
                <a:close/>
                <a:moveTo>
                  <a:pt x="226483" y="1469030"/>
                </a:moveTo>
                <a:lnTo>
                  <a:pt x="253915" y="1469030"/>
                </a:lnTo>
                <a:lnTo>
                  <a:pt x="253915" y="1496462"/>
                </a:lnTo>
                <a:lnTo>
                  <a:pt x="226483" y="1496462"/>
                </a:lnTo>
                <a:close/>
                <a:moveTo>
                  <a:pt x="114173" y="1469030"/>
                </a:moveTo>
                <a:lnTo>
                  <a:pt x="141605" y="1469030"/>
                </a:lnTo>
                <a:lnTo>
                  <a:pt x="141605" y="1496462"/>
                </a:lnTo>
                <a:lnTo>
                  <a:pt x="114173" y="1496462"/>
                </a:lnTo>
                <a:close/>
                <a:moveTo>
                  <a:pt x="0" y="1469030"/>
                </a:moveTo>
                <a:lnTo>
                  <a:pt x="27432" y="1469030"/>
                </a:lnTo>
                <a:lnTo>
                  <a:pt x="27432" y="1496462"/>
                </a:lnTo>
                <a:lnTo>
                  <a:pt x="0" y="1496462"/>
                </a:lnTo>
                <a:close/>
                <a:moveTo>
                  <a:pt x="1851331" y="1355523"/>
                </a:moveTo>
                <a:lnTo>
                  <a:pt x="1878763" y="1355523"/>
                </a:lnTo>
                <a:lnTo>
                  <a:pt x="1878763" y="1382955"/>
                </a:lnTo>
                <a:lnTo>
                  <a:pt x="1851331" y="1382955"/>
                </a:lnTo>
                <a:close/>
                <a:moveTo>
                  <a:pt x="1737031" y="1355523"/>
                </a:moveTo>
                <a:lnTo>
                  <a:pt x="1764463" y="1355523"/>
                </a:lnTo>
                <a:lnTo>
                  <a:pt x="1764463" y="1382955"/>
                </a:lnTo>
                <a:lnTo>
                  <a:pt x="1737031" y="1382955"/>
                </a:lnTo>
                <a:close/>
                <a:moveTo>
                  <a:pt x="1625112" y="1355523"/>
                </a:moveTo>
                <a:lnTo>
                  <a:pt x="1652544" y="1355523"/>
                </a:lnTo>
                <a:lnTo>
                  <a:pt x="1652544" y="1382955"/>
                </a:lnTo>
                <a:lnTo>
                  <a:pt x="1625112" y="1382955"/>
                </a:lnTo>
                <a:close/>
                <a:moveTo>
                  <a:pt x="1510812" y="1355523"/>
                </a:moveTo>
                <a:lnTo>
                  <a:pt x="1538244" y="1355523"/>
                </a:lnTo>
                <a:lnTo>
                  <a:pt x="1538244" y="1382955"/>
                </a:lnTo>
                <a:lnTo>
                  <a:pt x="1510812" y="1382955"/>
                </a:lnTo>
                <a:close/>
                <a:moveTo>
                  <a:pt x="1394702" y="1355523"/>
                </a:moveTo>
                <a:lnTo>
                  <a:pt x="1422134" y="1355523"/>
                </a:lnTo>
                <a:lnTo>
                  <a:pt x="1422134" y="1382955"/>
                </a:lnTo>
                <a:lnTo>
                  <a:pt x="1394702" y="1382955"/>
                </a:lnTo>
                <a:close/>
                <a:moveTo>
                  <a:pt x="1278592" y="1355523"/>
                </a:moveTo>
                <a:lnTo>
                  <a:pt x="1306024" y="1355523"/>
                </a:lnTo>
                <a:lnTo>
                  <a:pt x="1306024" y="1382955"/>
                </a:lnTo>
                <a:lnTo>
                  <a:pt x="1278592" y="1382955"/>
                </a:lnTo>
                <a:close/>
                <a:moveTo>
                  <a:pt x="1162482" y="1355523"/>
                </a:moveTo>
                <a:lnTo>
                  <a:pt x="1189914" y="1355523"/>
                </a:lnTo>
                <a:lnTo>
                  <a:pt x="1189914" y="1382955"/>
                </a:lnTo>
                <a:lnTo>
                  <a:pt x="1162482" y="1382955"/>
                </a:lnTo>
                <a:close/>
                <a:moveTo>
                  <a:pt x="1042307" y="1355523"/>
                </a:moveTo>
                <a:lnTo>
                  <a:pt x="1069739" y="1355523"/>
                </a:lnTo>
                <a:lnTo>
                  <a:pt x="1069739" y="1382955"/>
                </a:lnTo>
                <a:lnTo>
                  <a:pt x="1042307" y="1382955"/>
                </a:lnTo>
                <a:close/>
                <a:moveTo>
                  <a:pt x="926798" y="1355523"/>
                </a:moveTo>
                <a:lnTo>
                  <a:pt x="954230" y="1355523"/>
                </a:lnTo>
                <a:lnTo>
                  <a:pt x="954230" y="1382955"/>
                </a:lnTo>
                <a:lnTo>
                  <a:pt x="926798" y="1382955"/>
                </a:lnTo>
                <a:close/>
                <a:moveTo>
                  <a:pt x="812625" y="1355523"/>
                </a:moveTo>
                <a:lnTo>
                  <a:pt x="840057" y="1355523"/>
                </a:lnTo>
                <a:lnTo>
                  <a:pt x="840057" y="1382955"/>
                </a:lnTo>
                <a:lnTo>
                  <a:pt x="812625" y="1382955"/>
                </a:lnTo>
                <a:close/>
                <a:moveTo>
                  <a:pt x="692450" y="1355523"/>
                </a:moveTo>
                <a:lnTo>
                  <a:pt x="719882" y="1355523"/>
                </a:lnTo>
                <a:lnTo>
                  <a:pt x="719882" y="1382955"/>
                </a:lnTo>
                <a:lnTo>
                  <a:pt x="692450" y="1382955"/>
                </a:lnTo>
                <a:close/>
                <a:moveTo>
                  <a:pt x="576340" y="1355523"/>
                </a:moveTo>
                <a:lnTo>
                  <a:pt x="603772" y="1355523"/>
                </a:lnTo>
                <a:lnTo>
                  <a:pt x="603772" y="1382955"/>
                </a:lnTo>
                <a:lnTo>
                  <a:pt x="576340" y="1382955"/>
                </a:lnTo>
                <a:close/>
                <a:moveTo>
                  <a:pt x="456165" y="1355523"/>
                </a:moveTo>
                <a:lnTo>
                  <a:pt x="483597" y="1355523"/>
                </a:lnTo>
                <a:lnTo>
                  <a:pt x="483597" y="1382955"/>
                </a:lnTo>
                <a:lnTo>
                  <a:pt x="456165" y="1382955"/>
                </a:lnTo>
                <a:close/>
                <a:moveTo>
                  <a:pt x="340656" y="1355523"/>
                </a:moveTo>
                <a:lnTo>
                  <a:pt x="368088" y="1355523"/>
                </a:lnTo>
                <a:lnTo>
                  <a:pt x="368088" y="1382955"/>
                </a:lnTo>
                <a:lnTo>
                  <a:pt x="340656" y="1382955"/>
                </a:lnTo>
                <a:close/>
                <a:moveTo>
                  <a:pt x="226483" y="1355523"/>
                </a:moveTo>
                <a:lnTo>
                  <a:pt x="253915" y="1355523"/>
                </a:lnTo>
                <a:lnTo>
                  <a:pt x="253915" y="1382955"/>
                </a:lnTo>
                <a:lnTo>
                  <a:pt x="226483" y="1382955"/>
                </a:lnTo>
                <a:close/>
                <a:moveTo>
                  <a:pt x="114173" y="1355523"/>
                </a:moveTo>
                <a:lnTo>
                  <a:pt x="141605" y="1355523"/>
                </a:lnTo>
                <a:lnTo>
                  <a:pt x="141605" y="1382955"/>
                </a:lnTo>
                <a:lnTo>
                  <a:pt x="114173" y="1382955"/>
                </a:lnTo>
                <a:close/>
                <a:moveTo>
                  <a:pt x="0" y="1355523"/>
                </a:moveTo>
                <a:lnTo>
                  <a:pt x="27432" y="1355523"/>
                </a:lnTo>
                <a:lnTo>
                  <a:pt x="27432" y="1382955"/>
                </a:lnTo>
                <a:lnTo>
                  <a:pt x="0" y="1382955"/>
                </a:lnTo>
                <a:close/>
                <a:moveTo>
                  <a:pt x="1851331" y="1242220"/>
                </a:moveTo>
                <a:lnTo>
                  <a:pt x="1878763" y="1242220"/>
                </a:lnTo>
                <a:lnTo>
                  <a:pt x="1878763" y="1269652"/>
                </a:lnTo>
                <a:lnTo>
                  <a:pt x="1851331" y="1269652"/>
                </a:lnTo>
                <a:close/>
                <a:moveTo>
                  <a:pt x="1737031" y="1242220"/>
                </a:moveTo>
                <a:lnTo>
                  <a:pt x="1764463" y="1242220"/>
                </a:lnTo>
                <a:lnTo>
                  <a:pt x="1764463" y="1269652"/>
                </a:lnTo>
                <a:lnTo>
                  <a:pt x="1737031" y="1269652"/>
                </a:lnTo>
                <a:close/>
                <a:moveTo>
                  <a:pt x="1625112" y="1242220"/>
                </a:moveTo>
                <a:lnTo>
                  <a:pt x="1652544" y="1242220"/>
                </a:lnTo>
                <a:lnTo>
                  <a:pt x="1652544" y="1269652"/>
                </a:lnTo>
                <a:lnTo>
                  <a:pt x="1625112" y="1269652"/>
                </a:lnTo>
                <a:close/>
                <a:moveTo>
                  <a:pt x="1510812" y="1242220"/>
                </a:moveTo>
                <a:lnTo>
                  <a:pt x="1538244" y="1242220"/>
                </a:lnTo>
                <a:lnTo>
                  <a:pt x="1538244" y="1269652"/>
                </a:lnTo>
                <a:lnTo>
                  <a:pt x="1510812" y="1269652"/>
                </a:lnTo>
                <a:close/>
                <a:moveTo>
                  <a:pt x="1394702" y="1242220"/>
                </a:moveTo>
                <a:lnTo>
                  <a:pt x="1422134" y="1242220"/>
                </a:lnTo>
                <a:lnTo>
                  <a:pt x="1422134" y="1269652"/>
                </a:lnTo>
                <a:lnTo>
                  <a:pt x="1394702" y="1269652"/>
                </a:lnTo>
                <a:close/>
                <a:moveTo>
                  <a:pt x="1278592" y="1242220"/>
                </a:moveTo>
                <a:lnTo>
                  <a:pt x="1306024" y="1242220"/>
                </a:lnTo>
                <a:lnTo>
                  <a:pt x="1306024" y="1269652"/>
                </a:lnTo>
                <a:lnTo>
                  <a:pt x="1278592" y="1269652"/>
                </a:lnTo>
                <a:close/>
                <a:moveTo>
                  <a:pt x="1162482" y="1242220"/>
                </a:moveTo>
                <a:lnTo>
                  <a:pt x="1189914" y="1242220"/>
                </a:lnTo>
                <a:lnTo>
                  <a:pt x="1189914" y="1269652"/>
                </a:lnTo>
                <a:lnTo>
                  <a:pt x="1162482" y="1269652"/>
                </a:lnTo>
                <a:close/>
                <a:moveTo>
                  <a:pt x="1042307" y="1242220"/>
                </a:moveTo>
                <a:lnTo>
                  <a:pt x="1069739" y="1242220"/>
                </a:lnTo>
                <a:lnTo>
                  <a:pt x="1069739" y="1269652"/>
                </a:lnTo>
                <a:lnTo>
                  <a:pt x="1042307" y="1269652"/>
                </a:lnTo>
                <a:close/>
                <a:moveTo>
                  <a:pt x="926798" y="1242220"/>
                </a:moveTo>
                <a:lnTo>
                  <a:pt x="954230" y="1242220"/>
                </a:lnTo>
                <a:lnTo>
                  <a:pt x="954230" y="1269652"/>
                </a:lnTo>
                <a:lnTo>
                  <a:pt x="926798" y="1269652"/>
                </a:lnTo>
                <a:close/>
                <a:moveTo>
                  <a:pt x="812625" y="1242220"/>
                </a:moveTo>
                <a:lnTo>
                  <a:pt x="840057" y="1242220"/>
                </a:lnTo>
                <a:lnTo>
                  <a:pt x="840057" y="1269652"/>
                </a:lnTo>
                <a:lnTo>
                  <a:pt x="812625" y="1269652"/>
                </a:lnTo>
                <a:close/>
                <a:moveTo>
                  <a:pt x="692450" y="1242220"/>
                </a:moveTo>
                <a:lnTo>
                  <a:pt x="719882" y="1242220"/>
                </a:lnTo>
                <a:lnTo>
                  <a:pt x="719882" y="1269652"/>
                </a:lnTo>
                <a:lnTo>
                  <a:pt x="692450" y="1269652"/>
                </a:lnTo>
                <a:close/>
                <a:moveTo>
                  <a:pt x="576340" y="1242220"/>
                </a:moveTo>
                <a:lnTo>
                  <a:pt x="603772" y="1242220"/>
                </a:lnTo>
                <a:lnTo>
                  <a:pt x="603772" y="1269652"/>
                </a:lnTo>
                <a:lnTo>
                  <a:pt x="576340" y="1269652"/>
                </a:lnTo>
                <a:close/>
                <a:moveTo>
                  <a:pt x="456165" y="1242220"/>
                </a:moveTo>
                <a:lnTo>
                  <a:pt x="483597" y="1242220"/>
                </a:lnTo>
                <a:lnTo>
                  <a:pt x="483597" y="1269652"/>
                </a:lnTo>
                <a:lnTo>
                  <a:pt x="456165" y="1269652"/>
                </a:lnTo>
                <a:close/>
                <a:moveTo>
                  <a:pt x="340656" y="1242220"/>
                </a:moveTo>
                <a:lnTo>
                  <a:pt x="368088" y="1242220"/>
                </a:lnTo>
                <a:lnTo>
                  <a:pt x="368088" y="1269652"/>
                </a:lnTo>
                <a:lnTo>
                  <a:pt x="340656" y="1269652"/>
                </a:lnTo>
                <a:close/>
                <a:moveTo>
                  <a:pt x="226483" y="1242220"/>
                </a:moveTo>
                <a:lnTo>
                  <a:pt x="253915" y="1242220"/>
                </a:lnTo>
                <a:lnTo>
                  <a:pt x="253915" y="1269652"/>
                </a:lnTo>
                <a:lnTo>
                  <a:pt x="226483" y="1269652"/>
                </a:lnTo>
                <a:close/>
                <a:moveTo>
                  <a:pt x="114173" y="1242220"/>
                </a:moveTo>
                <a:lnTo>
                  <a:pt x="141605" y="1242220"/>
                </a:lnTo>
                <a:lnTo>
                  <a:pt x="141605" y="1269652"/>
                </a:lnTo>
                <a:lnTo>
                  <a:pt x="114173" y="1269652"/>
                </a:lnTo>
                <a:close/>
                <a:moveTo>
                  <a:pt x="0" y="1242220"/>
                </a:moveTo>
                <a:lnTo>
                  <a:pt x="27432" y="1242220"/>
                </a:lnTo>
                <a:lnTo>
                  <a:pt x="27432" y="1269652"/>
                </a:lnTo>
                <a:lnTo>
                  <a:pt x="0" y="1269652"/>
                </a:lnTo>
                <a:close/>
                <a:moveTo>
                  <a:pt x="1851331" y="1128713"/>
                </a:moveTo>
                <a:lnTo>
                  <a:pt x="1878763" y="1128713"/>
                </a:lnTo>
                <a:lnTo>
                  <a:pt x="1878763" y="1156145"/>
                </a:lnTo>
                <a:lnTo>
                  <a:pt x="1851331" y="1156145"/>
                </a:lnTo>
                <a:close/>
                <a:moveTo>
                  <a:pt x="1737031" y="1128713"/>
                </a:moveTo>
                <a:lnTo>
                  <a:pt x="1764463" y="1128713"/>
                </a:lnTo>
                <a:lnTo>
                  <a:pt x="1764463" y="1156145"/>
                </a:lnTo>
                <a:lnTo>
                  <a:pt x="1737031" y="1156145"/>
                </a:lnTo>
                <a:close/>
                <a:moveTo>
                  <a:pt x="1625112" y="1128713"/>
                </a:moveTo>
                <a:lnTo>
                  <a:pt x="1652544" y="1128713"/>
                </a:lnTo>
                <a:lnTo>
                  <a:pt x="1652544" y="1156145"/>
                </a:lnTo>
                <a:lnTo>
                  <a:pt x="1625112" y="1156145"/>
                </a:lnTo>
                <a:close/>
                <a:moveTo>
                  <a:pt x="1510812" y="1128713"/>
                </a:moveTo>
                <a:lnTo>
                  <a:pt x="1538244" y="1128713"/>
                </a:lnTo>
                <a:lnTo>
                  <a:pt x="1538244" y="1156145"/>
                </a:lnTo>
                <a:lnTo>
                  <a:pt x="1510812" y="1156145"/>
                </a:lnTo>
                <a:close/>
                <a:moveTo>
                  <a:pt x="1394702" y="1128713"/>
                </a:moveTo>
                <a:lnTo>
                  <a:pt x="1422134" y="1128713"/>
                </a:lnTo>
                <a:lnTo>
                  <a:pt x="1422134" y="1156145"/>
                </a:lnTo>
                <a:lnTo>
                  <a:pt x="1394702" y="1156145"/>
                </a:lnTo>
                <a:close/>
                <a:moveTo>
                  <a:pt x="1278592" y="1128713"/>
                </a:moveTo>
                <a:lnTo>
                  <a:pt x="1306024" y="1128713"/>
                </a:lnTo>
                <a:lnTo>
                  <a:pt x="1306024" y="1156145"/>
                </a:lnTo>
                <a:lnTo>
                  <a:pt x="1278592" y="1156145"/>
                </a:lnTo>
                <a:close/>
                <a:moveTo>
                  <a:pt x="1162482" y="1128713"/>
                </a:moveTo>
                <a:lnTo>
                  <a:pt x="1189914" y="1128713"/>
                </a:lnTo>
                <a:lnTo>
                  <a:pt x="1189914" y="1156145"/>
                </a:lnTo>
                <a:lnTo>
                  <a:pt x="1162482" y="1156145"/>
                </a:lnTo>
                <a:close/>
                <a:moveTo>
                  <a:pt x="1042307" y="1128713"/>
                </a:moveTo>
                <a:lnTo>
                  <a:pt x="1069739" y="1128713"/>
                </a:lnTo>
                <a:lnTo>
                  <a:pt x="1069739" y="1156145"/>
                </a:lnTo>
                <a:lnTo>
                  <a:pt x="1042307" y="1156145"/>
                </a:lnTo>
                <a:close/>
                <a:moveTo>
                  <a:pt x="926798" y="1128713"/>
                </a:moveTo>
                <a:lnTo>
                  <a:pt x="954230" y="1128713"/>
                </a:lnTo>
                <a:lnTo>
                  <a:pt x="954230" y="1156145"/>
                </a:lnTo>
                <a:lnTo>
                  <a:pt x="926798" y="1156145"/>
                </a:lnTo>
                <a:close/>
                <a:moveTo>
                  <a:pt x="812625" y="1128713"/>
                </a:moveTo>
                <a:lnTo>
                  <a:pt x="840057" y="1128713"/>
                </a:lnTo>
                <a:lnTo>
                  <a:pt x="840057" y="1156145"/>
                </a:lnTo>
                <a:lnTo>
                  <a:pt x="812625" y="1156145"/>
                </a:lnTo>
                <a:close/>
                <a:moveTo>
                  <a:pt x="692450" y="1128713"/>
                </a:moveTo>
                <a:lnTo>
                  <a:pt x="719882" y="1128713"/>
                </a:lnTo>
                <a:lnTo>
                  <a:pt x="719882" y="1156145"/>
                </a:lnTo>
                <a:lnTo>
                  <a:pt x="692450" y="1156145"/>
                </a:lnTo>
                <a:close/>
                <a:moveTo>
                  <a:pt x="576340" y="1128713"/>
                </a:moveTo>
                <a:lnTo>
                  <a:pt x="603772" y="1128713"/>
                </a:lnTo>
                <a:lnTo>
                  <a:pt x="603772" y="1156145"/>
                </a:lnTo>
                <a:lnTo>
                  <a:pt x="576340" y="1156145"/>
                </a:lnTo>
                <a:close/>
                <a:moveTo>
                  <a:pt x="456165" y="1128713"/>
                </a:moveTo>
                <a:lnTo>
                  <a:pt x="483597" y="1128713"/>
                </a:lnTo>
                <a:lnTo>
                  <a:pt x="483597" y="1156145"/>
                </a:lnTo>
                <a:lnTo>
                  <a:pt x="456165" y="1156145"/>
                </a:lnTo>
                <a:close/>
                <a:moveTo>
                  <a:pt x="340656" y="1128713"/>
                </a:moveTo>
                <a:lnTo>
                  <a:pt x="368088" y="1128713"/>
                </a:lnTo>
                <a:lnTo>
                  <a:pt x="368088" y="1156145"/>
                </a:lnTo>
                <a:lnTo>
                  <a:pt x="340656" y="1156145"/>
                </a:lnTo>
                <a:close/>
                <a:moveTo>
                  <a:pt x="226483" y="1128713"/>
                </a:moveTo>
                <a:lnTo>
                  <a:pt x="253915" y="1128713"/>
                </a:lnTo>
                <a:lnTo>
                  <a:pt x="253915" y="1156145"/>
                </a:lnTo>
                <a:lnTo>
                  <a:pt x="226483" y="1156145"/>
                </a:lnTo>
                <a:close/>
                <a:moveTo>
                  <a:pt x="114173" y="1128713"/>
                </a:moveTo>
                <a:lnTo>
                  <a:pt x="141605" y="1128713"/>
                </a:lnTo>
                <a:lnTo>
                  <a:pt x="141605" y="1156145"/>
                </a:lnTo>
                <a:lnTo>
                  <a:pt x="114173" y="1156145"/>
                </a:lnTo>
                <a:close/>
                <a:moveTo>
                  <a:pt x="0" y="1128713"/>
                </a:moveTo>
                <a:lnTo>
                  <a:pt x="27432" y="1128713"/>
                </a:lnTo>
                <a:lnTo>
                  <a:pt x="27432" y="1156145"/>
                </a:lnTo>
                <a:lnTo>
                  <a:pt x="0" y="1156145"/>
                </a:lnTo>
                <a:close/>
                <a:moveTo>
                  <a:pt x="1851331" y="1018383"/>
                </a:moveTo>
                <a:lnTo>
                  <a:pt x="1878763" y="1018383"/>
                </a:lnTo>
                <a:lnTo>
                  <a:pt x="1878763" y="1045815"/>
                </a:lnTo>
                <a:lnTo>
                  <a:pt x="1851331" y="1045815"/>
                </a:lnTo>
                <a:close/>
                <a:moveTo>
                  <a:pt x="1737031" y="1018383"/>
                </a:moveTo>
                <a:lnTo>
                  <a:pt x="1764463" y="1018383"/>
                </a:lnTo>
                <a:lnTo>
                  <a:pt x="1764463" y="1045815"/>
                </a:lnTo>
                <a:lnTo>
                  <a:pt x="1737031" y="1045815"/>
                </a:lnTo>
                <a:close/>
                <a:moveTo>
                  <a:pt x="1625112" y="1018383"/>
                </a:moveTo>
                <a:lnTo>
                  <a:pt x="1652544" y="1018383"/>
                </a:lnTo>
                <a:lnTo>
                  <a:pt x="1652544" y="1045815"/>
                </a:lnTo>
                <a:lnTo>
                  <a:pt x="1625112" y="1045815"/>
                </a:lnTo>
                <a:close/>
                <a:moveTo>
                  <a:pt x="1510812" y="1018383"/>
                </a:moveTo>
                <a:lnTo>
                  <a:pt x="1538244" y="1018383"/>
                </a:lnTo>
                <a:lnTo>
                  <a:pt x="1538244" y="1045815"/>
                </a:lnTo>
                <a:lnTo>
                  <a:pt x="1510812" y="1045815"/>
                </a:lnTo>
                <a:close/>
                <a:moveTo>
                  <a:pt x="1394702" y="1018383"/>
                </a:moveTo>
                <a:lnTo>
                  <a:pt x="1422134" y="1018383"/>
                </a:lnTo>
                <a:lnTo>
                  <a:pt x="1422134" y="1045815"/>
                </a:lnTo>
                <a:lnTo>
                  <a:pt x="1394702" y="1045815"/>
                </a:lnTo>
                <a:close/>
                <a:moveTo>
                  <a:pt x="1278592" y="1018383"/>
                </a:moveTo>
                <a:lnTo>
                  <a:pt x="1306024" y="1018383"/>
                </a:lnTo>
                <a:lnTo>
                  <a:pt x="1306024" y="1045815"/>
                </a:lnTo>
                <a:lnTo>
                  <a:pt x="1278592" y="1045815"/>
                </a:lnTo>
                <a:close/>
                <a:moveTo>
                  <a:pt x="1162482" y="1018383"/>
                </a:moveTo>
                <a:lnTo>
                  <a:pt x="1189914" y="1018383"/>
                </a:lnTo>
                <a:lnTo>
                  <a:pt x="1189914" y="1045815"/>
                </a:lnTo>
                <a:lnTo>
                  <a:pt x="1162482" y="1045815"/>
                </a:lnTo>
                <a:close/>
                <a:moveTo>
                  <a:pt x="1042307" y="1018383"/>
                </a:moveTo>
                <a:lnTo>
                  <a:pt x="1069739" y="1018383"/>
                </a:lnTo>
                <a:lnTo>
                  <a:pt x="1069739" y="1045815"/>
                </a:lnTo>
                <a:lnTo>
                  <a:pt x="1042307" y="1045815"/>
                </a:lnTo>
                <a:close/>
                <a:moveTo>
                  <a:pt x="926798" y="1018383"/>
                </a:moveTo>
                <a:lnTo>
                  <a:pt x="954230" y="1018383"/>
                </a:lnTo>
                <a:lnTo>
                  <a:pt x="954230" y="1045815"/>
                </a:lnTo>
                <a:lnTo>
                  <a:pt x="926798" y="1045815"/>
                </a:lnTo>
                <a:close/>
                <a:moveTo>
                  <a:pt x="812625" y="1018383"/>
                </a:moveTo>
                <a:lnTo>
                  <a:pt x="840057" y="1018383"/>
                </a:lnTo>
                <a:lnTo>
                  <a:pt x="840057" y="1045815"/>
                </a:lnTo>
                <a:lnTo>
                  <a:pt x="812625" y="1045815"/>
                </a:lnTo>
                <a:close/>
                <a:moveTo>
                  <a:pt x="692450" y="1018383"/>
                </a:moveTo>
                <a:lnTo>
                  <a:pt x="719882" y="1018383"/>
                </a:lnTo>
                <a:lnTo>
                  <a:pt x="719882" y="1045815"/>
                </a:lnTo>
                <a:lnTo>
                  <a:pt x="692450" y="1045815"/>
                </a:lnTo>
                <a:close/>
                <a:moveTo>
                  <a:pt x="576340" y="1018383"/>
                </a:moveTo>
                <a:lnTo>
                  <a:pt x="603772" y="1018383"/>
                </a:lnTo>
                <a:lnTo>
                  <a:pt x="603772" y="1045815"/>
                </a:lnTo>
                <a:lnTo>
                  <a:pt x="576340" y="1045815"/>
                </a:lnTo>
                <a:close/>
                <a:moveTo>
                  <a:pt x="456165" y="1018383"/>
                </a:moveTo>
                <a:lnTo>
                  <a:pt x="483597" y="1018383"/>
                </a:lnTo>
                <a:lnTo>
                  <a:pt x="483597" y="1045815"/>
                </a:lnTo>
                <a:lnTo>
                  <a:pt x="456165" y="1045815"/>
                </a:lnTo>
                <a:close/>
                <a:moveTo>
                  <a:pt x="340656" y="1018383"/>
                </a:moveTo>
                <a:lnTo>
                  <a:pt x="368088" y="1018383"/>
                </a:lnTo>
                <a:lnTo>
                  <a:pt x="368088" y="1045815"/>
                </a:lnTo>
                <a:lnTo>
                  <a:pt x="340656" y="1045815"/>
                </a:lnTo>
                <a:close/>
                <a:moveTo>
                  <a:pt x="226483" y="1018383"/>
                </a:moveTo>
                <a:lnTo>
                  <a:pt x="253915" y="1018383"/>
                </a:lnTo>
                <a:lnTo>
                  <a:pt x="253915" y="1045815"/>
                </a:lnTo>
                <a:lnTo>
                  <a:pt x="226483" y="1045815"/>
                </a:lnTo>
                <a:close/>
                <a:moveTo>
                  <a:pt x="114173" y="1018383"/>
                </a:moveTo>
                <a:lnTo>
                  <a:pt x="141605" y="1018383"/>
                </a:lnTo>
                <a:lnTo>
                  <a:pt x="141605" y="1045815"/>
                </a:lnTo>
                <a:lnTo>
                  <a:pt x="114173" y="1045815"/>
                </a:lnTo>
                <a:close/>
                <a:moveTo>
                  <a:pt x="0" y="1018383"/>
                </a:moveTo>
                <a:lnTo>
                  <a:pt x="27432" y="1018383"/>
                </a:lnTo>
                <a:lnTo>
                  <a:pt x="27432" y="1045815"/>
                </a:lnTo>
                <a:lnTo>
                  <a:pt x="0" y="1045815"/>
                </a:lnTo>
                <a:close/>
                <a:moveTo>
                  <a:pt x="1851331" y="904876"/>
                </a:moveTo>
                <a:lnTo>
                  <a:pt x="1878763" y="904876"/>
                </a:lnTo>
                <a:lnTo>
                  <a:pt x="1878763" y="932308"/>
                </a:lnTo>
                <a:lnTo>
                  <a:pt x="1851331" y="932308"/>
                </a:lnTo>
                <a:close/>
                <a:moveTo>
                  <a:pt x="1737031" y="904876"/>
                </a:moveTo>
                <a:lnTo>
                  <a:pt x="1764463" y="904876"/>
                </a:lnTo>
                <a:lnTo>
                  <a:pt x="1764463" y="932308"/>
                </a:lnTo>
                <a:lnTo>
                  <a:pt x="1737031" y="932308"/>
                </a:lnTo>
                <a:close/>
                <a:moveTo>
                  <a:pt x="1625112" y="904876"/>
                </a:moveTo>
                <a:lnTo>
                  <a:pt x="1652544" y="904876"/>
                </a:lnTo>
                <a:lnTo>
                  <a:pt x="1652544" y="932308"/>
                </a:lnTo>
                <a:lnTo>
                  <a:pt x="1625112" y="932308"/>
                </a:lnTo>
                <a:close/>
                <a:moveTo>
                  <a:pt x="1510812" y="904876"/>
                </a:moveTo>
                <a:lnTo>
                  <a:pt x="1538244" y="904876"/>
                </a:lnTo>
                <a:lnTo>
                  <a:pt x="1538244" y="932308"/>
                </a:lnTo>
                <a:lnTo>
                  <a:pt x="1510812" y="932308"/>
                </a:lnTo>
                <a:close/>
                <a:moveTo>
                  <a:pt x="1394702" y="904876"/>
                </a:moveTo>
                <a:lnTo>
                  <a:pt x="1422134" y="904876"/>
                </a:lnTo>
                <a:lnTo>
                  <a:pt x="1422134" y="932308"/>
                </a:lnTo>
                <a:lnTo>
                  <a:pt x="1394702" y="932308"/>
                </a:lnTo>
                <a:close/>
                <a:moveTo>
                  <a:pt x="1278592" y="904876"/>
                </a:moveTo>
                <a:lnTo>
                  <a:pt x="1306024" y="904876"/>
                </a:lnTo>
                <a:lnTo>
                  <a:pt x="1306024" y="932308"/>
                </a:lnTo>
                <a:lnTo>
                  <a:pt x="1278592" y="932308"/>
                </a:lnTo>
                <a:close/>
                <a:moveTo>
                  <a:pt x="1162482" y="904876"/>
                </a:moveTo>
                <a:lnTo>
                  <a:pt x="1189914" y="904876"/>
                </a:lnTo>
                <a:lnTo>
                  <a:pt x="1189914" y="932308"/>
                </a:lnTo>
                <a:lnTo>
                  <a:pt x="1162482" y="932308"/>
                </a:lnTo>
                <a:close/>
                <a:moveTo>
                  <a:pt x="1042307" y="904876"/>
                </a:moveTo>
                <a:lnTo>
                  <a:pt x="1069739" y="904876"/>
                </a:lnTo>
                <a:lnTo>
                  <a:pt x="1069739" y="932308"/>
                </a:lnTo>
                <a:lnTo>
                  <a:pt x="1042307" y="932308"/>
                </a:lnTo>
                <a:close/>
                <a:moveTo>
                  <a:pt x="926798" y="904876"/>
                </a:moveTo>
                <a:lnTo>
                  <a:pt x="954230" y="904876"/>
                </a:lnTo>
                <a:lnTo>
                  <a:pt x="954230" y="932308"/>
                </a:lnTo>
                <a:lnTo>
                  <a:pt x="926798" y="932308"/>
                </a:lnTo>
                <a:close/>
                <a:moveTo>
                  <a:pt x="812625" y="904876"/>
                </a:moveTo>
                <a:lnTo>
                  <a:pt x="840057" y="904876"/>
                </a:lnTo>
                <a:lnTo>
                  <a:pt x="840057" y="932308"/>
                </a:lnTo>
                <a:lnTo>
                  <a:pt x="812625" y="932308"/>
                </a:lnTo>
                <a:close/>
                <a:moveTo>
                  <a:pt x="692450" y="904876"/>
                </a:moveTo>
                <a:lnTo>
                  <a:pt x="719882" y="904876"/>
                </a:lnTo>
                <a:lnTo>
                  <a:pt x="719882" y="932308"/>
                </a:lnTo>
                <a:lnTo>
                  <a:pt x="692450" y="932308"/>
                </a:lnTo>
                <a:close/>
                <a:moveTo>
                  <a:pt x="576340" y="904876"/>
                </a:moveTo>
                <a:lnTo>
                  <a:pt x="603772" y="904876"/>
                </a:lnTo>
                <a:lnTo>
                  <a:pt x="603772" y="932308"/>
                </a:lnTo>
                <a:lnTo>
                  <a:pt x="576340" y="932308"/>
                </a:lnTo>
                <a:close/>
                <a:moveTo>
                  <a:pt x="456165" y="904876"/>
                </a:moveTo>
                <a:lnTo>
                  <a:pt x="483597" y="904876"/>
                </a:lnTo>
                <a:lnTo>
                  <a:pt x="483597" y="932308"/>
                </a:lnTo>
                <a:lnTo>
                  <a:pt x="456165" y="932308"/>
                </a:lnTo>
                <a:close/>
                <a:moveTo>
                  <a:pt x="340656" y="904876"/>
                </a:moveTo>
                <a:lnTo>
                  <a:pt x="368088" y="904876"/>
                </a:lnTo>
                <a:lnTo>
                  <a:pt x="368088" y="932308"/>
                </a:lnTo>
                <a:lnTo>
                  <a:pt x="340656" y="932308"/>
                </a:lnTo>
                <a:close/>
                <a:moveTo>
                  <a:pt x="226483" y="904876"/>
                </a:moveTo>
                <a:lnTo>
                  <a:pt x="253915" y="904876"/>
                </a:lnTo>
                <a:lnTo>
                  <a:pt x="253915" y="932308"/>
                </a:lnTo>
                <a:lnTo>
                  <a:pt x="226483" y="932308"/>
                </a:lnTo>
                <a:close/>
                <a:moveTo>
                  <a:pt x="114173" y="904876"/>
                </a:moveTo>
                <a:lnTo>
                  <a:pt x="141605" y="904876"/>
                </a:lnTo>
                <a:lnTo>
                  <a:pt x="141605" y="932308"/>
                </a:lnTo>
                <a:lnTo>
                  <a:pt x="114173" y="932308"/>
                </a:lnTo>
                <a:close/>
                <a:moveTo>
                  <a:pt x="0" y="904876"/>
                </a:moveTo>
                <a:lnTo>
                  <a:pt x="27432" y="904876"/>
                </a:lnTo>
                <a:lnTo>
                  <a:pt x="27432" y="932308"/>
                </a:lnTo>
                <a:lnTo>
                  <a:pt x="0" y="932308"/>
                </a:lnTo>
                <a:close/>
                <a:moveTo>
                  <a:pt x="1851331" y="789782"/>
                </a:moveTo>
                <a:lnTo>
                  <a:pt x="1878763" y="789782"/>
                </a:lnTo>
                <a:lnTo>
                  <a:pt x="1878763" y="817214"/>
                </a:lnTo>
                <a:lnTo>
                  <a:pt x="1851331" y="817214"/>
                </a:lnTo>
                <a:close/>
                <a:moveTo>
                  <a:pt x="1737031" y="789782"/>
                </a:moveTo>
                <a:lnTo>
                  <a:pt x="1764463" y="789782"/>
                </a:lnTo>
                <a:lnTo>
                  <a:pt x="1764463" y="817214"/>
                </a:lnTo>
                <a:lnTo>
                  <a:pt x="1737031" y="817214"/>
                </a:lnTo>
                <a:close/>
                <a:moveTo>
                  <a:pt x="1625112" y="789782"/>
                </a:moveTo>
                <a:lnTo>
                  <a:pt x="1652544" y="789782"/>
                </a:lnTo>
                <a:lnTo>
                  <a:pt x="1652544" y="817214"/>
                </a:lnTo>
                <a:lnTo>
                  <a:pt x="1625112" y="817214"/>
                </a:lnTo>
                <a:close/>
                <a:moveTo>
                  <a:pt x="1510812" y="789782"/>
                </a:moveTo>
                <a:lnTo>
                  <a:pt x="1538244" y="789782"/>
                </a:lnTo>
                <a:lnTo>
                  <a:pt x="1538244" y="817214"/>
                </a:lnTo>
                <a:lnTo>
                  <a:pt x="1510812" y="817214"/>
                </a:lnTo>
                <a:close/>
                <a:moveTo>
                  <a:pt x="1394702" y="789782"/>
                </a:moveTo>
                <a:lnTo>
                  <a:pt x="1422134" y="789782"/>
                </a:lnTo>
                <a:lnTo>
                  <a:pt x="1422134" y="817214"/>
                </a:lnTo>
                <a:lnTo>
                  <a:pt x="1394702" y="817214"/>
                </a:lnTo>
                <a:close/>
                <a:moveTo>
                  <a:pt x="1278592" y="789782"/>
                </a:moveTo>
                <a:lnTo>
                  <a:pt x="1306024" y="789782"/>
                </a:lnTo>
                <a:lnTo>
                  <a:pt x="1306024" y="817214"/>
                </a:lnTo>
                <a:lnTo>
                  <a:pt x="1278592" y="817214"/>
                </a:lnTo>
                <a:close/>
                <a:moveTo>
                  <a:pt x="1162482" y="789782"/>
                </a:moveTo>
                <a:lnTo>
                  <a:pt x="1189914" y="789782"/>
                </a:lnTo>
                <a:lnTo>
                  <a:pt x="1189914" y="817214"/>
                </a:lnTo>
                <a:lnTo>
                  <a:pt x="1162482" y="817214"/>
                </a:lnTo>
                <a:close/>
                <a:moveTo>
                  <a:pt x="1042307" y="789782"/>
                </a:moveTo>
                <a:lnTo>
                  <a:pt x="1069739" y="789782"/>
                </a:lnTo>
                <a:lnTo>
                  <a:pt x="1069739" y="817214"/>
                </a:lnTo>
                <a:lnTo>
                  <a:pt x="1042307" y="817214"/>
                </a:lnTo>
                <a:close/>
                <a:moveTo>
                  <a:pt x="926798" y="789782"/>
                </a:moveTo>
                <a:lnTo>
                  <a:pt x="954230" y="789782"/>
                </a:lnTo>
                <a:lnTo>
                  <a:pt x="954230" y="817214"/>
                </a:lnTo>
                <a:lnTo>
                  <a:pt x="926798" y="817214"/>
                </a:lnTo>
                <a:close/>
                <a:moveTo>
                  <a:pt x="812625" y="789782"/>
                </a:moveTo>
                <a:lnTo>
                  <a:pt x="840057" y="789782"/>
                </a:lnTo>
                <a:lnTo>
                  <a:pt x="840057" y="817214"/>
                </a:lnTo>
                <a:lnTo>
                  <a:pt x="812625" y="817214"/>
                </a:lnTo>
                <a:close/>
                <a:moveTo>
                  <a:pt x="692450" y="789782"/>
                </a:moveTo>
                <a:lnTo>
                  <a:pt x="719882" y="789782"/>
                </a:lnTo>
                <a:lnTo>
                  <a:pt x="719882" y="817214"/>
                </a:lnTo>
                <a:lnTo>
                  <a:pt x="692450" y="817214"/>
                </a:lnTo>
                <a:close/>
                <a:moveTo>
                  <a:pt x="576340" y="789782"/>
                </a:moveTo>
                <a:lnTo>
                  <a:pt x="603772" y="789782"/>
                </a:lnTo>
                <a:lnTo>
                  <a:pt x="603772" y="817214"/>
                </a:lnTo>
                <a:lnTo>
                  <a:pt x="576340" y="817214"/>
                </a:lnTo>
                <a:close/>
                <a:moveTo>
                  <a:pt x="456165" y="789782"/>
                </a:moveTo>
                <a:lnTo>
                  <a:pt x="483597" y="789782"/>
                </a:lnTo>
                <a:lnTo>
                  <a:pt x="483597" y="817214"/>
                </a:lnTo>
                <a:lnTo>
                  <a:pt x="456165" y="817214"/>
                </a:lnTo>
                <a:close/>
                <a:moveTo>
                  <a:pt x="340656" y="789782"/>
                </a:moveTo>
                <a:lnTo>
                  <a:pt x="368088" y="789782"/>
                </a:lnTo>
                <a:lnTo>
                  <a:pt x="368088" y="817214"/>
                </a:lnTo>
                <a:lnTo>
                  <a:pt x="340656" y="817214"/>
                </a:lnTo>
                <a:close/>
                <a:moveTo>
                  <a:pt x="226483" y="789782"/>
                </a:moveTo>
                <a:lnTo>
                  <a:pt x="253915" y="789782"/>
                </a:lnTo>
                <a:lnTo>
                  <a:pt x="253915" y="817214"/>
                </a:lnTo>
                <a:lnTo>
                  <a:pt x="226483" y="817214"/>
                </a:lnTo>
                <a:close/>
                <a:moveTo>
                  <a:pt x="114173" y="789782"/>
                </a:moveTo>
                <a:lnTo>
                  <a:pt x="141605" y="789782"/>
                </a:lnTo>
                <a:lnTo>
                  <a:pt x="141605" y="817214"/>
                </a:lnTo>
                <a:lnTo>
                  <a:pt x="114173" y="817214"/>
                </a:lnTo>
                <a:close/>
                <a:moveTo>
                  <a:pt x="0" y="789782"/>
                </a:moveTo>
                <a:lnTo>
                  <a:pt x="27432" y="789782"/>
                </a:lnTo>
                <a:lnTo>
                  <a:pt x="27432" y="817214"/>
                </a:lnTo>
                <a:lnTo>
                  <a:pt x="0" y="817214"/>
                </a:lnTo>
                <a:close/>
                <a:moveTo>
                  <a:pt x="1851331" y="676275"/>
                </a:moveTo>
                <a:lnTo>
                  <a:pt x="1878763" y="676275"/>
                </a:lnTo>
                <a:lnTo>
                  <a:pt x="1878763" y="703707"/>
                </a:lnTo>
                <a:lnTo>
                  <a:pt x="1851331" y="703707"/>
                </a:lnTo>
                <a:close/>
                <a:moveTo>
                  <a:pt x="1737031" y="676275"/>
                </a:moveTo>
                <a:lnTo>
                  <a:pt x="1764463" y="676275"/>
                </a:lnTo>
                <a:lnTo>
                  <a:pt x="1764463" y="703707"/>
                </a:lnTo>
                <a:lnTo>
                  <a:pt x="1737031" y="703707"/>
                </a:lnTo>
                <a:close/>
                <a:moveTo>
                  <a:pt x="1625112" y="676275"/>
                </a:moveTo>
                <a:lnTo>
                  <a:pt x="1652544" y="676275"/>
                </a:lnTo>
                <a:lnTo>
                  <a:pt x="1652544" y="703707"/>
                </a:lnTo>
                <a:lnTo>
                  <a:pt x="1625112" y="703707"/>
                </a:lnTo>
                <a:close/>
                <a:moveTo>
                  <a:pt x="1510812" y="676275"/>
                </a:moveTo>
                <a:lnTo>
                  <a:pt x="1538244" y="676275"/>
                </a:lnTo>
                <a:lnTo>
                  <a:pt x="1538244" y="703707"/>
                </a:lnTo>
                <a:lnTo>
                  <a:pt x="1510812" y="703707"/>
                </a:lnTo>
                <a:close/>
                <a:moveTo>
                  <a:pt x="1394702" y="676275"/>
                </a:moveTo>
                <a:lnTo>
                  <a:pt x="1422134" y="676275"/>
                </a:lnTo>
                <a:lnTo>
                  <a:pt x="1422134" y="703707"/>
                </a:lnTo>
                <a:lnTo>
                  <a:pt x="1394702" y="703707"/>
                </a:lnTo>
                <a:close/>
                <a:moveTo>
                  <a:pt x="1278592" y="676275"/>
                </a:moveTo>
                <a:lnTo>
                  <a:pt x="1306024" y="676275"/>
                </a:lnTo>
                <a:lnTo>
                  <a:pt x="1306024" y="703707"/>
                </a:lnTo>
                <a:lnTo>
                  <a:pt x="1278592" y="703707"/>
                </a:lnTo>
                <a:close/>
                <a:moveTo>
                  <a:pt x="1162482" y="676275"/>
                </a:moveTo>
                <a:lnTo>
                  <a:pt x="1189914" y="676275"/>
                </a:lnTo>
                <a:lnTo>
                  <a:pt x="1189914" y="703707"/>
                </a:lnTo>
                <a:lnTo>
                  <a:pt x="1162482" y="703707"/>
                </a:lnTo>
                <a:close/>
                <a:moveTo>
                  <a:pt x="1042307" y="676275"/>
                </a:moveTo>
                <a:lnTo>
                  <a:pt x="1069739" y="676275"/>
                </a:lnTo>
                <a:lnTo>
                  <a:pt x="1069739" y="703707"/>
                </a:lnTo>
                <a:lnTo>
                  <a:pt x="1042307" y="703707"/>
                </a:lnTo>
                <a:close/>
                <a:moveTo>
                  <a:pt x="926798" y="676275"/>
                </a:moveTo>
                <a:lnTo>
                  <a:pt x="954230" y="676275"/>
                </a:lnTo>
                <a:lnTo>
                  <a:pt x="954230" y="703707"/>
                </a:lnTo>
                <a:lnTo>
                  <a:pt x="926798" y="703707"/>
                </a:lnTo>
                <a:close/>
                <a:moveTo>
                  <a:pt x="812625" y="676275"/>
                </a:moveTo>
                <a:lnTo>
                  <a:pt x="840057" y="676275"/>
                </a:lnTo>
                <a:lnTo>
                  <a:pt x="840057" y="703707"/>
                </a:lnTo>
                <a:lnTo>
                  <a:pt x="812625" y="703707"/>
                </a:lnTo>
                <a:close/>
                <a:moveTo>
                  <a:pt x="692450" y="676275"/>
                </a:moveTo>
                <a:lnTo>
                  <a:pt x="719882" y="676275"/>
                </a:lnTo>
                <a:lnTo>
                  <a:pt x="719882" y="703707"/>
                </a:lnTo>
                <a:lnTo>
                  <a:pt x="692450" y="703707"/>
                </a:lnTo>
                <a:close/>
                <a:moveTo>
                  <a:pt x="576340" y="676275"/>
                </a:moveTo>
                <a:lnTo>
                  <a:pt x="603772" y="676275"/>
                </a:lnTo>
                <a:lnTo>
                  <a:pt x="603772" y="703707"/>
                </a:lnTo>
                <a:lnTo>
                  <a:pt x="576340" y="703707"/>
                </a:lnTo>
                <a:close/>
                <a:moveTo>
                  <a:pt x="456165" y="676275"/>
                </a:moveTo>
                <a:lnTo>
                  <a:pt x="483597" y="676275"/>
                </a:lnTo>
                <a:lnTo>
                  <a:pt x="483597" y="703707"/>
                </a:lnTo>
                <a:lnTo>
                  <a:pt x="456165" y="703707"/>
                </a:lnTo>
                <a:close/>
                <a:moveTo>
                  <a:pt x="340656" y="676275"/>
                </a:moveTo>
                <a:lnTo>
                  <a:pt x="368088" y="676275"/>
                </a:lnTo>
                <a:lnTo>
                  <a:pt x="368088" y="703707"/>
                </a:lnTo>
                <a:lnTo>
                  <a:pt x="340656" y="703707"/>
                </a:lnTo>
                <a:close/>
                <a:moveTo>
                  <a:pt x="226483" y="676275"/>
                </a:moveTo>
                <a:lnTo>
                  <a:pt x="253915" y="676275"/>
                </a:lnTo>
                <a:lnTo>
                  <a:pt x="253915" y="703707"/>
                </a:lnTo>
                <a:lnTo>
                  <a:pt x="226483" y="703707"/>
                </a:lnTo>
                <a:close/>
                <a:moveTo>
                  <a:pt x="114173" y="676275"/>
                </a:moveTo>
                <a:lnTo>
                  <a:pt x="141605" y="676275"/>
                </a:lnTo>
                <a:lnTo>
                  <a:pt x="141605" y="703707"/>
                </a:lnTo>
                <a:lnTo>
                  <a:pt x="114173" y="703707"/>
                </a:lnTo>
                <a:close/>
                <a:moveTo>
                  <a:pt x="0" y="676275"/>
                </a:moveTo>
                <a:lnTo>
                  <a:pt x="27432" y="676275"/>
                </a:lnTo>
                <a:lnTo>
                  <a:pt x="27432" y="703707"/>
                </a:lnTo>
                <a:lnTo>
                  <a:pt x="0" y="703707"/>
                </a:lnTo>
                <a:close/>
                <a:moveTo>
                  <a:pt x="1851331" y="565945"/>
                </a:moveTo>
                <a:lnTo>
                  <a:pt x="1878763" y="565945"/>
                </a:lnTo>
                <a:lnTo>
                  <a:pt x="1878763" y="593377"/>
                </a:lnTo>
                <a:lnTo>
                  <a:pt x="1851331" y="593377"/>
                </a:lnTo>
                <a:close/>
                <a:moveTo>
                  <a:pt x="1737031" y="565945"/>
                </a:moveTo>
                <a:lnTo>
                  <a:pt x="1764463" y="565945"/>
                </a:lnTo>
                <a:lnTo>
                  <a:pt x="1764463" y="593377"/>
                </a:lnTo>
                <a:lnTo>
                  <a:pt x="1737031" y="593377"/>
                </a:lnTo>
                <a:close/>
                <a:moveTo>
                  <a:pt x="1625112" y="565945"/>
                </a:moveTo>
                <a:lnTo>
                  <a:pt x="1652544" y="565945"/>
                </a:lnTo>
                <a:lnTo>
                  <a:pt x="1652544" y="593377"/>
                </a:lnTo>
                <a:lnTo>
                  <a:pt x="1625112" y="593377"/>
                </a:lnTo>
                <a:close/>
                <a:moveTo>
                  <a:pt x="1510812" y="565945"/>
                </a:moveTo>
                <a:lnTo>
                  <a:pt x="1538244" y="565945"/>
                </a:lnTo>
                <a:lnTo>
                  <a:pt x="1538244" y="593377"/>
                </a:lnTo>
                <a:lnTo>
                  <a:pt x="1510812" y="593377"/>
                </a:lnTo>
                <a:close/>
                <a:moveTo>
                  <a:pt x="1394702" y="565945"/>
                </a:moveTo>
                <a:lnTo>
                  <a:pt x="1422134" y="565945"/>
                </a:lnTo>
                <a:lnTo>
                  <a:pt x="1422134" y="593377"/>
                </a:lnTo>
                <a:lnTo>
                  <a:pt x="1394702" y="593377"/>
                </a:lnTo>
                <a:close/>
                <a:moveTo>
                  <a:pt x="1278592" y="565945"/>
                </a:moveTo>
                <a:lnTo>
                  <a:pt x="1306024" y="565945"/>
                </a:lnTo>
                <a:lnTo>
                  <a:pt x="1306024" y="593377"/>
                </a:lnTo>
                <a:lnTo>
                  <a:pt x="1278592" y="593377"/>
                </a:lnTo>
                <a:close/>
                <a:moveTo>
                  <a:pt x="1162482" y="565945"/>
                </a:moveTo>
                <a:lnTo>
                  <a:pt x="1189914" y="565945"/>
                </a:lnTo>
                <a:lnTo>
                  <a:pt x="1189914" y="593377"/>
                </a:lnTo>
                <a:lnTo>
                  <a:pt x="1162482" y="593377"/>
                </a:lnTo>
                <a:close/>
                <a:moveTo>
                  <a:pt x="1042307" y="565945"/>
                </a:moveTo>
                <a:lnTo>
                  <a:pt x="1069739" y="565945"/>
                </a:lnTo>
                <a:lnTo>
                  <a:pt x="1069739" y="593377"/>
                </a:lnTo>
                <a:lnTo>
                  <a:pt x="1042307" y="593377"/>
                </a:lnTo>
                <a:close/>
                <a:moveTo>
                  <a:pt x="926798" y="565945"/>
                </a:moveTo>
                <a:lnTo>
                  <a:pt x="954230" y="565945"/>
                </a:lnTo>
                <a:lnTo>
                  <a:pt x="954230" y="593377"/>
                </a:lnTo>
                <a:lnTo>
                  <a:pt x="926798" y="593377"/>
                </a:lnTo>
                <a:close/>
                <a:moveTo>
                  <a:pt x="812625" y="565945"/>
                </a:moveTo>
                <a:lnTo>
                  <a:pt x="840057" y="565945"/>
                </a:lnTo>
                <a:lnTo>
                  <a:pt x="840057" y="593377"/>
                </a:lnTo>
                <a:lnTo>
                  <a:pt x="812625" y="593377"/>
                </a:lnTo>
                <a:close/>
                <a:moveTo>
                  <a:pt x="692450" y="565945"/>
                </a:moveTo>
                <a:lnTo>
                  <a:pt x="719882" y="565945"/>
                </a:lnTo>
                <a:lnTo>
                  <a:pt x="719882" y="593377"/>
                </a:lnTo>
                <a:lnTo>
                  <a:pt x="692450" y="593377"/>
                </a:lnTo>
                <a:close/>
                <a:moveTo>
                  <a:pt x="576340" y="565945"/>
                </a:moveTo>
                <a:lnTo>
                  <a:pt x="603772" y="565945"/>
                </a:lnTo>
                <a:lnTo>
                  <a:pt x="603772" y="593377"/>
                </a:lnTo>
                <a:lnTo>
                  <a:pt x="576340" y="593377"/>
                </a:lnTo>
                <a:close/>
                <a:moveTo>
                  <a:pt x="456165" y="565945"/>
                </a:moveTo>
                <a:lnTo>
                  <a:pt x="483597" y="565945"/>
                </a:lnTo>
                <a:lnTo>
                  <a:pt x="483597" y="593377"/>
                </a:lnTo>
                <a:lnTo>
                  <a:pt x="456165" y="593377"/>
                </a:lnTo>
                <a:close/>
                <a:moveTo>
                  <a:pt x="340656" y="565945"/>
                </a:moveTo>
                <a:lnTo>
                  <a:pt x="368088" y="565945"/>
                </a:lnTo>
                <a:lnTo>
                  <a:pt x="368088" y="593377"/>
                </a:lnTo>
                <a:lnTo>
                  <a:pt x="340656" y="593377"/>
                </a:lnTo>
                <a:close/>
                <a:moveTo>
                  <a:pt x="226483" y="565945"/>
                </a:moveTo>
                <a:lnTo>
                  <a:pt x="253915" y="565945"/>
                </a:lnTo>
                <a:lnTo>
                  <a:pt x="253915" y="593377"/>
                </a:lnTo>
                <a:lnTo>
                  <a:pt x="226483" y="593377"/>
                </a:lnTo>
                <a:close/>
                <a:moveTo>
                  <a:pt x="114173" y="565945"/>
                </a:moveTo>
                <a:lnTo>
                  <a:pt x="141605" y="565945"/>
                </a:lnTo>
                <a:lnTo>
                  <a:pt x="141605" y="593377"/>
                </a:lnTo>
                <a:lnTo>
                  <a:pt x="114173" y="593377"/>
                </a:lnTo>
                <a:close/>
                <a:moveTo>
                  <a:pt x="0" y="565945"/>
                </a:moveTo>
                <a:lnTo>
                  <a:pt x="27432" y="565945"/>
                </a:lnTo>
                <a:lnTo>
                  <a:pt x="27432" y="593377"/>
                </a:lnTo>
                <a:lnTo>
                  <a:pt x="0" y="593377"/>
                </a:lnTo>
                <a:close/>
                <a:moveTo>
                  <a:pt x="1851331" y="452438"/>
                </a:moveTo>
                <a:lnTo>
                  <a:pt x="1878763" y="452438"/>
                </a:lnTo>
                <a:lnTo>
                  <a:pt x="1878763" y="479870"/>
                </a:lnTo>
                <a:lnTo>
                  <a:pt x="1851331" y="479870"/>
                </a:lnTo>
                <a:close/>
                <a:moveTo>
                  <a:pt x="1737031" y="452438"/>
                </a:moveTo>
                <a:lnTo>
                  <a:pt x="1764463" y="452438"/>
                </a:lnTo>
                <a:lnTo>
                  <a:pt x="1764463" y="479870"/>
                </a:lnTo>
                <a:lnTo>
                  <a:pt x="1737031" y="479870"/>
                </a:lnTo>
                <a:close/>
                <a:moveTo>
                  <a:pt x="1625112" y="452438"/>
                </a:moveTo>
                <a:lnTo>
                  <a:pt x="1652544" y="452438"/>
                </a:lnTo>
                <a:lnTo>
                  <a:pt x="1652544" y="479870"/>
                </a:lnTo>
                <a:lnTo>
                  <a:pt x="1625112" y="479870"/>
                </a:lnTo>
                <a:close/>
                <a:moveTo>
                  <a:pt x="1510812" y="452438"/>
                </a:moveTo>
                <a:lnTo>
                  <a:pt x="1538244" y="452438"/>
                </a:lnTo>
                <a:lnTo>
                  <a:pt x="1538244" y="479870"/>
                </a:lnTo>
                <a:lnTo>
                  <a:pt x="1510812" y="479870"/>
                </a:lnTo>
                <a:close/>
                <a:moveTo>
                  <a:pt x="1394702" y="452438"/>
                </a:moveTo>
                <a:lnTo>
                  <a:pt x="1422134" y="452438"/>
                </a:lnTo>
                <a:lnTo>
                  <a:pt x="1422134" y="479870"/>
                </a:lnTo>
                <a:lnTo>
                  <a:pt x="1394702" y="479870"/>
                </a:lnTo>
                <a:close/>
                <a:moveTo>
                  <a:pt x="1278592" y="452438"/>
                </a:moveTo>
                <a:lnTo>
                  <a:pt x="1306024" y="452438"/>
                </a:lnTo>
                <a:lnTo>
                  <a:pt x="1306024" y="479870"/>
                </a:lnTo>
                <a:lnTo>
                  <a:pt x="1278592" y="479870"/>
                </a:lnTo>
                <a:close/>
                <a:moveTo>
                  <a:pt x="1162482" y="452438"/>
                </a:moveTo>
                <a:lnTo>
                  <a:pt x="1189914" y="452438"/>
                </a:lnTo>
                <a:lnTo>
                  <a:pt x="1189914" y="479870"/>
                </a:lnTo>
                <a:lnTo>
                  <a:pt x="1162482" y="479870"/>
                </a:lnTo>
                <a:close/>
                <a:moveTo>
                  <a:pt x="1042307" y="452438"/>
                </a:moveTo>
                <a:lnTo>
                  <a:pt x="1069739" y="452438"/>
                </a:lnTo>
                <a:lnTo>
                  <a:pt x="1069739" y="479870"/>
                </a:lnTo>
                <a:lnTo>
                  <a:pt x="1042307" y="479870"/>
                </a:lnTo>
                <a:close/>
                <a:moveTo>
                  <a:pt x="926798" y="452438"/>
                </a:moveTo>
                <a:lnTo>
                  <a:pt x="954230" y="452438"/>
                </a:lnTo>
                <a:lnTo>
                  <a:pt x="954230" y="479870"/>
                </a:lnTo>
                <a:lnTo>
                  <a:pt x="926798" y="479870"/>
                </a:lnTo>
                <a:close/>
                <a:moveTo>
                  <a:pt x="812625" y="452438"/>
                </a:moveTo>
                <a:lnTo>
                  <a:pt x="840057" y="452438"/>
                </a:lnTo>
                <a:lnTo>
                  <a:pt x="840057" y="479870"/>
                </a:lnTo>
                <a:lnTo>
                  <a:pt x="812625" y="479870"/>
                </a:lnTo>
                <a:close/>
                <a:moveTo>
                  <a:pt x="692450" y="452438"/>
                </a:moveTo>
                <a:lnTo>
                  <a:pt x="719882" y="452438"/>
                </a:lnTo>
                <a:lnTo>
                  <a:pt x="719882" y="479870"/>
                </a:lnTo>
                <a:lnTo>
                  <a:pt x="692450" y="479870"/>
                </a:lnTo>
                <a:close/>
                <a:moveTo>
                  <a:pt x="576340" y="452438"/>
                </a:moveTo>
                <a:lnTo>
                  <a:pt x="603772" y="452438"/>
                </a:lnTo>
                <a:lnTo>
                  <a:pt x="603772" y="479870"/>
                </a:lnTo>
                <a:lnTo>
                  <a:pt x="576340" y="479870"/>
                </a:lnTo>
                <a:close/>
                <a:moveTo>
                  <a:pt x="456165" y="452438"/>
                </a:moveTo>
                <a:lnTo>
                  <a:pt x="483597" y="452438"/>
                </a:lnTo>
                <a:lnTo>
                  <a:pt x="483597" y="479870"/>
                </a:lnTo>
                <a:lnTo>
                  <a:pt x="456165" y="479870"/>
                </a:lnTo>
                <a:close/>
                <a:moveTo>
                  <a:pt x="340656" y="452438"/>
                </a:moveTo>
                <a:lnTo>
                  <a:pt x="368088" y="452438"/>
                </a:lnTo>
                <a:lnTo>
                  <a:pt x="368088" y="479870"/>
                </a:lnTo>
                <a:lnTo>
                  <a:pt x="340656" y="479870"/>
                </a:lnTo>
                <a:close/>
                <a:moveTo>
                  <a:pt x="226483" y="452438"/>
                </a:moveTo>
                <a:lnTo>
                  <a:pt x="253915" y="452438"/>
                </a:lnTo>
                <a:lnTo>
                  <a:pt x="253915" y="479870"/>
                </a:lnTo>
                <a:lnTo>
                  <a:pt x="226483" y="479870"/>
                </a:lnTo>
                <a:close/>
                <a:moveTo>
                  <a:pt x="114173" y="452438"/>
                </a:moveTo>
                <a:lnTo>
                  <a:pt x="141605" y="452438"/>
                </a:lnTo>
                <a:lnTo>
                  <a:pt x="141605" y="479870"/>
                </a:lnTo>
                <a:lnTo>
                  <a:pt x="114173" y="479870"/>
                </a:lnTo>
                <a:close/>
                <a:moveTo>
                  <a:pt x="0" y="452438"/>
                </a:moveTo>
                <a:lnTo>
                  <a:pt x="27432" y="452438"/>
                </a:lnTo>
                <a:lnTo>
                  <a:pt x="27432" y="479870"/>
                </a:lnTo>
                <a:lnTo>
                  <a:pt x="0" y="479870"/>
                </a:lnTo>
                <a:close/>
                <a:moveTo>
                  <a:pt x="1851331" y="337344"/>
                </a:moveTo>
                <a:lnTo>
                  <a:pt x="1878763" y="337344"/>
                </a:lnTo>
                <a:lnTo>
                  <a:pt x="1878763" y="364776"/>
                </a:lnTo>
                <a:lnTo>
                  <a:pt x="1851331" y="364776"/>
                </a:lnTo>
                <a:close/>
                <a:moveTo>
                  <a:pt x="1737031" y="337344"/>
                </a:moveTo>
                <a:lnTo>
                  <a:pt x="1764463" y="337344"/>
                </a:lnTo>
                <a:lnTo>
                  <a:pt x="1764463" y="364776"/>
                </a:lnTo>
                <a:lnTo>
                  <a:pt x="1737031" y="364776"/>
                </a:lnTo>
                <a:close/>
                <a:moveTo>
                  <a:pt x="1625112" y="337344"/>
                </a:moveTo>
                <a:lnTo>
                  <a:pt x="1652544" y="337344"/>
                </a:lnTo>
                <a:lnTo>
                  <a:pt x="1652544" y="364776"/>
                </a:lnTo>
                <a:lnTo>
                  <a:pt x="1625112" y="364776"/>
                </a:lnTo>
                <a:close/>
                <a:moveTo>
                  <a:pt x="1510812" y="337344"/>
                </a:moveTo>
                <a:lnTo>
                  <a:pt x="1538244" y="337344"/>
                </a:lnTo>
                <a:lnTo>
                  <a:pt x="1538244" y="364776"/>
                </a:lnTo>
                <a:lnTo>
                  <a:pt x="1510812" y="364776"/>
                </a:lnTo>
                <a:close/>
                <a:moveTo>
                  <a:pt x="1394702" y="337344"/>
                </a:moveTo>
                <a:lnTo>
                  <a:pt x="1422134" y="337344"/>
                </a:lnTo>
                <a:lnTo>
                  <a:pt x="1422134" y="364776"/>
                </a:lnTo>
                <a:lnTo>
                  <a:pt x="1394702" y="364776"/>
                </a:lnTo>
                <a:close/>
                <a:moveTo>
                  <a:pt x="1278592" y="337344"/>
                </a:moveTo>
                <a:lnTo>
                  <a:pt x="1306024" y="337344"/>
                </a:lnTo>
                <a:lnTo>
                  <a:pt x="1306024" y="364776"/>
                </a:lnTo>
                <a:lnTo>
                  <a:pt x="1278592" y="364776"/>
                </a:lnTo>
                <a:close/>
                <a:moveTo>
                  <a:pt x="1162482" y="337344"/>
                </a:moveTo>
                <a:lnTo>
                  <a:pt x="1189914" y="337344"/>
                </a:lnTo>
                <a:lnTo>
                  <a:pt x="1189914" y="364776"/>
                </a:lnTo>
                <a:lnTo>
                  <a:pt x="1162482" y="364776"/>
                </a:lnTo>
                <a:close/>
                <a:moveTo>
                  <a:pt x="1042307" y="337344"/>
                </a:moveTo>
                <a:lnTo>
                  <a:pt x="1069739" y="337344"/>
                </a:lnTo>
                <a:lnTo>
                  <a:pt x="1069739" y="364776"/>
                </a:lnTo>
                <a:lnTo>
                  <a:pt x="1042307" y="364776"/>
                </a:lnTo>
                <a:close/>
                <a:moveTo>
                  <a:pt x="926798" y="337344"/>
                </a:moveTo>
                <a:lnTo>
                  <a:pt x="954230" y="337344"/>
                </a:lnTo>
                <a:lnTo>
                  <a:pt x="954230" y="364776"/>
                </a:lnTo>
                <a:lnTo>
                  <a:pt x="926798" y="364776"/>
                </a:lnTo>
                <a:close/>
                <a:moveTo>
                  <a:pt x="812625" y="337344"/>
                </a:moveTo>
                <a:lnTo>
                  <a:pt x="840057" y="337344"/>
                </a:lnTo>
                <a:lnTo>
                  <a:pt x="840057" y="364776"/>
                </a:lnTo>
                <a:lnTo>
                  <a:pt x="812625" y="364776"/>
                </a:lnTo>
                <a:close/>
                <a:moveTo>
                  <a:pt x="692450" y="337344"/>
                </a:moveTo>
                <a:lnTo>
                  <a:pt x="719882" y="337344"/>
                </a:lnTo>
                <a:lnTo>
                  <a:pt x="719882" y="364776"/>
                </a:lnTo>
                <a:lnTo>
                  <a:pt x="692450" y="364776"/>
                </a:lnTo>
                <a:close/>
                <a:moveTo>
                  <a:pt x="576340" y="337344"/>
                </a:moveTo>
                <a:lnTo>
                  <a:pt x="603772" y="337344"/>
                </a:lnTo>
                <a:lnTo>
                  <a:pt x="603772" y="364776"/>
                </a:lnTo>
                <a:lnTo>
                  <a:pt x="576340" y="364776"/>
                </a:lnTo>
                <a:close/>
                <a:moveTo>
                  <a:pt x="456165" y="337344"/>
                </a:moveTo>
                <a:lnTo>
                  <a:pt x="483597" y="337344"/>
                </a:lnTo>
                <a:lnTo>
                  <a:pt x="483597" y="364776"/>
                </a:lnTo>
                <a:lnTo>
                  <a:pt x="456165" y="364776"/>
                </a:lnTo>
                <a:close/>
                <a:moveTo>
                  <a:pt x="340656" y="337344"/>
                </a:moveTo>
                <a:lnTo>
                  <a:pt x="368088" y="337344"/>
                </a:lnTo>
                <a:lnTo>
                  <a:pt x="368088" y="364776"/>
                </a:lnTo>
                <a:lnTo>
                  <a:pt x="340656" y="364776"/>
                </a:lnTo>
                <a:close/>
                <a:moveTo>
                  <a:pt x="226483" y="337344"/>
                </a:moveTo>
                <a:lnTo>
                  <a:pt x="253915" y="337344"/>
                </a:lnTo>
                <a:lnTo>
                  <a:pt x="253915" y="364776"/>
                </a:lnTo>
                <a:lnTo>
                  <a:pt x="226483" y="364776"/>
                </a:lnTo>
                <a:close/>
                <a:moveTo>
                  <a:pt x="114173" y="337344"/>
                </a:moveTo>
                <a:lnTo>
                  <a:pt x="141605" y="337344"/>
                </a:lnTo>
                <a:lnTo>
                  <a:pt x="141605" y="364776"/>
                </a:lnTo>
                <a:lnTo>
                  <a:pt x="114173" y="364776"/>
                </a:lnTo>
                <a:close/>
                <a:moveTo>
                  <a:pt x="0" y="337344"/>
                </a:moveTo>
                <a:lnTo>
                  <a:pt x="27432" y="337344"/>
                </a:lnTo>
                <a:lnTo>
                  <a:pt x="27432" y="364776"/>
                </a:lnTo>
                <a:lnTo>
                  <a:pt x="0" y="364776"/>
                </a:lnTo>
                <a:close/>
                <a:moveTo>
                  <a:pt x="1851331" y="223837"/>
                </a:moveTo>
                <a:lnTo>
                  <a:pt x="1878763" y="223837"/>
                </a:lnTo>
                <a:lnTo>
                  <a:pt x="1878763" y="251269"/>
                </a:lnTo>
                <a:lnTo>
                  <a:pt x="1851331" y="251269"/>
                </a:lnTo>
                <a:close/>
                <a:moveTo>
                  <a:pt x="1737031" y="223837"/>
                </a:moveTo>
                <a:lnTo>
                  <a:pt x="1764463" y="223837"/>
                </a:lnTo>
                <a:lnTo>
                  <a:pt x="1764463" y="251269"/>
                </a:lnTo>
                <a:lnTo>
                  <a:pt x="1737031" y="251269"/>
                </a:lnTo>
                <a:close/>
                <a:moveTo>
                  <a:pt x="1625112" y="223837"/>
                </a:moveTo>
                <a:lnTo>
                  <a:pt x="1652544" y="223837"/>
                </a:lnTo>
                <a:lnTo>
                  <a:pt x="1652544" y="251269"/>
                </a:lnTo>
                <a:lnTo>
                  <a:pt x="1625112" y="251269"/>
                </a:lnTo>
                <a:close/>
                <a:moveTo>
                  <a:pt x="1510812" y="223837"/>
                </a:moveTo>
                <a:lnTo>
                  <a:pt x="1538244" y="223837"/>
                </a:lnTo>
                <a:lnTo>
                  <a:pt x="1538244" y="251269"/>
                </a:lnTo>
                <a:lnTo>
                  <a:pt x="1510812" y="251269"/>
                </a:lnTo>
                <a:close/>
                <a:moveTo>
                  <a:pt x="1394702" y="223837"/>
                </a:moveTo>
                <a:lnTo>
                  <a:pt x="1422134" y="223837"/>
                </a:lnTo>
                <a:lnTo>
                  <a:pt x="1422134" y="251269"/>
                </a:lnTo>
                <a:lnTo>
                  <a:pt x="1394702" y="251269"/>
                </a:lnTo>
                <a:close/>
                <a:moveTo>
                  <a:pt x="1278592" y="223837"/>
                </a:moveTo>
                <a:lnTo>
                  <a:pt x="1306024" y="223837"/>
                </a:lnTo>
                <a:lnTo>
                  <a:pt x="1306024" y="251269"/>
                </a:lnTo>
                <a:lnTo>
                  <a:pt x="1278592" y="251269"/>
                </a:lnTo>
                <a:close/>
                <a:moveTo>
                  <a:pt x="1162482" y="223837"/>
                </a:moveTo>
                <a:lnTo>
                  <a:pt x="1189914" y="223837"/>
                </a:lnTo>
                <a:lnTo>
                  <a:pt x="1189914" y="251269"/>
                </a:lnTo>
                <a:lnTo>
                  <a:pt x="1162482" y="251269"/>
                </a:lnTo>
                <a:close/>
                <a:moveTo>
                  <a:pt x="1042307" y="223837"/>
                </a:moveTo>
                <a:lnTo>
                  <a:pt x="1069739" y="223837"/>
                </a:lnTo>
                <a:lnTo>
                  <a:pt x="1069739" y="251269"/>
                </a:lnTo>
                <a:lnTo>
                  <a:pt x="1042307" y="251269"/>
                </a:lnTo>
                <a:close/>
                <a:moveTo>
                  <a:pt x="926798" y="223837"/>
                </a:moveTo>
                <a:lnTo>
                  <a:pt x="954230" y="223837"/>
                </a:lnTo>
                <a:lnTo>
                  <a:pt x="954230" y="251269"/>
                </a:lnTo>
                <a:lnTo>
                  <a:pt x="926798" y="251269"/>
                </a:lnTo>
                <a:close/>
                <a:moveTo>
                  <a:pt x="812625" y="223837"/>
                </a:moveTo>
                <a:lnTo>
                  <a:pt x="840057" y="223837"/>
                </a:lnTo>
                <a:lnTo>
                  <a:pt x="840057" y="251269"/>
                </a:lnTo>
                <a:lnTo>
                  <a:pt x="812625" y="251269"/>
                </a:lnTo>
                <a:close/>
                <a:moveTo>
                  <a:pt x="692450" y="223837"/>
                </a:moveTo>
                <a:lnTo>
                  <a:pt x="719882" y="223837"/>
                </a:lnTo>
                <a:lnTo>
                  <a:pt x="719882" y="251269"/>
                </a:lnTo>
                <a:lnTo>
                  <a:pt x="692450" y="251269"/>
                </a:lnTo>
                <a:close/>
                <a:moveTo>
                  <a:pt x="576340" y="223837"/>
                </a:moveTo>
                <a:lnTo>
                  <a:pt x="603772" y="223837"/>
                </a:lnTo>
                <a:lnTo>
                  <a:pt x="603772" y="251269"/>
                </a:lnTo>
                <a:lnTo>
                  <a:pt x="576340" y="251269"/>
                </a:lnTo>
                <a:close/>
                <a:moveTo>
                  <a:pt x="456165" y="223837"/>
                </a:moveTo>
                <a:lnTo>
                  <a:pt x="483597" y="223837"/>
                </a:lnTo>
                <a:lnTo>
                  <a:pt x="483597" y="251269"/>
                </a:lnTo>
                <a:lnTo>
                  <a:pt x="456165" y="251269"/>
                </a:lnTo>
                <a:close/>
                <a:moveTo>
                  <a:pt x="340656" y="223837"/>
                </a:moveTo>
                <a:lnTo>
                  <a:pt x="368088" y="223837"/>
                </a:lnTo>
                <a:lnTo>
                  <a:pt x="368088" y="251269"/>
                </a:lnTo>
                <a:lnTo>
                  <a:pt x="340656" y="251269"/>
                </a:lnTo>
                <a:close/>
                <a:moveTo>
                  <a:pt x="226483" y="223837"/>
                </a:moveTo>
                <a:lnTo>
                  <a:pt x="253915" y="223837"/>
                </a:lnTo>
                <a:lnTo>
                  <a:pt x="253915" y="251269"/>
                </a:lnTo>
                <a:lnTo>
                  <a:pt x="226483" y="251269"/>
                </a:lnTo>
                <a:close/>
                <a:moveTo>
                  <a:pt x="114173" y="223837"/>
                </a:moveTo>
                <a:lnTo>
                  <a:pt x="141605" y="223837"/>
                </a:lnTo>
                <a:lnTo>
                  <a:pt x="141605" y="251269"/>
                </a:lnTo>
                <a:lnTo>
                  <a:pt x="114173" y="251269"/>
                </a:lnTo>
                <a:close/>
                <a:moveTo>
                  <a:pt x="0" y="223837"/>
                </a:moveTo>
                <a:lnTo>
                  <a:pt x="27432" y="223837"/>
                </a:lnTo>
                <a:lnTo>
                  <a:pt x="27432" y="251269"/>
                </a:lnTo>
                <a:lnTo>
                  <a:pt x="0" y="251269"/>
                </a:lnTo>
                <a:close/>
                <a:moveTo>
                  <a:pt x="1851331" y="113507"/>
                </a:moveTo>
                <a:lnTo>
                  <a:pt x="1878763" y="113507"/>
                </a:lnTo>
                <a:lnTo>
                  <a:pt x="1878763" y="140939"/>
                </a:lnTo>
                <a:lnTo>
                  <a:pt x="1851331" y="140939"/>
                </a:lnTo>
                <a:close/>
                <a:moveTo>
                  <a:pt x="1737031" y="113507"/>
                </a:moveTo>
                <a:lnTo>
                  <a:pt x="1764463" y="113507"/>
                </a:lnTo>
                <a:lnTo>
                  <a:pt x="1764463" y="140939"/>
                </a:lnTo>
                <a:lnTo>
                  <a:pt x="1737031" y="140939"/>
                </a:lnTo>
                <a:close/>
                <a:moveTo>
                  <a:pt x="1625112" y="113507"/>
                </a:moveTo>
                <a:lnTo>
                  <a:pt x="1652544" y="113507"/>
                </a:lnTo>
                <a:lnTo>
                  <a:pt x="1652544" y="140939"/>
                </a:lnTo>
                <a:lnTo>
                  <a:pt x="1625112" y="140939"/>
                </a:lnTo>
                <a:close/>
                <a:moveTo>
                  <a:pt x="1510812" y="113507"/>
                </a:moveTo>
                <a:lnTo>
                  <a:pt x="1538244" y="113507"/>
                </a:lnTo>
                <a:lnTo>
                  <a:pt x="1538244" y="140939"/>
                </a:lnTo>
                <a:lnTo>
                  <a:pt x="1510812" y="140939"/>
                </a:lnTo>
                <a:close/>
                <a:moveTo>
                  <a:pt x="1394702" y="113507"/>
                </a:moveTo>
                <a:lnTo>
                  <a:pt x="1422134" y="113507"/>
                </a:lnTo>
                <a:lnTo>
                  <a:pt x="1422134" y="140939"/>
                </a:lnTo>
                <a:lnTo>
                  <a:pt x="1394702" y="140939"/>
                </a:lnTo>
                <a:close/>
                <a:moveTo>
                  <a:pt x="1278592" y="113507"/>
                </a:moveTo>
                <a:lnTo>
                  <a:pt x="1306024" y="113507"/>
                </a:lnTo>
                <a:lnTo>
                  <a:pt x="1306024" y="140939"/>
                </a:lnTo>
                <a:lnTo>
                  <a:pt x="1278592" y="140939"/>
                </a:lnTo>
                <a:close/>
                <a:moveTo>
                  <a:pt x="1162482" y="113507"/>
                </a:moveTo>
                <a:lnTo>
                  <a:pt x="1189914" y="113507"/>
                </a:lnTo>
                <a:lnTo>
                  <a:pt x="1189914" y="140939"/>
                </a:lnTo>
                <a:lnTo>
                  <a:pt x="1162482" y="140939"/>
                </a:lnTo>
                <a:close/>
                <a:moveTo>
                  <a:pt x="1042307" y="113507"/>
                </a:moveTo>
                <a:lnTo>
                  <a:pt x="1069739" y="113507"/>
                </a:lnTo>
                <a:lnTo>
                  <a:pt x="1069739" y="140939"/>
                </a:lnTo>
                <a:lnTo>
                  <a:pt x="1042307" y="140939"/>
                </a:lnTo>
                <a:close/>
                <a:moveTo>
                  <a:pt x="926798" y="113507"/>
                </a:moveTo>
                <a:lnTo>
                  <a:pt x="954230" y="113507"/>
                </a:lnTo>
                <a:lnTo>
                  <a:pt x="954230" y="140939"/>
                </a:lnTo>
                <a:lnTo>
                  <a:pt x="926798" y="140939"/>
                </a:lnTo>
                <a:close/>
                <a:moveTo>
                  <a:pt x="812625" y="113507"/>
                </a:moveTo>
                <a:lnTo>
                  <a:pt x="840057" y="113507"/>
                </a:lnTo>
                <a:lnTo>
                  <a:pt x="840057" y="140939"/>
                </a:lnTo>
                <a:lnTo>
                  <a:pt x="812625" y="140939"/>
                </a:lnTo>
                <a:close/>
                <a:moveTo>
                  <a:pt x="692450" y="113507"/>
                </a:moveTo>
                <a:lnTo>
                  <a:pt x="719882" y="113507"/>
                </a:lnTo>
                <a:lnTo>
                  <a:pt x="719882" y="140939"/>
                </a:lnTo>
                <a:lnTo>
                  <a:pt x="692450" y="140939"/>
                </a:lnTo>
                <a:close/>
                <a:moveTo>
                  <a:pt x="576340" y="113507"/>
                </a:moveTo>
                <a:lnTo>
                  <a:pt x="603772" y="113507"/>
                </a:lnTo>
                <a:lnTo>
                  <a:pt x="603772" y="140939"/>
                </a:lnTo>
                <a:lnTo>
                  <a:pt x="576340" y="140939"/>
                </a:lnTo>
                <a:close/>
                <a:moveTo>
                  <a:pt x="456165" y="113507"/>
                </a:moveTo>
                <a:lnTo>
                  <a:pt x="483597" y="113507"/>
                </a:lnTo>
                <a:lnTo>
                  <a:pt x="483597" y="140939"/>
                </a:lnTo>
                <a:lnTo>
                  <a:pt x="456165" y="140939"/>
                </a:lnTo>
                <a:close/>
                <a:moveTo>
                  <a:pt x="340656" y="113507"/>
                </a:moveTo>
                <a:lnTo>
                  <a:pt x="368088" y="113507"/>
                </a:lnTo>
                <a:lnTo>
                  <a:pt x="368088" y="140939"/>
                </a:lnTo>
                <a:lnTo>
                  <a:pt x="340656" y="140939"/>
                </a:lnTo>
                <a:close/>
                <a:moveTo>
                  <a:pt x="226483" y="113507"/>
                </a:moveTo>
                <a:lnTo>
                  <a:pt x="253915" y="113507"/>
                </a:lnTo>
                <a:lnTo>
                  <a:pt x="253915" y="140939"/>
                </a:lnTo>
                <a:lnTo>
                  <a:pt x="226483" y="140939"/>
                </a:lnTo>
                <a:close/>
                <a:moveTo>
                  <a:pt x="114173" y="113507"/>
                </a:moveTo>
                <a:lnTo>
                  <a:pt x="141605" y="113507"/>
                </a:lnTo>
                <a:lnTo>
                  <a:pt x="141605" y="140939"/>
                </a:lnTo>
                <a:lnTo>
                  <a:pt x="114173" y="140939"/>
                </a:lnTo>
                <a:close/>
                <a:moveTo>
                  <a:pt x="0" y="113507"/>
                </a:moveTo>
                <a:lnTo>
                  <a:pt x="27432" y="113507"/>
                </a:lnTo>
                <a:lnTo>
                  <a:pt x="27432" y="140939"/>
                </a:lnTo>
                <a:lnTo>
                  <a:pt x="0" y="140939"/>
                </a:lnTo>
                <a:close/>
                <a:moveTo>
                  <a:pt x="1851331" y="0"/>
                </a:moveTo>
                <a:lnTo>
                  <a:pt x="1878763" y="0"/>
                </a:lnTo>
                <a:lnTo>
                  <a:pt x="1878763" y="27432"/>
                </a:lnTo>
                <a:lnTo>
                  <a:pt x="1851331" y="27432"/>
                </a:lnTo>
                <a:close/>
                <a:moveTo>
                  <a:pt x="1737031" y="0"/>
                </a:moveTo>
                <a:lnTo>
                  <a:pt x="1764463" y="0"/>
                </a:lnTo>
                <a:lnTo>
                  <a:pt x="1764463" y="27432"/>
                </a:lnTo>
                <a:lnTo>
                  <a:pt x="1737031" y="27432"/>
                </a:lnTo>
                <a:close/>
                <a:moveTo>
                  <a:pt x="1625112" y="0"/>
                </a:moveTo>
                <a:lnTo>
                  <a:pt x="1652544" y="0"/>
                </a:lnTo>
                <a:lnTo>
                  <a:pt x="1652544" y="27432"/>
                </a:lnTo>
                <a:lnTo>
                  <a:pt x="1625112" y="27432"/>
                </a:lnTo>
                <a:close/>
                <a:moveTo>
                  <a:pt x="1510812" y="0"/>
                </a:moveTo>
                <a:lnTo>
                  <a:pt x="1538244" y="0"/>
                </a:lnTo>
                <a:lnTo>
                  <a:pt x="1538244" y="27432"/>
                </a:lnTo>
                <a:lnTo>
                  <a:pt x="1510812" y="27432"/>
                </a:lnTo>
                <a:close/>
                <a:moveTo>
                  <a:pt x="1394702" y="0"/>
                </a:moveTo>
                <a:lnTo>
                  <a:pt x="1422134" y="0"/>
                </a:lnTo>
                <a:lnTo>
                  <a:pt x="1422134" y="27432"/>
                </a:lnTo>
                <a:lnTo>
                  <a:pt x="1394702" y="27432"/>
                </a:lnTo>
                <a:close/>
                <a:moveTo>
                  <a:pt x="1278592" y="0"/>
                </a:moveTo>
                <a:lnTo>
                  <a:pt x="1306024" y="0"/>
                </a:lnTo>
                <a:lnTo>
                  <a:pt x="1306024" y="27432"/>
                </a:lnTo>
                <a:lnTo>
                  <a:pt x="1278592" y="27432"/>
                </a:lnTo>
                <a:close/>
                <a:moveTo>
                  <a:pt x="1162482" y="0"/>
                </a:moveTo>
                <a:lnTo>
                  <a:pt x="1189914" y="0"/>
                </a:lnTo>
                <a:lnTo>
                  <a:pt x="1189914" y="27432"/>
                </a:lnTo>
                <a:lnTo>
                  <a:pt x="1162482" y="27432"/>
                </a:lnTo>
                <a:close/>
                <a:moveTo>
                  <a:pt x="1042307" y="0"/>
                </a:moveTo>
                <a:lnTo>
                  <a:pt x="1069739" y="0"/>
                </a:lnTo>
                <a:lnTo>
                  <a:pt x="1069739" y="27432"/>
                </a:lnTo>
                <a:lnTo>
                  <a:pt x="1042307" y="27432"/>
                </a:lnTo>
                <a:close/>
                <a:moveTo>
                  <a:pt x="926798" y="0"/>
                </a:moveTo>
                <a:lnTo>
                  <a:pt x="954230" y="0"/>
                </a:lnTo>
                <a:lnTo>
                  <a:pt x="954230" y="27432"/>
                </a:lnTo>
                <a:lnTo>
                  <a:pt x="926798" y="27432"/>
                </a:lnTo>
                <a:close/>
                <a:moveTo>
                  <a:pt x="812625" y="0"/>
                </a:moveTo>
                <a:lnTo>
                  <a:pt x="840057" y="0"/>
                </a:lnTo>
                <a:lnTo>
                  <a:pt x="840057" y="27432"/>
                </a:lnTo>
                <a:lnTo>
                  <a:pt x="812625" y="27432"/>
                </a:lnTo>
                <a:close/>
                <a:moveTo>
                  <a:pt x="692450" y="0"/>
                </a:moveTo>
                <a:lnTo>
                  <a:pt x="719882" y="0"/>
                </a:lnTo>
                <a:lnTo>
                  <a:pt x="719882" y="27432"/>
                </a:lnTo>
                <a:lnTo>
                  <a:pt x="692450" y="27432"/>
                </a:lnTo>
                <a:close/>
                <a:moveTo>
                  <a:pt x="576340" y="0"/>
                </a:moveTo>
                <a:lnTo>
                  <a:pt x="603772" y="0"/>
                </a:lnTo>
                <a:lnTo>
                  <a:pt x="603772" y="27432"/>
                </a:lnTo>
                <a:lnTo>
                  <a:pt x="576340" y="27432"/>
                </a:lnTo>
                <a:close/>
                <a:moveTo>
                  <a:pt x="456165" y="0"/>
                </a:moveTo>
                <a:lnTo>
                  <a:pt x="483597" y="0"/>
                </a:lnTo>
                <a:lnTo>
                  <a:pt x="483597" y="27432"/>
                </a:lnTo>
                <a:lnTo>
                  <a:pt x="456165" y="27432"/>
                </a:lnTo>
                <a:close/>
                <a:moveTo>
                  <a:pt x="340656" y="0"/>
                </a:moveTo>
                <a:lnTo>
                  <a:pt x="368088" y="0"/>
                </a:lnTo>
                <a:lnTo>
                  <a:pt x="368088" y="27432"/>
                </a:lnTo>
                <a:lnTo>
                  <a:pt x="340656" y="27432"/>
                </a:lnTo>
                <a:close/>
                <a:moveTo>
                  <a:pt x="226483" y="0"/>
                </a:moveTo>
                <a:lnTo>
                  <a:pt x="253915" y="0"/>
                </a:lnTo>
                <a:lnTo>
                  <a:pt x="253915" y="27432"/>
                </a:lnTo>
                <a:lnTo>
                  <a:pt x="226483" y="27432"/>
                </a:lnTo>
                <a:close/>
                <a:moveTo>
                  <a:pt x="114173" y="0"/>
                </a:moveTo>
                <a:lnTo>
                  <a:pt x="141605" y="0"/>
                </a:lnTo>
                <a:lnTo>
                  <a:pt x="141605" y="27432"/>
                </a:lnTo>
                <a:lnTo>
                  <a:pt x="114173" y="27432"/>
                </a:lnTo>
                <a:close/>
                <a:moveTo>
                  <a:pt x="0" y="0"/>
                </a:moveTo>
                <a:lnTo>
                  <a:pt x="27432" y="0"/>
                </a:lnTo>
                <a:lnTo>
                  <a:pt x="27432" y="27432"/>
                </a:lnTo>
                <a:lnTo>
                  <a:pt x="0" y="2743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19" name="Título 18">
            <a:extLst>
              <a:ext uri="{FF2B5EF4-FFF2-40B4-BE49-F238E27FC236}">
                <a16:creationId xmlns:a16="http://schemas.microsoft.com/office/drawing/2014/main" id="{01E0D7A0-6F94-0A0A-64BB-0595B62B9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0874" y="5143500"/>
            <a:ext cx="9192127" cy="371475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762000" dist="127000" dir="2700000" algn="t" rotWithShape="0">
              <a:schemeClr val="accent4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360000" tIns="0" rIns="360000" bIns="0" rtlCol="0" anchor="ctr">
            <a:noAutofit/>
          </a:bodyPr>
          <a:lstStyle>
            <a:lvl1pPr algn="ctr">
              <a:defRPr lang="pt-BR" sz="6000" dirty="0">
                <a:solidFill>
                  <a:schemeClr val="accent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marR="0" lvl="0" indent="0" algn="ctr" defTabSz="1371417" fontAlgn="auto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5A0DFFDD-1978-D26D-06FF-44FFD849F611}"/>
              </a:ext>
            </a:extLst>
          </p:cNvPr>
          <p:cNvSpPr/>
          <p:nvPr userDrawn="1"/>
        </p:nvSpPr>
        <p:spPr>
          <a:xfrm>
            <a:off x="-12031" y="0"/>
            <a:ext cx="693070" cy="9017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F3A0634D-85F5-EEBB-5CFA-DF6DA26B410B}"/>
              </a:ext>
            </a:extLst>
          </p:cNvPr>
          <p:cNvSpPr/>
          <p:nvPr userDrawn="1"/>
        </p:nvSpPr>
        <p:spPr>
          <a:xfrm>
            <a:off x="-12031" y="9017666"/>
            <a:ext cx="693070" cy="2344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9F0DC5AA-74B2-FB35-8AC4-4F7C382DF74D}"/>
              </a:ext>
            </a:extLst>
          </p:cNvPr>
          <p:cNvSpPr/>
          <p:nvPr userDrawn="1"/>
        </p:nvSpPr>
        <p:spPr>
          <a:xfrm>
            <a:off x="-12031" y="9251901"/>
            <a:ext cx="693070" cy="23445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rgbClr val="008BC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388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 linha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7A1323-B805-483F-B403-83038F1DB33C}"/>
              </a:ext>
            </a:extLst>
          </p:cNvPr>
          <p:cNvSpPr/>
          <p:nvPr userDrawn="1"/>
        </p:nvSpPr>
        <p:spPr>
          <a:xfrm>
            <a:off x="1440000" y="641384"/>
            <a:ext cx="1495911" cy="1015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 dirty="0">
              <a:solidFill>
                <a:schemeClr val="tx1"/>
              </a:solidFill>
            </a:endParaRPr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28F82A4E-85E7-C0C9-5629-E27CF2147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1" y="742950"/>
            <a:ext cx="15408000" cy="1001213"/>
          </a:xfrm>
          <a:prstGeom prst="rect">
            <a:avLst/>
          </a:prstGeom>
        </p:spPr>
        <p:txBody>
          <a:bodyPr tIns="360000" anchor="b" anchorCtr="0"/>
          <a:lstStyle>
            <a:lvl1pPr>
              <a:lnSpc>
                <a:spcPct val="100000"/>
              </a:lnSpc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9FC86AD1-14EC-BB00-01BD-D25493E601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39069" y="2335213"/>
            <a:ext cx="15409863" cy="7265987"/>
          </a:xfrm>
          <a:prstGeom prst="rect">
            <a:avLst/>
          </a:prstGeom>
        </p:spPr>
        <p:txBody>
          <a:bodyPr anchor="t">
            <a:normAutofit/>
          </a:bodyPr>
          <a:lstStyle>
            <a:lvl1pPr marL="54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  <a:defRPr sz="4000" b="1">
                <a:solidFill>
                  <a:schemeClr val="tx1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1pPr>
            <a:lvl2pPr marL="108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85000"/>
              <a:buFont typeface="Wingdings" panose="05000000000000000000" pitchFamily="2" charset="2"/>
              <a:buChar char="§"/>
              <a:defRPr sz="4000" b="1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2pPr>
            <a:lvl3pPr marL="162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7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16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6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ts val="3449"/>
              </a:lnSpc>
              <a:spcBef>
                <a:spcPts val="0"/>
              </a:spcBef>
              <a:defRPr sz="2699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744031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 linha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>
            <a:extLst>
              <a:ext uri="{FF2B5EF4-FFF2-40B4-BE49-F238E27FC236}">
                <a16:creationId xmlns:a16="http://schemas.microsoft.com/office/drawing/2014/main" id="{51E3D695-7A03-E9A7-E9B4-459C232E5ACE}"/>
              </a:ext>
            </a:extLst>
          </p:cNvPr>
          <p:cNvSpPr/>
          <p:nvPr userDrawn="1"/>
        </p:nvSpPr>
        <p:spPr>
          <a:xfrm>
            <a:off x="1440000" y="641384"/>
            <a:ext cx="3011841" cy="1015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4" name="Título 17">
            <a:extLst>
              <a:ext uri="{FF2B5EF4-FFF2-40B4-BE49-F238E27FC236}">
                <a16:creationId xmlns:a16="http://schemas.microsoft.com/office/drawing/2014/main" id="{B9067B56-4483-B9DC-E86E-66668A023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742950"/>
            <a:ext cx="15408000" cy="1838326"/>
          </a:xfrm>
          <a:prstGeom prst="rect">
            <a:avLst/>
          </a:prstGeom>
        </p:spPr>
        <p:txBody>
          <a:bodyPr tIns="360000" anchor="b" anchorCtr="0"/>
          <a:lstStyle>
            <a:lvl1pPr>
              <a:lnSpc>
                <a:spcPct val="100000"/>
              </a:lnSpc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  <a:br>
              <a:rPr lang="pt-BR" dirty="0"/>
            </a:br>
            <a:r>
              <a:rPr lang="pt-BR" dirty="0"/>
              <a:t>Clique para editar o título Mestre</a:t>
            </a:r>
          </a:p>
        </p:txBody>
      </p:sp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BAE387C3-9651-59F8-4478-1D0DE7B9EF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39069" y="3136900"/>
            <a:ext cx="15409863" cy="64643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54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  <a:defRPr sz="4000" b="1">
                <a:solidFill>
                  <a:schemeClr val="tx1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1pPr>
            <a:lvl2pPr marL="108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85000"/>
              <a:buFont typeface="Wingdings" panose="05000000000000000000" pitchFamily="2" charset="2"/>
              <a:buChar char="§"/>
              <a:defRPr sz="4000" b="1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2pPr>
            <a:lvl3pPr marL="162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7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16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6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ts val="3449"/>
              </a:lnSpc>
              <a:spcBef>
                <a:spcPts val="0"/>
              </a:spcBef>
              <a:defRPr sz="2699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2074932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 linha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ítulo 18">
            <a:extLst>
              <a:ext uri="{FF2B5EF4-FFF2-40B4-BE49-F238E27FC236}">
                <a16:creationId xmlns:a16="http://schemas.microsoft.com/office/drawing/2014/main" id="{C8FEF302-36D3-3BA0-99EE-919D9EEED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742950"/>
            <a:ext cx="15428250" cy="2676526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100000"/>
              </a:lnSpc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  <a:br>
              <a:rPr lang="pt-BR" dirty="0"/>
            </a:br>
            <a:r>
              <a:rPr lang="pt-BR" dirty="0"/>
              <a:t>Clique para editar o título Mestre</a:t>
            </a:r>
            <a:br>
              <a:rPr lang="pt-BR" dirty="0"/>
            </a:br>
            <a:r>
              <a:rPr lang="pt-BR" dirty="0"/>
              <a:t>Clique para editar o título Mestre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E02522A-5259-4AB4-F9F4-5B07EBB5EEDB}"/>
              </a:ext>
            </a:extLst>
          </p:cNvPr>
          <p:cNvSpPr/>
          <p:nvPr userDrawn="1"/>
        </p:nvSpPr>
        <p:spPr>
          <a:xfrm>
            <a:off x="1440000" y="641384"/>
            <a:ext cx="4286250" cy="1015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64D1E0B5-6B46-1D8E-41E2-643F92B3F8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39069" y="3937000"/>
            <a:ext cx="15409863" cy="56642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54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  <a:defRPr sz="4000" b="1">
                <a:solidFill>
                  <a:schemeClr val="tx1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1pPr>
            <a:lvl2pPr marL="108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85000"/>
              <a:buFont typeface="Wingdings" panose="05000000000000000000" pitchFamily="2" charset="2"/>
              <a:buChar char="§"/>
              <a:defRPr sz="4000" b="1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2pPr>
            <a:lvl3pPr marL="162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7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16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6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ts val="3449"/>
              </a:lnSpc>
              <a:spcBef>
                <a:spcPts val="0"/>
              </a:spcBef>
              <a:defRPr sz="2699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1268688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1 linha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9975014-4BEB-8577-8F3B-EA1200B28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742950"/>
            <a:ext cx="15408932" cy="1001213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100000"/>
              </a:lnSpc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112C6F5-7E63-B37E-6AF4-3CBC0C1B2DED}"/>
              </a:ext>
            </a:extLst>
          </p:cNvPr>
          <p:cNvSpPr/>
          <p:nvPr userDrawn="1"/>
        </p:nvSpPr>
        <p:spPr>
          <a:xfrm>
            <a:off x="1440000" y="641384"/>
            <a:ext cx="1495911" cy="1015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Texto 2">
            <a:extLst>
              <a:ext uri="{FF2B5EF4-FFF2-40B4-BE49-F238E27FC236}">
                <a16:creationId xmlns:a16="http://schemas.microsoft.com/office/drawing/2014/main" id="{AF052EC3-6CA0-7EA2-C99E-4F386C34C0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39069" y="2335213"/>
            <a:ext cx="7145994" cy="7265987"/>
          </a:xfrm>
          <a:prstGeom prst="rect">
            <a:avLst/>
          </a:prstGeom>
        </p:spPr>
        <p:txBody>
          <a:bodyPr anchor="t">
            <a:normAutofit/>
          </a:bodyPr>
          <a:lstStyle>
            <a:lvl1pPr marL="54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  <a:defRPr sz="4000" b="1">
                <a:solidFill>
                  <a:schemeClr val="tx1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1pPr>
            <a:lvl2pPr marL="108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85000"/>
              <a:buFont typeface="Wingdings" panose="05000000000000000000" pitchFamily="2" charset="2"/>
              <a:buChar char="§"/>
              <a:defRPr sz="4000" b="1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2pPr>
            <a:lvl3pPr marL="162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7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16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6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ts val="3449"/>
              </a:lnSpc>
              <a:spcBef>
                <a:spcPts val="0"/>
              </a:spcBef>
              <a:defRPr sz="2699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DB082E2A-3207-DBA6-D3F1-3F0E53EF27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02007" y="2335213"/>
            <a:ext cx="7145994" cy="7265987"/>
          </a:xfrm>
          <a:prstGeom prst="rect">
            <a:avLst/>
          </a:prstGeom>
        </p:spPr>
        <p:txBody>
          <a:bodyPr anchor="t">
            <a:normAutofit/>
          </a:bodyPr>
          <a:lstStyle>
            <a:lvl1pPr marL="54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  <a:defRPr sz="4000" b="1">
                <a:solidFill>
                  <a:schemeClr val="tx1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1pPr>
            <a:lvl2pPr marL="108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85000"/>
              <a:buFont typeface="Wingdings" panose="05000000000000000000" pitchFamily="2" charset="2"/>
              <a:buChar char="§"/>
              <a:defRPr sz="4000" b="1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2pPr>
            <a:lvl3pPr marL="162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7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16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6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ts val="3449"/>
              </a:lnSpc>
              <a:spcBef>
                <a:spcPts val="0"/>
              </a:spcBef>
              <a:defRPr sz="2699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2374211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2 linha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9901620F-88A2-F20E-9E82-9D3E0F6E652E}"/>
              </a:ext>
            </a:extLst>
          </p:cNvPr>
          <p:cNvSpPr/>
          <p:nvPr userDrawn="1"/>
        </p:nvSpPr>
        <p:spPr>
          <a:xfrm>
            <a:off x="1440000" y="641384"/>
            <a:ext cx="2857500" cy="1015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ítulo 17">
            <a:extLst>
              <a:ext uri="{FF2B5EF4-FFF2-40B4-BE49-F238E27FC236}">
                <a16:creationId xmlns:a16="http://schemas.microsoft.com/office/drawing/2014/main" id="{6089047C-FAA2-0E85-DA81-A3393526FE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742950"/>
            <a:ext cx="15408000" cy="1838326"/>
          </a:xfrm>
          <a:prstGeom prst="rect">
            <a:avLst/>
          </a:prstGeom>
        </p:spPr>
        <p:txBody>
          <a:bodyPr tIns="360000" anchor="b" anchorCtr="0"/>
          <a:lstStyle>
            <a:lvl1pPr>
              <a:lnSpc>
                <a:spcPct val="100000"/>
              </a:lnSpc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  <a:br>
              <a:rPr lang="pt-BR" dirty="0"/>
            </a:br>
            <a:r>
              <a:rPr lang="pt-BR" dirty="0"/>
              <a:t>Clique para editar o título Mestre</a:t>
            </a:r>
          </a:p>
        </p:txBody>
      </p:sp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7B50BC9B-3A4A-8C80-B3DA-4C48F1184E5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39069" y="3136900"/>
            <a:ext cx="7145994" cy="64643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54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  <a:defRPr sz="4000" b="1">
                <a:solidFill>
                  <a:schemeClr val="tx1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1pPr>
            <a:lvl2pPr marL="108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85000"/>
              <a:buFont typeface="Wingdings" panose="05000000000000000000" pitchFamily="2" charset="2"/>
              <a:buChar char="§"/>
              <a:defRPr sz="4000" b="1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2pPr>
            <a:lvl3pPr marL="162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7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16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6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ts val="3449"/>
              </a:lnSpc>
              <a:spcBef>
                <a:spcPts val="0"/>
              </a:spcBef>
              <a:defRPr sz="2699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465C6981-DF9C-E29B-7326-2AC6AB5006A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02007" y="3136900"/>
            <a:ext cx="7145994" cy="64643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54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  <a:defRPr sz="4000" b="1">
                <a:solidFill>
                  <a:schemeClr val="tx1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1pPr>
            <a:lvl2pPr marL="108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85000"/>
              <a:buFont typeface="Wingdings" panose="05000000000000000000" pitchFamily="2" charset="2"/>
              <a:buChar char="§"/>
              <a:defRPr sz="4000" b="1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2pPr>
            <a:lvl3pPr marL="162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7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16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6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ts val="3449"/>
              </a:lnSpc>
              <a:spcBef>
                <a:spcPts val="0"/>
              </a:spcBef>
              <a:defRPr sz="2699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93964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3 linha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38660DF6-476A-7182-A438-C879AB1B0E63}"/>
              </a:ext>
            </a:extLst>
          </p:cNvPr>
          <p:cNvSpPr/>
          <p:nvPr userDrawn="1"/>
        </p:nvSpPr>
        <p:spPr>
          <a:xfrm>
            <a:off x="1440000" y="638943"/>
            <a:ext cx="4505059" cy="100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4" name="Título 18">
            <a:extLst>
              <a:ext uri="{FF2B5EF4-FFF2-40B4-BE49-F238E27FC236}">
                <a16:creationId xmlns:a16="http://schemas.microsoft.com/office/drawing/2014/main" id="{40F242E0-B614-F1C7-1E8B-22D633220B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742950"/>
            <a:ext cx="15428250" cy="2676526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100000"/>
              </a:lnSpc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  <a:br>
              <a:rPr lang="pt-BR" dirty="0"/>
            </a:br>
            <a:r>
              <a:rPr lang="pt-BR" dirty="0"/>
              <a:t>Clique para editar o título Mestre</a:t>
            </a:r>
            <a:br>
              <a:rPr lang="pt-BR" dirty="0"/>
            </a:br>
            <a:r>
              <a:rPr lang="pt-BR" dirty="0"/>
              <a:t>Clique para editar o título Mestre</a:t>
            </a:r>
          </a:p>
        </p:txBody>
      </p:sp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0D0C17AE-672C-9B72-F69B-E6FAB092C4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39069" y="3937000"/>
            <a:ext cx="7145994" cy="56642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54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  <a:defRPr sz="4000" b="1">
                <a:solidFill>
                  <a:schemeClr val="tx1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1pPr>
            <a:lvl2pPr marL="108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85000"/>
              <a:buFont typeface="Wingdings" panose="05000000000000000000" pitchFamily="2" charset="2"/>
              <a:buChar char="§"/>
              <a:defRPr sz="4000" b="1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2pPr>
            <a:lvl3pPr marL="162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7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16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6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ts val="3449"/>
              </a:lnSpc>
              <a:spcBef>
                <a:spcPts val="0"/>
              </a:spcBef>
              <a:defRPr sz="2699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BBBB65D4-1981-A3B9-D5B0-F12C0B3BAA1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02007" y="3937000"/>
            <a:ext cx="7145994" cy="56642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54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  <a:defRPr sz="4000" b="1">
                <a:solidFill>
                  <a:schemeClr val="tx1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1pPr>
            <a:lvl2pPr marL="108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85000"/>
              <a:buFont typeface="Wingdings" panose="05000000000000000000" pitchFamily="2" charset="2"/>
              <a:buChar char="§"/>
              <a:defRPr sz="4000" b="1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2pPr>
            <a:lvl3pPr marL="162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7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16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6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ts val="3449"/>
              </a:lnSpc>
              <a:spcBef>
                <a:spcPts val="0"/>
              </a:spcBef>
              <a:defRPr sz="2699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2383760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 linha - conteúdo + imagem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5">
            <a:extLst>
              <a:ext uri="{FF2B5EF4-FFF2-40B4-BE49-F238E27FC236}">
                <a16:creationId xmlns:a16="http://schemas.microsoft.com/office/drawing/2014/main" id="{C5DDD17F-D149-5E52-1C11-94326B76D36D}"/>
              </a:ext>
            </a:extLst>
          </p:cNvPr>
          <p:cNvSpPr/>
          <p:nvPr userDrawn="1"/>
        </p:nvSpPr>
        <p:spPr>
          <a:xfrm>
            <a:off x="14086253" y="2776367"/>
            <a:ext cx="3150503" cy="2835453"/>
          </a:xfrm>
          <a:custGeom>
            <a:avLst/>
            <a:gdLst>
              <a:gd name="connsiteX0" fmla="*/ 1851331 w 1878763"/>
              <a:gd name="connsiteY0" fmla="*/ 1692867 h 1720299"/>
              <a:gd name="connsiteX1" fmla="*/ 1878763 w 1878763"/>
              <a:gd name="connsiteY1" fmla="*/ 1692867 h 1720299"/>
              <a:gd name="connsiteX2" fmla="*/ 1878763 w 1878763"/>
              <a:gd name="connsiteY2" fmla="*/ 1720299 h 1720299"/>
              <a:gd name="connsiteX3" fmla="*/ 1851331 w 1878763"/>
              <a:gd name="connsiteY3" fmla="*/ 1720299 h 1720299"/>
              <a:gd name="connsiteX4" fmla="*/ 1737031 w 1878763"/>
              <a:gd name="connsiteY4" fmla="*/ 1692867 h 1720299"/>
              <a:gd name="connsiteX5" fmla="*/ 1764463 w 1878763"/>
              <a:gd name="connsiteY5" fmla="*/ 1692867 h 1720299"/>
              <a:gd name="connsiteX6" fmla="*/ 1764463 w 1878763"/>
              <a:gd name="connsiteY6" fmla="*/ 1720299 h 1720299"/>
              <a:gd name="connsiteX7" fmla="*/ 1737031 w 1878763"/>
              <a:gd name="connsiteY7" fmla="*/ 1720299 h 1720299"/>
              <a:gd name="connsiteX8" fmla="*/ 1625112 w 1878763"/>
              <a:gd name="connsiteY8" fmla="*/ 1692867 h 1720299"/>
              <a:gd name="connsiteX9" fmla="*/ 1652544 w 1878763"/>
              <a:gd name="connsiteY9" fmla="*/ 1692867 h 1720299"/>
              <a:gd name="connsiteX10" fmla="*/ 1652544 w 1878763"/>
              <a:gd name="connsiteY10" fmla="*/ 1720299 h 1720299"/>
              <a:gd name="connsiteX11" fmla="*/ 1625112 w 1878763"/>
              <a:gd name="connsiteY11" fmla="*/ 1720299 h 1720299"/>
              <a:gd name="connsiteX12" fmla="*/ 1510812 w 1878763"/>
              <a:gd name="connsiteY12" fmla="*/ 1692867 h 1720299"/>
              <a:gd name="connsiteX13" fmla="*/ 1538244 w 1878763"/>
              <a:gd name="connsiteY13" fmla="*/ 1692867 h 1720299"/>
              <a:gd name="connsiteX14" fmla="*/ 1538244 w 1878763"/>
              <a:gd name="connsiteY14" fmla="*/ 1720299 h 1720299"/>
              <a:gd name="connsiteX15" fmla="*/ 1510812 w 1878763"/>
              <a:gd name="connsiteY15" fmla="*/ 1720299 h 1720299"/>
              <a:gd name="connsiteX16" fmla="*/ 1394702 w 1878763"/>
              <a:gd name="connsiteY16" fmla="*/ 1692867 h 1720299"/>
              <a:gd name="connsiteX17" fmla="*/ 1422134 w 1878763"/>
              <a:gd name="connsiteY17" fmla="*/ 1692867 h 1720299"/>
              <a:gd name="connsiteX18" fmla="*/ 1422134 w 1878763"/>
              <a:gd name="connsiteY18" fmla="*/ 1720299 h 1720299"/>
              <a:gd name="connsiteX19" fmla="*/ 1394702 w 1878763"/>
              <a:gd name="connsiteY19" fmla="*/ 1720299 h 1720299"/>
              <a:gd name="connsiteX20" fmla="*/ 1278592 w 1878763"/>
              <a:gd name="connsiteY20" fmla="*/ 1692867 h 1720299"/>
              <a:gd name="connsiteX21" fmla="*/ 1306024 w 1878763"/>
              <a:gd name="connsiteY21" fmla="*/ 1692867 h 1720299"/>
              <a:gd name="connsiteX22" fmla="*/ 1306024 w 1878763"/>
              <a:gd name="connsiteY22" fmla="*/ 1720299 h 1720299"/>
              <a:gd name="connsiteX23" fmla="*/ 1278592 w 1878763"/>
              <a:gd name="connsiteY23" fmla="*/ 1720299 h 1720299"/>
              <a:gd name="connsiteX24" fmla="*/ 1162482 w 1878763"/>
              <a:gd name="connsiteY24" fmla="*/ 1692867 h 1720299"/>
              <a:gd name="connsiteX25" fmla="*/ 1189914 w 1878763"/>
              <a:gd name="connsiteY25" fmla="*/ 1692867 h 1720299"/>
              <a:gd name="connsiteX26" fmla="*/ 1189914 w 1878763"/>
              <a:gd name="connsiteY26" fmla="*/ 1720299 h 1720299"/>
              <a:gd name="connsiteX27" fmla="*/ 1162482 w 1878763"/>
              <a:gd name="connsiteY27" fmla="*/ 1720299 h 1720299"/>
              <a:gd name="connsiteX28" fmla="*/ 1042307 w 1878763"/>
              <a:gd name="connsiteY28" fmla="*/ 1692867 h 1720299"/>
              <a:gd name="connsiteX29" fmla="*/ 1069739 w 1878763"/>
              <a:gd name="connsiteY29" fmla="*/ 1692867 h 1720299"/>
              <a:gd name="connsiteX30" fmla="*/ 1069739 w 1878763"/>
              <a:gd name="connsiteY30" fmla="*/ 1720299 h 1720299"/>
              <a:gd name="connsiteX31" fmla="*/ 1042307 w 1878763"/>
              <a:gd name="connsiteY31" fmla="*/ 1720299 h 1720299"/>
              <a:gd name="connsiteX32" fmla="*/ 926798 w 1878763"/>
              <a:gd name="connsiteY32" fmla="*/ 1692867 h 1720299"/>
              <a:gd name="connsiteX33" fmla="*/ 954230 w 1878763"/>
              <a:gd name="connsiteY33" fmla="*/ 1692867 h 1720299"/>
              <a:gd name="connsiteX34" fmla="*/ 954230 w 1878763"/>
              <a:gd name="connsiteY34" fmla="*/ 1720299 h 1720299"/>
              <a:gd name="connsiteX35" fmla="*/ 926798 w 1878763"/>
              <a:gd name="connsiteY35" fmla="*/ 1720299 h 1720299"/>
              <a:gd name="connsiteX36" fmla="*/ 812625 w 1878763"/>
              <a:gd name="connsiteY36" fmla="*/ 1692867 h 1720299"/>
              <a:gd name="connsiteX37" fmla="*/ 840057 w 1878763"/>
              <a:gd name="connsiteY37" fmla="*/ 1692867 h 1720299"/>
              <a:gd name="connsiteX38" fmla="*/ 840057 w 1878763"/>
              <a:gd name="connsiteY38" fmla="*/ 1720299 h 1720299"/>
              <a:gd name="connsiteX39" fmla="*/ 812625 w 1878763"/>
              <a:gd name="connsiteY39" fmla="*/ 1720299 h 1720299"/>
              <a:gd name="connsiteX40" fmla="*/ 692450 w 1878763"/>
              <a:gd name="connsiteY40" fmla="*/ 1692867 h 1720299"/>
              <a:gd name="connsiteX41" fmla="*/ 719882 w 1878763"/>
              <a:gd name="connsiteY41" fmla="*/ 1692867 h 1720299"/>
              <a:gd name="connsiteX42" fmla="*/ 719882 w 1878763"/>
              <a:gd name="connsiteY42" fmla="*/ 1720299 h 1720299"/>
              <a:gd name="connsiteX43" fmla="*/ 692450 w 1878763"/>
              <a:gd name="connsiteY43" fmla="*/ 1720299 h 1720299"/>
              <a:gd name="connsiteX44" fmla="*/ 576340 w 1878763"/>
              <a:gd name="connsiteY44" fmla="*/ 1692867 h 1720299"/>
              <a:gd name="connsiteX45" fmla="*/ 603772 w 1878763"/>
              <a:gd name="connsiteY45" fmla="*/ 1692867 h 1720299"/>
              <a:gd name="connsiteX46" fmla="*/ 603772 w 1878763"/>
              <a:gd name="connsiteY46" fmla="*/ 1720299 h 1720299"/>
              <a:gd name="connsiteX47" fmla="*/ 576340 w 1878763"/>
              <a:gd name="connsiteY47" fmla="*/ 1720299 h 1720299"/>
              <a:gd name="connsiteX48" fmla="*/ 456165 w 1878763"/>
              <a:gd name="connsiteY48" fmla="*/ 1692867 h 1720299"/>
              <a:gd name="connsiteX49" fmla="*/ 483597 w 1878763"/>
              <a:gd name="connsiteY49" fmla="*/ 1692867 h 1720299"/>
              <a:gd name="connsiteX50" fmla="*/ 483597 w 1878763"/>
              <a:gd name="connsiteY50" fmla="*/ 1720299 h 1720299"/>
              <a:gd name="connsiteX51" fmla="*/ 456165 w 1878763"/>
              <a:gd name="connsiteY51" fmla="*/ 1720299 h 1720299"/>
              <a:gd name="connsiteX52" fmla="*/ 340656 w 1878763"/>
              <a:gd name="connsiteY52" fmla="*/ 1692867 h 1720299"/>
              <a:gd name="connsiteX53" fmla="*/ 368088 w 1878763"/>
              <a:gd name="connsiteY53" fmla="*/ 1692867 h 1720299"/>
              <a:gd name="connsiteX54" fmla="*/ 368088 w 1878763"/>
              <a:gd name="connsiteY54" fmla="*/ 1720299 h 1720299"/>
              <a:gd name="connsiteX55" fmla="*/ 340656 w 1878763"/>
              <a:gd name="connsiteY55" fmla="*/ 1720299 h 1720299"/>
              <a:gd name="connsiteX56" fmla="*/ 226483 w 1878763"/>
              <a:gd name="connsiteY56" fmla="*/ 1692867 h 1720299"/>
              <a:gd name="connsiteX57" fmla="*/ 253915 w 1878763"/>
              <a:gd name="connsiteY57" fmla="*/ 1692867 h 1720299"/>
              <a:gd name="connsiteX58" fmla="*/ 253915 w 1878763"/>
              <a:gd name="connsiteY58" fmla="*/ 1720299 h 1720299"/>
              <a:gd name="connsiteX59" fmla="*/ 226483 w 1878763"/>
              <a:gd name="connsiteY59" fmla="*/ 1720299 h 1720299"/>
              <a:gd name="connsiteX60" fmla="*/ 114173 w 1878763"/>
              <a:gd name="connsiteY60" fmla="*/ 1692867 h 1720299"/>
              <a:gd name="connsiteX61" fmla="*/ 141605 w 1878763"/>
              <a:gd name="connsiteY61" fmla="*/ 1692867 h 1720299"/>
              <a:gd name="connsiteX62" fmla="*/ 141605 w 1878763"/>
              <a:gd name="connsiteY62" fmla="*/ 1720299 h 1720299"/>
              <a:gd name="connsiteX63" fmla="*/ 114173 w 1878763"/>
              <a:gd name="connsiteY63" fmla="*/ 1720299 h 1720299"/>
              <a:gd name="connsiteX64" fmla="*/ 0 w 1878763"/>
              <a:gd name="connsiteY64" fmla="*/ 1692867 h 1720299"/>
              <a:gd name="connsiteX65" fmla="*/ 27432 w 1878763"/>
              <a:gd name="connsiteY65" fmla="*/ 1692867 h 1720299"/>
              <a:gd name="connsiteX66" fmla="*/ 27432 w 1878763"/>
              <a:gd name="connsiteY66" fmla="*/ 1720299 h 1720299"/>
              <a:gd name="connsiteX67" fmla="*/ 0 w 1878763"/>
              <a:gd name="connsiteY67" fmla="*/ 1720299 h 1720299"/>
              <a:gd name="connsiteX68" fmla="*/ 1851331 w 1878763"/>
              <a:gd name="connsiteY68" fmla="*/ 1579360 h 1720299"/>
              <a:gd name="connsiteX69" fmla="*/ 1878763 w 1878763"/>
              <a:gd name="connsiteY69" fmla="*/ 1579360 h 1720299"/>
              <a:gd name="connsiteX70" fmla="*/ 1878763 w 1878763"/>
              <a:gd name="connsiteY70" fmla="*/ 1606792 h 1720299"/>
              <a:gd name="connsiteX71" fmla="*/ 1851331 w 1878763"/>
              <a:gd name="connsiteY71" fmla="*/ 1606792 h 1720299"/>
              <a:gd name="connsiteX72" fmla="*/ 1737031 w 1878763"/>
              <a:gd name="connsiteY72" fmla="*/ 1579360 h 1720299"/>
              <a:gd name="connsiteX73" fmla="*/ 1764463 w 1878763"/>
              <a:gd name="connsiteY73" fmla="*/ 1579360 h 1720299"/>
              <a:gd name="connsiteX74" fmla="*/ 1764463 w 1878763"/>
              <a:gd name="connsiteY74" fmla="*/ 1606792 h 1720299"/>
              <a:gd name="connsiteX75" fmla="*/ 1737031 w 1878763"/>
              <a:gd name="connsiteY75" fmla="*/ 1606792 h 1720299"/>
              <a:gd name="connsiteX76" fmla="*/ 1625112 w 1878763"/>
              <a:gd name="connsiteY76" fmla="*/ 1579360 h 1720299"/>
              <a:gd name="connsiteX77" fmla="*/ 1652544 w 1878763"/>
              <a:gd name="connsiteY77" fmla="*/ 1579360 h 1720299"/>
              <a:gd name="connsiteX78" fmla="*/ 1652544 w 1878763"/>
              <a:gd name="connsiteY78" fmla="*/ 1606792 h 1720299"/>
              <a:gd name="connsiteX79" fmla="*/ 1625112 w 1878763"/>
              <a:gd name="connsiteY79" fmla="*/ 1606792 h 1720299"/>
              <a:gd name="connsiteX80" fmla="*/ 1510812 w 1878763"/>
              <a:gd name="connsiteY80" fmla="*/ 1579360 h 1720299"/>
              <a:gd name="connsiteX81" fmla="*/ 1538244 w 1878763"/>
              <a:gd name="connsiteY81" fmla="*/ 1579360 h 1720299"/>
              <a:gd name="connsiteX82" fmla="*/ 1538244 w 1878763"/>
              <a:gd name="connsiteY82" fmla="*/ 1606792 h 1720299"/>
              <a:gd name="connsiteX83" fmla="*/ 1510812 w 1878763"/>
              <a:gd name="connsiteY83" fmla="*/ 1606792 h 1720299"/>
              <a:gd name="connsiteX84" fmla="*/ 1394702 w 1878763"/>
              <a:gd name="connsiteY84" fmla="*/ 1579360 h 1720299"/>
              <a:gd name="connsiteX85" fmla="*/ 1422134 w 1878763"/>
              <a:gd name="connsiteY85" fmla="*/ 1579360 h 1720299"/>
              <a:gd name="connsiteX86" fmla="*/ 1422134 w 1878763"/>
              <a:gd name="connsiteY86" fmla="*/ 1606792 h 1720299"/>
              <a:gd name="connsiteX87" fmla="*/ 1394702 w 1878763"/>
              <a:gd name="connsiteY87" fmla="*/ 1606792 h 1720299"/>
              <a:gd name="connsiteX88" fmla="*/ 1278592 w 1878763"/>
              <a:gd name="connsiteY88" fmla="*/ 1579360 h 1720299"/>
              <a:gd name="connsiteX89" fmla="*/ 1306024 w 1878763"/>
              <a:gd name="connsiteY89" fmla="*/ 1579360 h 1720299"/>
              <a:gd name="connsiteX90" fmla="*/ 1306024 w 1878763"/>
              <a:gd name="connsiteY90" fmla="*/ 1606792 h 1720299"/>
              <a:gd name="connsiteX91" fmla="*/ 1278592 w 1878763"/>
              <a:gd name="connsiteY91" fmla="*/ 1606792 h 1720299"/>
              <a:gd name="connsiteX92" fmla="*/ 1162482 w 1878763"/>
              <a:gd name="connsiteY92" fmla="*/ 1579360 h 1720299"/>
              <a:gd name="connsiteX93" fmla="*/ 1189914 w 1878763"/>
              <a:gd name="connsiteY93" fmla="*/ 1579360 h 1720299"/>
              <a:gd name="connsiteX94" fmla="*/ 1189914 w 1878763"/>
              <a:gd name="connsiteY94" fmla="*/ 1606792 h 1720299"/>
              <a:gd name="connsiteX95" fmla="*/ 1162482 w 1878763"/>
              <a:gd name="connsiteY95" fmla="*/ 1606792 h 1720299"/>
              <a:gd name="connsiteX96" fmla="*/ 1042307 w 1878763"/>
              <a:gd name="connsiteY96" fmla="*/ 1579360 h 1720299"/>
              <a:gd name="connsiteX97" fmla="*/ 1069739 w 1878763"/>
              <a:gd name="connsiteY97" fmla="*/ 1579360 h 1720299"/>
              <a:gd name="connsiteX98" fmla="*/ 1069739 w 1878763"/>
              <a:gd name="connsiteY98" fmla="*/ 1606792 h 1720299"/>
              <a:gd name="connsiteX99" fmla="*/ 1042307 w 1878763"/>
              <a:gd name="connsiteY99" fmla="*/ 1606792 h 1720299"/>
              <a:gd name="connsiteX100" fmla="*/ 926798 w 1878763"/>
              <a:gd name="connsiteY100" fmla="*/ 1579360 h 1720299"/>
              <a:gd name="connsiteX101" fmla="*/ 954230 w 1878763"/>
              <a:gd name="connsiteY101" fmla="*/ 1579360 h 1720299"/>
              <a:gd name="connsiteX102" fmla="*/ 954230 w 1878763"/>
              <a:gd name="connsiteY102" fmla="*/ 1606792 h 1720299"/>
              <a:gd name="connsiteX103" fmla="*/ 926798 w 1878763"/>
              <a:gd name="connsiteY103" fmla="*/ 1606792 h 1720299"/>
              <a:gd name="connsiteX104" fmla="*/ 812625 w 1878763"/>
              <a:gd name="connsiteY104" fmla="*/ 1579360 h 1720299"/>
              <a:gd name="connsiteX105" fmla="*/ 840057 w 1878763"/>
              <a:gd name="connsiteY105" fmla="*/ 1579360 h 1720299"/>
              <a:gd name="connsiteX106" fmla="*/ 840057 w 1878763"/>
              <a:gd name="connsiteY106" fmla="*/ 1606792 h 1720299"/>
              <a:gd name="connsiteX107" fmla="*/ 812625 w 1878763"/>
              <a:gd name="connsiteY107" fmla="*/ 1606792 h 1720299"/>
              <a:gd name="connsiteX108" fmla="*/ 692450 w 1878763"/>
              <a:gd name="connsiteY108" fmla="*/ 1579360 h 1720299"/>
              <a:gd name="connsiteX109" fmla="*/ 719882 w 1878763"/>
              <a:gd name="connsiteY109" fmla="*/ 1579360 h 1720299"/>
              <a:gd name="connsiteX110" fmla="*/ 719882 w 1878763"/>
              <a:gd name="connsiteY110" fmla="*/ 1606792 h 1720299"/>
              <a:gd name="connsiteX111" fmla="*/ 692450 w 1878763"/>
              <a:gd name="connsiteY111" fmla="*/ 1606792 h 1720299"/>
              <a:gd name="connsiteX112" fmla="*/ 576340 w 1878763"/>
              <a:gd name="connsiteY112" fmla="*/ 1579360 h 1720299"/>
              <a:gd name="connsiteX113" fmla="*/ 603772 w 1878763"/>
              <a:gd name="connsiteY113" fmla="*/ 1579360 h 1720299"/>
              <a:gd name="connsiteX114" fmla="*/ 603772 w 1878763"/>
              <a:gd name="connsiteY114" fmla="*/ 1606792 h 1720299"/>
              <a:gd name="connsiteX115" fmla="*/ 576340 w 1878763"/>
              <a:gd name="connsiteY115" fmla="*/ 1606792 h 1720299"/>
              <a:gd name="connsiteX116" fmla="*/ 456165 w 1878763"/>
              <a:gd name="connsiteY116" fmla="*/ 1579360 h 1720299"/>
              <a:gd name="connsiteX117" fmla="*/ 483597 w 1878763"/>
              <a:gd name="connsiteY117" fmla="*/ 1579360 h 1720299"/>
              <a:gd name="connsiteX118" fmla="*/ 483597 w 1878763"/>
              <a:gd name="connsiteY118" fmla="*/ 1606792 h 1720299"/>
              <a:gd name="connsiteX119" fmla="*/ 456165 w 1878763"/>
              <a:gd name="connsiteY119" fmla="*/ 1606792 h 1720299"/>
              <a:gd name="connsiteX120" fmla="*/ 340656 w 1878763"/>
              <a:gd name="connsiteY120" fmla="*/ 1579360 h 1720299"/>
              <a:gd name="connsiteX121" fmla="*/ 368088 w 1878763"/>
              <a:gd name="connsiteY121" fmla="*/ 1579360 h 1720299"/>
              <a:gd name="connsiteX122" fmla="*/ 368088 w 1878763"/>
              <a:gd name="connsiteY122" fmla="*/ 1606792 h 1720299"/>
              <a:gd name="connsiteX123" fmla="*/ 340656 w 1878763"/>
              <a:gd name="connsiteY123" fmla="*/ 1606792 h 1720299"/>
              <a:gd name="connsiteX124" fmla="*/ 226483 w 1878763"/>
              <a:gd name="connsiteY124" fmla="*/ 1579360 h 1720299"/>
              <a:gd name="connsiteX125" fmla="*/ 253915 w 1878763"/>
              <a:gd name="connsiteY125" fmla="*/ 1579360 h 1720299"/>
              <a:gd name="connsiteX126" fmla="*/ 253915 w 1878763"/>
              <a:gd name="connsiteY126" fmla="*/ 1606792 h 1720299"/>
              <a:gd name="connsiteX127" fmla="*/ 226483 w 1878763"/>
              <a:gd name="connsiteY127" fmla="*/ 1606792 h 1720299"/>
              <a:gd name="connsiteX128" fmla="*/ 114173 w 1878763"/>
              <a:gd name="connsiteY128" fmla="*/ 1579360 h 1720299"/>
              <a:gd name="connsiteX129" fmla="*/ 141605 w 1878763"/>
              <a:gd name="connsiteY129" fmla="*/ 1579360 h 1720299"/>
              <a:gd name="connsiteX130" fmla="*/ 141605 w 1878763"/>
              <a:gd name="connsiteY130" fmla="*/ 1606792 h 1720299"/>
              <a:gd name="connsiteX131" fmla="*/ 114173 w 1878763"/>
              <a:gd name="connsiteY131" fmla="*/ 1606792 h 1720299"/>
              <a:gd name="connsiteX132" fmla="*/ 0 w 1878763"/>
              <a:gd name="connsiteY132" fmla="*/ 1579360 h 1720299"/>
              <a:gd name="connsiteX133" fmla="*/ 27432 w 1878763"/>
              <a:gd name="connsiteY133" fmla="*/ 1579360 h 1720299"/>
              <a:gd name="connsiteX134" fmla="*/ 27432 w 1878763"/>
              <a:gd name="connsiteY134" fmla="*/ 1606792 h 1720299"/>
              <a:gd name="connsiteX135" fmla="*/ 0 w 1878763"/>
              <a:gd name="connsiteY135" fmla="*/ 1606792 h 1720299"/>
              <a:gd name="connsiteX136" fmla="*/ 1851331 w 1878763"/>
              <a:gd name="connsiteY136" fmla="*/ 1469030 h 1720299"/>
              <a:gd name="connsiteX137" fmla="*/ 1878763 w 1878763"/>
              <a:gd name="connsiteY137" fmla="*/ 1469030 h 1720299"/>
              <a:gd name="connsiteX138" fmla="*/ 1878763 w 1878763"/>
              <a:gd name="connsiteY138" fmla="*/ 1496462 h 1720299"/>
              <a:gd name="connsiteX139" fmla="*/ 1851331 w 1878763"/>
              <a:gd name="connsiteY139" fmla="*/ 1496462 h 1720299"/>
              <a:gd name="connsiteX140" fmla="*/ 1737031 w 1878763"/>
              <a:gd name="connsiteY140" fmla="*/ 1469030 h 1720299"/>
              <a:gd name="connsiteX141" fmla="*/ 1764463 w 1878763"/>
              <a:gd name="connsiteY141" fmla="*/ 1469030 h 1720299"/>
              <a:gd name="connsiteX142" fmla="*/ 1764463 w 1878763"/>
              <a:gd name="connsiteY142" fmla="*/ 1496462 h 1720299"/>
              <a:gd name="connsiteX143" fmla="*/ 1737031 w 1878763"/>
              <a:gd name="connsiteY143" fmla="*/ 1496462 h 1720299"/>
              <a:gd name="connsiteX144" fmla="*/ 1625112 w 1878763"/>
              <a:gd name="connsiteY144" fmla="*/ 1469030 h 1720299"/>
              <a:gd name="connsiteX145" fmla="*/ 1652544 w 1878763"/>
              <a:gd name="connsiteY145" fmla="*/ 1469030 h 1720299"/>
              <a:gd name="connsiteX146" fmla="*/ 1652544 w 1878763"/>
              <a:gd name="connsiteY146" fmla="*/ 1496462 h 1720299"/>
              <a:gd name="connsiteX147" fmla="*/ 1625112 w 1878763"/>
              <a:gd name="connsiteY147" fmla="*/ 1496462 h 1720299"/>
              <a:gd name="connsiteX148" fmla="*/ 1510812 w 1878763"/>
              <a:gd name="connsiteY148" fmla="*/ 1469030 h 1720299"/>
              <a:gd name="connsiteX149" fmla="*/ 1538244 w 1878763"/>
              <a:gd name="connsiteY149" fmla="*/ 1469030 h 1720299"/>
              <a:gd name="connsiteX150" fmla="*/ 1538244 w 1878763"/>
              <a:gd name="connsiteY150" fmla="*/ 1496462 h 1720299"/>
              <a:gd name="connsiteX151" fmla="*/ 1510812 w 1878763"/>
              <a:gd name="connsiteY151" fmla="*/ 1496462 h 1720299"/>
              <a:gd name="connsiteX152" fmla="*/ 1394702 w 1878763"/>
              <a:gd name="connsiteY152" fmla="*/ 1469030 h 1720299"/>
              <a:gd name="connsiteX153" fmla="*/ 1422134 w 1878763"/>
              <a:gd name="connsiteY153" fmla="*/ 1469030 h 1720299"/>
              <a:gd name="connsiteX154" fmla="*/ 1422134 w 1878763"/>
              <a:gd name="connsiteY154" fmla="*/ 1496462 h 1720299"/>
              <a:gd name="connsiteX155" fmla="*/ 1394702 w 1878763"/>
              <a:gd name="connsiteY155" fmla="*/ 1496462 h 1720299"/>
              <a:gd name="connsiteX156" fmla="*/ 1278592 w 1878763"/>
              <a:gd name="connsiteY156" fmla="*/ 1469030 h 1720299"/>
              <a:gd name="connsiteX157" fmla="*/ 1306024 w 1878763"/>
              <a:gd name="connsiteY157" fmla="*/ 1469030 h 1720299"/>
              <a:gd name="connsiteX158" fmla="*/ 1306024 w 1878763"/>
              <a:gd name="connsiteY158" fmla="*/ 1496462 h 1720299"/>
              <a:gd name="connsiteX159" fmla="*/ 1278592 w 1878763"/>
              <a:gd name="connsiteY159" fmla="*/ 1496462 h 1720299"/>
              <a:gd name="connsiteX160" fmla="*/ 1162482 w 1878763"/>
              <a:gd name="connsiteY160" fmla="*/ 1469030 h 1720299"/>
              <a:gd name="connsiteX161" fmla="*/ 1189914 w 1878763"/>
              <a:gd name="connsiteY161" fmla="*/ 1469030 h 1720299"/>
              <a:gd name="connsiteX162" fmla="*/ 1189914 w 1878763"/>
              <a:gd name="connsiteY162" fmla="*/ 1496462 h 1720299"/>
              <a:gd name="connsiteX163" fmla="*/ 1162482 w 1878763"/>
              <a:gd name="connsiteY163" fmla="*/ 1496462 h 1720299"/>
              <a:gd name="connsiteX164" fmla="*/ 1042307 w 1878763"/>
              <a:gd name="connsiteY164" fmla="*/ 1469030 h 1720299"/>
              <a:gd name="connsiteX165" fmla="*/ 1069739 w 1878763"/>
              <a:gd name="connsiteY165" fmla="*/ 1469030 h 1720299"/>
              <a:gd name="connsiteX166" fmla="*/ 1069739 w 1878763"/>
              <a:gd name="connsiteY166" fmla="*/ 1496462 h 1720299"/>
              <a:gd name="connsiteX167" fmla="*/ 1042307 w 1878763"/>
              <a:gd name="connsiteY167" fmla="*/ 1496462 h 1720299"/>
              <a:gd name="connsiteX168" fmla="*/ 926798 w 1878763"/>
              <a:gd name="connsiteY168" fmla="*/ 1469030 h 1720299"/>
              <a:gd name="connsiteX169" fmla="*/ 954230 w 1878763"/>
              <a:gd name="connsiteY169" fmla="*/ 1469030 h 1720299"/>
              <a:gd name="connsiteX170" fmla="*/ 954230 w 1878763"/>
              <a:gd name="connsiteY170" fmla="*/ 1496462 h 1720299"/>
              <a:gd name="connsiteX171" fmla="*/ 926798 w 1878763"/>
              <a:gd name="connsiteY171" fmla="*/ 1496462 h 1720299"/>
              <a:gd name="connsiteX172" fmla="*/ 812625 w 1878763"/>
              <a:gd name="connsiteY172" fmla="*/ 1469030 h 1720299"/>
              <a:gd name="connsiteX173" fmla="*/ 840057 w 1878763"/>
              <a:gd name="connsiteY173" fmla="*/ 1469030 h 1720299"/>
              <a:gd name="connsiteX174" fmla="*/ 840057 w 1878763"/>
              <a:gd name="connsiteY174" fmla="*/ 1496462 h 1720299"/>
              <a:gd name="connsiteX175" fmla="*/ 812625 w 1878763"/>
              <a:gd name="connsiteY175" fmla="*/ 1496462 h 1720299"/>
              <a:gd name="connsiteX176" fmla="*/ 692450 w 1878763"/>
              <a:gd name="connsiteY176" fmla="*/ 1469030 h 1720299"/>
              <a:gd name="connsiteX177" fmla="*/ 719882 w 1878763"/>
              <a:gd name="connsiteY177" fmla="*/ 1469030 h 1720299"/>
              <a:gd name="connsiteX178" fmla="*/ 719882 w 1878763"/>
              <a:gd name="connsiteY178" fmla="*/ 1496462 h 1720299"/>
              <a:gd name="connsiteX179" fmla="*/ 692450 w 1878763"/>
              <a:gd name="connsiteY179" fmla="*/ 1496462 h 1720299"/>
              <a:gd name="connsiteX180" fmla="*/ 576340 w 1878763"/>
              <a:gd name="connsiteY180" fmla="*/ 1469030 h 1720299"/>
              <a:gd name="connsiteX181" fmla="*/ 603772 w 1878763"/>
              <a:gd name="connsiteY181" fmla="*/ 1469030 h 1720299"/>
              <a:gd name="connsiteX182" fmla="*/ 603772 w 1878763"/>
              <a:gd name="connsiteY182" fmla="*/ 1496462 h 1720299"/>
              <a:gd name="connsiteX183" fmla="*/ 576340 w 1878763"/>
              <a:gd name="connsiteY183" fmla="*/ 1496462 h 1720299"/>
              <a:gd name="connsiteX184" fmla="*/ 456165 w 1878763"/>
              <a:gd name="connsiteY184" fmla="*/ 1469030 h 1720299"/>
              <a:gd name="connsiteX185" fmla="*/ 483597 w 1878763"/>
              <a:gd name="connsiteY185" fmla="*/ 1469030 h 1720299"/>
              <a:gd name="connsiteX186" fmla="*/ 483597 w 1878763"/>
              <a:gd name="connsiteY186" fmla="*/ 1496462 h 1720299"/>
              <a:gd name="connsiteX187" fmla="*/ 456165 w 1878763"/>
              <a:gd name="connsiteY187" fmla="*/ 1496462 h 1720299"/>
              <a:gd name="connsiteX188" fmla="*/ 340656 w 1878763"/>
              <a:gd name="connsiteY188" fmla="*/ 1469030 h 1720299"/>
              <a:gd name="connsiteX189" fmla="*/ 368088 w 1878763"/>
              <a:gd name="connsiteY189" fmla="*/ 1469030 h 1720299"/>
              <a:gd name="connsiteX190" fmla="*/ 368088 w 1878763"/>
              <a:gd name="connsiteY190" fmla="*/ 1496462 h 1720299"/>
              <a:gd name="connsiteX191" fmla="*/ 340656 w 1878763"/>
              <a:gd name="connsiteY191" fmla="*/ 1496462 h 1720299"/>
              <a:gd name="connsiteX192" fmla="*/ 226483 w 1878763"/>
              <a:gd name="connsiteY192" fmla="*/ 1469030 h 1720299"/>
              <a:gd name="connsiteX193" fmla="*/ 253915 w 1878763"/>
              <a:gd name="connsiteY193" fmla="*/ 1469030 h 1720299"/>
              <a:gd name="connsiteX194" fmla="*/ 253915 w 1878763"/>
              <a:gd name="connsiteY194" fmla="*/ 1496462 h 1720299"/>
              <a:gd name="connsiteX195" fmla="*/ 226483 w 1878763"/>
              <a:gd name="connsiteY195" fmla="*/ 1496462 h 1720299"/>
              <a:gd name="connsiteX196" fmla="*/ 114173 w 1878763"/>
              <a:gd name="connsiteY196" fmla="*/ 1469030 h 1720299"/>
              <a:gd name="connsiteX197" fmla="*/ 141605 w 1878763"/>
              <a:gd name="connsiteY197" fmla="*/ 1469030 h 1720299"/>
              <a:gd name="connsiteX198" fmla="*/ 141605 w 1878763"/>
              <a:gd name="connsiteY198" fmla="*/ 1496462 h 1720299"/>
              <a:gd name="connsiteX199" fmla="*/ 114173 w 1878763"/>
              <a:gd name="connsiteY199" fmla="*/ 1496462 h 1720299"/>
              <a:gd name="connsiteX200" fmla="*/ 0 w 1878763"/>
              <a:gd name="connsiteY200" fmla="*/ 1469030 h 1720299"/>
              <a:gd name="connsiteX201" fmla="*/ 27432 w 1878763"/>
              <a:gd name="connsiteY201" fmla="*/ 1469030 h 1720299"/>
              <a:gd name="connsiteX202" fmla="*/ 27432 w 1878763"/>
              <a:gd name="connsiteY202" fmla="*/ 1496462 h 1720299"/>
              <a:gd name="connsiteX203" fmla="*/ 0 w 1878763"/>
              <a:gd name="connsiteY203" fmla="*/ 1496462 h 1720299"/>
              <a:gd name="connsiteX204" fmla="*/ 1851331 w 1878763"/>
              <a:gd name="connsiteY204" fmla="*/ 1355523 h 1720299"/>
              <a:gd name="connsiteX205" fmla="*/ 1878763 w 1878763"/>
              <a:gd name="connsiteY205" fmla="*/ 1355523 h 1720299"/>
              <a:gd name="connsiteX206" fmla="*/ 1878763 w 1878763"/>
              <a:gd name="connsiteY206" fmla="*/ 1382955 h 1720299"/>
              <a:gd name="connsiteX207" fmla="*/ 1851331 w 1878763"/>
              <a:gd name="connsiteY207" fmla="*/ 1382955 h 1720299"/>
              <a:gd name="connsiteX208" fmla="*/ 1737031 w 1878763"/>
              <a:gd name="connsiteY208" fmla="*/ 1355523 h 1720299"/>
              <a:gd name="connsiteX209" fmla="*/ 1764463 w 1878763"/>
              <a:gd name="connsiteY209" fmla="*/ 1355523 h 1720299"/>
              <a:gd name="connsiteX210" fmla="*/ 1764463 w 1878763"/>
              <a:gd name="connsiteY210" fmla="*/ 1382955 h 1720299"/>
              <a:gd name="connsiteX211" fmla="*/ 1737031 w 1878763"/>
              <a:gd name="connsiteY211" fmla="*/ 1382955 h 1720299"/>
              <a:gd name="connsiteX212" fmla="*/ 1625112 w 1878763"/>
              <a:gd name="connsiteY212" fmla="*/ 1355523 h 1720299"/>
              <a:gd name="connsiteX213" fmla="*/ 1652544 w 1878763"/>
              <a:gd name="connsiteY213" fmla="*/ 1355523 h 1720299"/>
              <a:gd name="connsiteX214" fmla="*/ 1652544 w 1878763"/>
              <a:gd name="connsiteY214" fmla="*/ 1382955 h 1720299"/>
              <a:gd name="connsiteX215" fmla="*/ 1625112 w 1878763"/>
              <a:gd name="connsiteY215" fmla="*/ 1382955 h 1720299"/>
              <a:gd name="connsiteX216" fmla="*/ 1510812 w 1878763"/>
              <a:gd name="connsiteY216" fmla="*/ 1355523 h 1720299"/>
              <a:gd name="connsiteX217" fmla="*/ 1538244 w 1878763"/>
              <a:gd name="connsiteY217" fmla="*/ 1355523 h 1720299"/>
              <a:gd name="connsiteX218" fmla="*/ 1538244 w 1878763"/>
              <a:gd name="connsiteY218" fmla="*/ 1382955 h 1720299"/>
              <a:gd name="connsiteX219" fmla="*/ 1510812 w 1878763"/>
              <a:gd name="connsiteY219" fmla="*/ 1382955 h 1720299"/>
              <a:gd name="connsiteX220" fmla="*/ 1394702 w 1878763"/>
              <a:gd name="connsiteY220" fmla="*/ 1355523 h 1720299"/>
              <a:gd name="connsiteX221" fmla="*/ 1422134 w 1878763"/>
              <a:gd name="connsiteY221" fmla="*/ 1355523 h 1720299"/>
              <a:gd name="connsiteX222" fmla="*/ 1422134 w 1878763"/>
              <a:gd name="connsiteY222" fmla="*/ 1382955 h 1720299"/>
              <a:gd name="connsiteX223" fmla="*/ 1394702 w 1878763"/>
              <a:gd name="connsiteY223" fmla="*/ 1382955 h 1720299"/>
              <a:gd name="connsiteX224" fmla="*/ 1278592 w 1878763"/>
              <a:gd name="connsiteY224" fmla="*/ 1355523 h 1720299"/>
              <a:gd name="connsiteX225" fmla="*/ 1306024 w 1878763"/>
              <a:gd name="connsiteY225" fmla="*/ 1355523 h 1720299"/>
              <a:gd name="connsiteX226" fmla="*/ 1306024 w 1878763"/>
              <a:gd name="connsiteY226" fmla="*/ 1382955 h 1720299"/>
              <a:gd name="connsiteX227" fmla="*/ 1278592 w 1878763"/>
              <a:gd name="connsiteY227" fmla="*/ 1382955 h 1720299"/>
              <a:gd name="connsiteX228" fmla="*/ 1162482 w 1878763"/>
              <a:gd name="connsiteY228" fmla="*/ 1355523 h 1720299"/>
              <a:gd name="connsiteX229" fmla="*/ 1189914 w 1878763"/>
              <a:gd name="connsiteY229" fmla="*/ 1355523 h 1720299"/>
              <a:gd name="connsiteX230" fmla="*/ 1189914 w 1878763"/>
              <a:gd name="connsiteY230" fmla="*/ 1382955 h 1720299"/>
              <a:gd name="connsiteX231" fmla="*/ 1162482 w 1878763"/>
              <a:gd name="connsiteY231" fmla="*/ 1382955 h 1720299"/>
              <a:gd name="connsiteX232" fmla="*/ 1042307 w 1878763"/>
              <a:gd name="connsiteY232" fmla="*/ 1355523 h 1720299"/>
              <a:gd name="connsiteX233" fmla="*/ 1069739 w 1878763"/>
              <a:gd name="connsiteY233" fmla="*/ 1355523 h 1720299"/>
              <a:gd name="connsiteX234" fmla="*/ 1069739 w 1878763"/>
              <a:gd name="connsiteY234" fmla="*/ 1382955 h 1720299"/>
              <a:gd name="connsiteX235" fmla="*/ 1042307 w 1878763"/>
              <a:gd name="connsiteY235" fmla="*/ 1382955 h 1720299"/>
              <a:gd name="connsiteX236" fmla="*/ 926798 w 1878763"/>
              <a:gd name="connsiteY236" fmla="*/ 1355523 h 1720299"/>
              <a:gd name="connsiteX237" fmla="*/ 954230 w 1878763"/>
              <a:gd name="connsiteY237" fmla="*/ 1355523 h 1720299"/>
              <a:gd name="connsiteX238" fmla="*/ 954230 w 1878763"/>
              <a:gd name="connsiteY238" fmla="*/ 1382955 h 1720299"/>
              <a:gd name="connsiteX239" fmla="*/ 926798 w 1878763"/>
              <a:gd name="connsiteY239" fmla="*/ 1382955 h 1720299"/>
              <a:gd name="connsiteX240" fmla="*/ 812625 w 1878763"/>
              <a:gd name="connsiteY240" fmla="*/ 1355523 h 1720299"/>
              <a:gd name="connsiteX241" fmla="*/ 840057 w 1878763"/>
              <a:gd name="connsiteY241" fmla="*/ 1355523 h 1720299"/>
              <a:gd name="connsiteX242" fmla="*/ 840057 w 1878763"/>
              <a:gd name="connsiteY242" fmla="*/ 1382955 h 1720299"/>
              <a:gd name="connsiteX243" fmla="*/ 812625 w 1878763"/>
              <a:gd name="connsiteY243" fmla="*/ 1382955 h 1720299"/>
              <a:gd name="connsiteX244" fmla="*/ 692450 w 1878763"/>
              <a:gd name="connsiteY244" fmla="*/ 1355523 h 1720299"/>
              <a:gd name="connsiteX245" fmla="*/ 719882 w 1878763"/>
              <a:gd name="connsiteY245" fmla="*/ 1355523 h 1720299"/>
              <a:gd name="connsiteX246" fmla="*/ 719882 w 1878763"/>
              <a:gd name="connsiteY246" fmla="*/ 1382955 h 1720299"/>
              <a:gd name="connsiteX247" fmla="*/ 692450 w 1878763"/>
              <a:gd name="connsiteY247" fmla="*/ 1382955 h 1720299"/>
              <a:gd name="connsiteX248" fmla="*/ 576340 w 1878763"/>
              <a:gd name="connsiteY248" fmla="*/ 1355523 h 1720299"/>
              <a:gd name="connsiteX249" fmla="*/ 603772 w 1878763"/>
              <a:gd name="connsiteY249" fmla="*/ 1355523 h 1720299"/>
              <a:gd name="connsiteX250" fmla="*/ 603772 w 1878763"/>
              <a:gd name="connsiteY250" fmla="*/ 1382955 h 1720299"/>
              <a:gd name="connsiteX251" fmla="*/ 576340 w 1878763"/>
              <a:gd name="connsiteY251" fmla="*/ 1382955 h 1720299"/>
              <a:gd name="connsiteX252" fmla="*/ 456165 w 1878763"/>
              <a:gd name="connsiteY252" fmla="*/ 1355523 h 1720299"/>
              <a:gd name="connsiteX253" fmla="*/ 483597 w 1878763"/>
              <a:gd name="connsiteY253" fmla="*/ 1355523 h 1720299"/>
              <a:gd name="connsiteX254" fmla="*/ 483597 w 1878763"/>
              <a:gd name="connsiteY254" fmla="*/ 1382955 h 1720299"/>
              <a:gd name="connsiteX255" fmla="*/ 456165 w 1878763"/>
              <a:gd name="connsiteY255" fmla="*/ 1382955 h 1720299"/>
              <a:gd name="connsiteX256" fmla="*/ 340656 w 1878763"/>
              <a:gd name="connsiteY256" fmla="*/ 1355523 h 1720299"/>
              <a:gd name="connsiteX257" fmla="*/ 368088 w 1878763"/>
              <a:gd name="connsiteY257" fmla="*/ 1355523 h 1720299"/>
              <a:gd name="connsiteX258" fmla="*/ 368088 w 1878763"/>
              <a:gd name="connsiteY258" fmla="*/ 1382955 h 1720299"/>
              <a:gd name="connsiteX259" fmla="*/ 340656 w 1878763"/>
              <a:gd name="connsiteY259" fmla="*/ 1382955 h 1720299"/>
              <a:gd name="connsiteX260" fmla="*/ 226483 w 1878763"/>
              <a:gd name="connsiteY260" fmla="*/ 1355523 h 1720299"/>
              <a:gd name="connsiteX261" fmla="*/ 253915 w 1878763"/>
              <a:gd name="connsiteY261" fmla="*/ 1355523 h 1720299"/>
              <a:gd name="connsiteX262" fmla="*/ 253915 w 1878763"/>
              <a:gd name="connsiteY262" fmla="*/ 1382955 h 1720299"/>
              <a:gd name="connsiteX263" fmla="*/ 226483 w 1878763"/>
              <a:gd name="connsiteY263" fmla="*/ 1382955 h 1720299"/>
              <a:gd name="connsiteX264" fmla="*/ 114173 w 1878763"/>
              <a:gd name="connsiteY264" fmla="*/ 1355523 h 1720299"/>
              <a:gd name="connsiteX265" fmla="*/ 141605 w 1878763"/>
              <a:gd name="connsiteY265" fmla="*/ 1355523 h 1720299"/>
              <a:gd name="connsiteX266" fmla="*/ 141605 w 1878763"/>
              <a:gd name="connsiteY266" fmla="*/ 1382955 h 1720299"/>
              <a:gd name="connsiteX267" fmla="*/ 114173 w 1878763"/>
              <a:gd name="connsiteY267" fmla="*/ 1382955 h 1720299"/>
              <a:gd name="connsiteX268" fmla="*/ 0 w 1878763"/>
              <a:gd name="connsiteY268" fmla="*/ 1355523 h 1720299"/>
              <a:gd name="connsiteX269" fmla="*/ 27432 w 1878763"/>
              <a:gd name="connsiteY269" fmla="*/ 1355523 h 1720299"/>
              <a:gd name="connsiteX270" fmla="*/ 27432 w 1878763"/>
              <a:gd name="connsiteY270" fmla="*/ 1382955 h 1720299"/>
              <a:gd name="connsiteX271" fmla="*/ 0 w 1878763"/>
              <a:gd name="connsiteY271" fmla="*/ 1382955 h 1720299"/>
              <a:gd name="connsiteX272" fmla="*/ 1851331 w 1878763"/>
              <a:gd name="connsiteY272" fmla="*/ 1242220 h 1720299"/>
              <a:gd name="connsiteX273" fmla="*/ 1878763 w 1878763"/>
              <a:gd name="connsiteY273" fmla="*/ 1242220 h 1720299"/>
              <a:gd name="connsiteX274" fmla="*/ 1878763 w 1878763"/>
              <a:gd name="connsiteY274" fmla="*/ 1269652 h 1720299"/>
              <a:gd name="connsiteX275" fmla="*/ 1851331 w 1878763"/>
              <a:gd name="connsiteY275" fmla="*/ 1269652 h 1720299"/>
              <a:gd name="connsiteX276" fmla="*/ 1737031 w 1878763"/>
              <a:gd name="connsiteY276" fmla="*/ 1242220 h 1720299"/>
              <a:gd name="connsiteX277" fmla="*/ 1764463 w 1878763"/>
              <a:gd name="connsiteY277" fmla="*/ 1242220 h 1720299"/>
              <a:gd name="connsiteX278" fmla="*/ 1764463 w 1878763"/>
              <a:gd name="connsiteY278" fmla="*/ 1269652 h 1720299"/>
              <a:gd name="connsiteX279" fmla="*/ 1737031 w 1878763"/>
              <a:gd name="connsiteY279" fmla="*/ 1269652 h 1720299"/>
              <a:gd name="connsiteX280" fmla="*/ 1625112 w 1878763"/>
              <a:gd name="connsiteY280" fmla="*/ 1242220 h 1720299"/>
              <a:gd name="connsiteX281" fmla="*/ 1652544 w 1878763"/>
              <a:gd name="connsiteY281" fmla="*/ 1242220 h 1720299"/>
              <a:gd name="connsiteX282" fmla="*/ 1652544 w 1878763"/>
              <a:gd name="connsiteY282" fmla="*/ 1269652 h 1720299"/>
              <a:gd name="connsiteX283" fmla="*/ 1625112 w 1878763"/>
              <a:gd name="connsiteY283" fmla="*/ 1269652 h 1720299"/>
              <a:gd name="connsiteX284" fmla="*/ 1510812 w 1878763"/>
              <a:gd name="connsiteY284" fmla="*/ 1242220 h 1720299"/>
              <a:gd name="connsiteX285" fmla="*/ 1538244 w 1878763"/>
              <a:gd name="connsiteY285" fmla="*/ 1242220 h 1720299"/>
              <a:gd name="connsiteX286" fmla="*/ 1538244 w 1878763"/>
              <a:gd name="connsiteY286" fmla="*/ 1269652 h 1720299"/>
              <a:gd name="connsiteX287" fmla="*/ 1510812 w 1878763"/>
              <a:gd name="connsiteY287" fmla="*/ 1269652 h 1720299"/>
              <a:gd name="connsiteX288" fmla="*/ 1394702 w 1878763"/>
              <a:gd name="connsiteY288" fmla="*/ 1242220 h 1720299"/>
              <a:gd name="connsiteX289" fmla="*/ 1422134 w 1878763"/>
              <a:gd name="connsiteY289" fmla="*/ 1242220 h 1720299"/>
              <a:gd name="connsiteX290" fmla="*/ 1422134 w 1878763"/>
              <a:gd name="connsiteY290" fmla="*/ 1269652 h 1720299"/>
              <a:gd name="connsiteX291" fmla="*/ 1394702 w 1878763"/>
              <a:gd name="connsiteY291" fmla="*/ 1269652 h 1720299"/>
              <a:gd name="connsiteX292" fmla="*/ 1278592 w 1878763"/>
              <a:gd name="connsiteY292" fmla="*/ 1242220 h 1720299"/>
              <a:gd name="connsiteX293" fmla="*/ 1306024 w 1878763"/>
              <a:gd name="connsiteY293" fmla="*/ 1242220 h 1720299"/>
              <a:gd name="connsiteX294" fmla="*/ 1306024 w 1878763"/>
              <a:gd name="connsiteY294" fmla="*/ 1269652 h 1720299"/>
              <a:gd name="connsiteX295" fmla="*/ 1278592 w 1878763"/>
              <a:gd name="connsiteY295" fmla="*/ 1269652 h 1720299"/>
              <a:gd name="connsiteX296" fmla="*/ 1162482 w 1878763"/>
              <a:gd name="connsiteY296" fmla="*/ 1242220 h 1720299"/>
              <a:gd name="connsiteX297" fmla="*/ 1189914 w 1878763"/>
              <a:gd name="connsiteY297" fmla="*/ 1242220 h 1720299"/>
              <a:gd name="connsiteX298" fmla="*/ 1189914 w 1878763"/>
              <a:gd name="connsiteY298" fmla="*/ 1269652 h 1720299"/>
              <a:gd name="connsiteX299" fmla="*/ 1162482 w 1878763"/>
              <a:gd name="connsiteY299" fmla="*/ 1269652 h 1720299"/>
              <a:gd name="connsiteX300" fmla="*/ 1042307 w 1878763"/>
              <a:gd name="connsiteY300" fmla="*/ 1242220 h 1720299"/>
              <a:gd name="connsiteX301" fmla="*/ 1069739 w 1878763"/>
              <a:gd name="connsiteY301" fmla="*/ 1242220 h 1720299"/>
              <a:gd name="connsiteX302" fmla="*/ 1069739 w 1878763"/>
              <a:gd name="connsiteY302" fmla="*/ 1269652 h 1720299"/>
              <a:gd name="connsiteX303" fmla="*/ 1042307 w 1878763"/>
              <a:gd name="connsiteY303" fmla="*/ 1269652 h 1720299"/>
              <a:gd name="connsiteX304" fmla="*/ 926798 w 1878763"/>
              <a:gd name="connsiteY304" fmla="*/ 1242220 h 1720299"/>
              <a:gd name="connsiteX305" fmla="*/ 954230 w 1878763"/>
              <a:gd name="connsiteY305" fmla="*/ 1242220 h 1720299"/>
              <a:gd name="connsiteX306" fmla="*/ 954230 w 1878763"/>
              <a:gd name="connsiteY306" fmla="*/ 1269652 h 1720299"/>
              <a:gd name="connsiteX307" fmla="*/ 926798 w 1878763"/>
              <a:gd name="connsiteY307" fmla="*/ 1269652 h 1720299"/>
              <a:gd name="connsiteX308" fmla="*/ 812625 w 1878763"/>
              <a:gd name="connsiteY308" fmla="*/ 1242220 h 1720299"/>
              <a:gd name="connsiteX309" fmla="*/ 840057 w 1878763"/>
              <a:gd name="connsiteY309" fmla="*/ 1242220 h 1720299"/>
              <a:gd name="connsiteX310" fmla="*/ 840057 w 1878763"/>
              <a:gd name="connsiteY310" fmla="*/ 1269652 h 1720299"/>
              <a:gd name="connsiteX311" fmla="*/ 812625 w 1878763"/>
              <a:gd name="connsiteY311" fmla="*/ 1269652 h 1720299"/>
              <a:gd name="connsiteX312" fmla="*/ 692450 w 1878763"/>
              <a:gd name="connsiteY312" fmla="*/ 1242220 h 1720299"/>
              <a:gd name="connsiteX313" fmla="*/ 719882 w 1878763"/>
              <a:gd name="connsiteY313" fmla="*/ 1242220 h 1720299"/>
              <a:gd name="connsiteX314" fmla="*/ 719882 w 1878763"/>
              <a:gd name="connsiteY314" fmla="*/ 1269652 h 1720299"/>
              <a:gd name="connsiteX315" fmla="*/ 692450 w 1878763"/>
              <a:gd name="connsiteY315" fmla="*/ 1269652 h 1720299"/>
              <a:gd name="connsiteX316" fmla="*/ 576340 w 1878763"/>
              <a:gd name="connsiteY316" fmla="*/ 1242220 h 1720299"/>
              <a:gd name="connsiteX317" fmla="*/ 603772 w 1878763"/>
              <a:gd name="connsiteY317" fmla="*/ 1242220 h 1720299"/>
              <a:gd name="connsiteX318" fmla="*/ 603772 w 1878763"/>
              <a:gd name="connsiteY318" fmla="*/ 1269652 h 1720299"/>
              <a:gd name="connsiteX319" fmla="*/ 576340 w 1878763"/>
              <a:gd name="connsiteY319" fmla="*/ 1269652 h 1720299"/>
              <a:gd name="connsiteX320" fmla="*/ 456165 w 1878763"/>
              <a:gd name="connsiteY320" fmla="*/ 1242220 h 1720299"/>
              <a:gd name="connsiteX321" fmla="*/ 483597 w 1878763"/>
              <a:gd name="connsiteY321" fmla="*/ 1242220 h 1720299"/>
              <a:gd name="connsiteX322" fmla="*/ 483597 w 1878763"/>
              <a:gd name="connsiteY322" fmla="*/ 1269652 h 1720299"/>
              <a:gd name="connsiteX323" fmla="*/ 456165 w 1878763"/>
              <a:gd name="connsiteY323" fmla="*/ 1269652 h 1720299"/>
              <a:gd name="connsiteX324" fmla="*/ 340656 w 1878763"/>
              <a:gd name="connsiteY324" fmla="*/ 1242220 h 1720299"/>
              <a:gd name="connsiteX325" fmla="*/ 368088 w 1878763"/>
              <a:gd name="connsiteY325" fmla="*/ 1242220 h 1720299"/>
              <a:gd name="connsiteX326" fmla="*/ 368088 w 1878763"/>
              <a:gd name="connsiteY326" fmla="*/ 1269652 h 1720299"/>
              <a:gd name="connsiteX327" fmla="*/ 340656 w 1878763"/>
              <a:gd name="connsiteY327" fmla="*/ 1269652 h 1720299"/>
              <a:gd name="connsiteX328" fmla="*/ 226483 w 1878763"/>
              <a:gd name="connsiteY328" fmla="*/ 1242220 h 1720299"/>
              <a:gd name="connsiteX329" fmla="*/ 253915 w 1878763"/>
              <a:gd name="connsiteY329" fmla="*/ 1242220 h 1720299"/>
              <a:gd name="connsiteX330" fmla="*/ 253915 w 1878763"/>
              <a:gd name="connsiteY330" fmla="*/ 1269652 h 1720299"/>
              <a:gd name="connsiteX331" fmla="*/ 226483 w 1878763"/>
              <a:gd name="connsiteY331" fmla="*/ 1269652 h 1720299"/>
              <a:gd name="connsiteX332" fmla="*/ 114173 w 1878763"/>
              <a:gd name="connsiteY332" fmla="*/ 1242220 h 1720299"/>
              <a:gd name="connsiteX333" fmla="*/ 141605 w 1878763"/>
              <a:gd name="connsiteY333" fmla="*/ 1242220 h 1720299"/>
              <a:gd name="connsiteX334" fmla="*/ 141605 w 1878763"/>
              <a:gd name="connsiteY334" fmla="*/ 1269652 h 1720299"/>
              <a:gd name="connsiteX335" fmla="*/ 114173 w 1878763"/>
              <a:gd name="connsiteY335" fmla="*/ 1269652 h 1720299"/>
              <a:gd name="connsiteX336" fmla="*/ 0 w 1878763"/>
              <a:gd name="connsiteY336" fmla="*/ 1242220 h 1720299"/>
              <a:gd name="connsiteX337" fmla="*/ 27432 w 1878763"/>
              <a:gd name="connsiteY337" fmla="*/ 1242220 h 1720299"/>
              <a:gd name="connsiteX338" fmla="*/ 27432 w 1878763"/>
              <a:gd name="connsiteY338" fmla="*/ 1269652 h 1720299"/>
              <a:gd name="connsiteX339" fmla="*/ 0 w 1878763"/>
              <a:gd name="connsiteY339" fmla="*/ 1269652 h 1720299"/>
              <a:gd name="connsiteX340" fmla="*/ 1851331 w 1878763"/>
              <a:gd name="connsiteY340" fmla="*/ 1128713 h 1720299"/>
              <a:gd name="connsiteX341" fmla="*/ 1878763 w 1878763"/>
              <a:gd name="connsiteY341" fmla="*/ 1128713 h 1720299"/>
              <a:gd name="connsiteX342" fmla="*/ 1878763 w 1878763"/>
              <a:gd name="connsiteY342" fmla="*/ 1156145 h 1720299"/>
              <a:gd name="connsiteX343" fmla="*/ 1851331 w 1878763"/>
              <a:gd name="connsiteY343" fmla="*/ 1156145 h 1720299"/>
              <a:gd name="connsiteX344" fmla="*/ 1737031 w 1878763"/>
              <a:gd name="connsiteY344" fmla="*/ 1128713 h 1720299"/>
              <a:gd name="connsiteX345" fmla="*/ 1764463 w 1878763"/>
              <a:gd name="connsiteY345" fmla="*/ 1128713 h 1720299"/>
              <a:gd name="connsiteX346" fmla="*/ 1764463 w 1878763"/>
              <a:gd name="connsiteY346" fmla="*/ 1156145 h 1720299"/>
              <a:gd name="connsiteX347" fmla="*/ 1737031 w 1878763"/>
              <a:gd name="connsiteY347" fmla="*/ 1156145 h 1720299"/>
              <a:gd name="connsiteX348" fmla="*/ 1625112 w 1878763"/>
              <a:gd name="connsiteY348" fmla="*/ 1128713 h 1720299"/>
              <a:gd name="connsiteX349" fmla="*/ 1652544 w 1878763"/>
              <a:gd name="connsiteY349" fmla="*/ 1128713 h 1720299"/>
              <a:gd name="connsiteX350" fmla="*/ 1652544 w 1878763"/>
              <a:gd name="connsiteY350" fmla="*/ 1156145 h 1720299"/>
              <a:gd name="connsiteX351" fmla="*/ 1625112 w 1878763"/>
              <a:gd name="connsiteY351" fmla="*/ 1156145 h 1720299"/>
              <a:gd name="connsiteX352" fmla="*/ 1510812 w 1878763"/>
              <a:gd name="connsiteY352" fmla="*/ 1128713 h 1720299"/>
              <a:gd name="connsiteX353" fmla="*/ 1538244 w 1878763"/>
              <a:gd name="connsiteY353" fmla="*/ 1128713 h 1720299"/>
              <a:gd name="connsiteX354" fmla="*/ 1538244 w 1878763"/>
              <a:gd name="connsiteY354" fmla="*/ 1156145 h 1720299"/>
              <a:gd name="connsiteX355" fmla="*/ 1510812 w 1878763"/>
              <a:gd name="connsiteY355" fmla="*/ 1156145 h 1720299"/>
              <a:gd name="connsiteX356" fmla="*/ 1394702 w 1878763"/>
              <a:gd name="connsiteY356" fmla="*/ 1128713 h 1720299"/>
              <a:gd name="connsiteX357" fmla="*/ 1422134 w 1878763"/>
              <a:gd name="connsiteY357" fmla="*/ 1128713 h 1720299"/>
              <a:gd name="connsiteX358" fmla="*/ 1422134 w 1878763"/>
              <a:gd name="connsiteY358" fmla="*/ 1156145 h 1720299"/>
              <a:gd name="connsiteX359" fmla="*/ 1394702 w 1878763"/>
              <a:gd name="connsiteY359" fmla="*/ 1156145 h 1720299"/>
              <a:gd name="connsiteX360" fmla="*/ 1278592 w 1878763"/>
              <a:gd name="connsiteY360" fmla="*/ 1128713 h 1720299"/>
              <a:gd name="connsiteX361" fmla="*/ 1306024 w 1878763"/>
              <a:gd name="connsiteY361" fmla="*/ 1128713 h 1720299"/>
              <a:gd name="connsiteX362" fmla="*/ 1306024 w 1878763"/>
              <a:gd name="connsiteY362" fmla="*/ 1156145 h 1720299"/>
              <a:gd name="connsiteX363" fmla="*/ 1278592 w 1878763"/>
              <a:gd name="connsiteY363" fmla="*/ 1156145 h 1720299"/>
              <a:gd name="connsiteX364" fmla="*/ 1162482 w 1878763"/>
              <a:gd name="connsiteY364" fmla="*/ 1128713 h 1720299"/>
              <a:gd name="connsiteX365" fmla="*/ 1189914 w 1878763"/>
              <a:gd name="connsiteY365" fmla="*/ 1128713 h 1720299"/>
              <a:gd name="connsiteX366" fmla="*/ 1189914 w 1878763"/>
              <a:gd name="connsiteY366" fmla="*/ 1156145 h 1720299"/>
              <a:gd name="connsiteX367" fmla="*/ 1162482 w 1878763"/>
              <a:gd name="connsiteY367" fmla="*/ 1156145 h 1720299"/>
              <a:gd name="connsiteX368" fmla="*/ 1042307 w 1878763"/>
              <a:gd name="connsiteY368" fmla="*/ 1128713 h 1720299"/>
              <a:gd name="connsiteX369" fmla="*/ 1069739 w 1878763"/>
              <a:gd name="connsiteY369" fmla="*/ 1128713 h 1720299"/>
              <a:gd name="connsiteX370" fmla="*/ 1069739 w 1878763"/>
              <a:gd name="connsiteY370" fmla="*/ 1156145 h 1720299"/>
              <a:gd name="connsiteX371" fmla="*/ 1042307 w 1878763"/>
              <a:gd name="connsiteY371" fmla="*/ 1156145 h 1720299"/>
              <a:gd name="connsiteX372" fmla="*/ 926798 w 1878763"/>
              <a:gd name="connsiteY372" fmla="*/ 1128713 h 1720299"/>
              <a:gd name="connsiteX373" fmla="*/ 954230 w 1878763"/>
              <a:gd name="connsiteY373" fmla="*/ 1128713 h 1720299"/>
              <a:gd name="connsiteX374" fmla="*/ 954230 w 1878763"/>
              <a:gd name="connsiteY374" fmla="*/ 1156145 h 1720299"/>
              <a:gd name="connsiteX375" fmla="*/ 926798 w 1878763"/>
              <a:gd name="connsiteY375" fmla="*/ 1156145 h 1720299"/>
              <a:gd name="connsiteX376" fmla="*/ 812625 w 1878763"/>
              <a:gd name="connsiteY376" fmla="*/ 1128713 h 1720299"/>
              <a:gd name="connsiteX377" fmla="*/ 840057 w 1878763"/>
              <a:gd name="connsiteY377" fmla="*/ 1128713 h 1720299"/>
              <a:gd name="connsiteX378" fmla="*/ 840057 w 1878763"/>
              <a:gd name="connsiteY378" fmla="*/ 1156145 h 1720299"/>
              <a:gd name="connsiteX379" fmla="*/ 812625 w 1878763"/>
              <a:gd name="connsiteY379" fmla="*/ 1156145 h 1720299"/>
              <a:gd name="connsiteX380" fmla="*/ 692450 w 1878763"/>
              <a:gd name="connsiteY380" fmla="*/ 1128713 h 1720299"/>
              <a:gd name="connsiteX381" fmla="*/ 719882 w 1878763"/>
              <a:gd name="connsiteY381" fmla="*/ 1128713 h 1720299"/>
              <a:gd name="connsiteX382" fmla="*/ 719882 w 1878763"/>
              <a:gd name="connsiteY382" fmla="*/ 1156145 h 1720299"/>
              <a:gd name="connsiteX383" fmla="*/ 692450 w 1878763"/>
              <a:gd name="connsiteY383" fmla="*/ 1156145 h 1720299"/>
              <a:gd name="connsiteX384" fmla="*/ 576340 w 1878763"/>
              <a:gd name="connsiteY384" fmla="*/ 1128713 h 1720299"/>
              <a:gd name="connsiteX385" fmla="*/ 603772 w 1878763"/>
              <a:gd name="connsiteY385" fmla="*/ 1128713 h 1720299"/>
              <a:gd name="connsiteX386" fmla="*/ 603772 w 1878763"/>
              <a:gd name="connsiteY386" fmla="*/ 1156145 h 1720299"/>
              <a:gd name="connsiteX387" fmla="*/ 576340 w 1878763"/>
              <a:gd name="connsiteY387" fmla="*/ 1156145 h 1720299"/>
              <a:gd name="connsiteX388" fmla="*/ 456165 w 1878763"/>
              <a:gd name="connsiteY388" fmla="*/ 1128713 h 1720299"/>
              <a:gd name="connsiteX389" fmla="*/ 483597 w 1878763"/>
              <a:gd name="connsiteY389" fmla="*/ 1128713 h 1720299"/>
              <a:gd name="connsiteX390" fmla="*/ 483597 w 1878763"/>
              <a:gd name="connsiteY390" fmla="*/ 1156145 h 1720299"/>
              <a:gd name="connsiteX391" fmla="*/ 456165 w 1878763"/>
              <a:gd name="connsiteY391" fmla="*/ 1156145 h 1720299"/>
              <a:gd name="connsiteX392" fmla="*/ 340656 w 1878763"/>
              <a:gd name="connsiteY392" fmla="*/ 1128713 h 1720299"/>
              <a:gd name="connsiteX393" fmla="*/ 368088 w 1878763"/>
              <a:gd name="connsiteY393" fmla="*/ 1128713 h 1720299"/>
              <a:gd name="connsiteX394" fmla="*/ 368088 w 1878763"/>
              <a:gd name="connsiteY394" fmla="*/ 1156145 h 1720299"/>
              <a:gd name="connsiteX395" fmla="*/ 340656 w 1878763"/>
              <a:gd name="connsiteY395" fmla="*/ 1156145 h 1720299"/>
              <a:gd name="connsiteX396" fmla="*/ 226483 w 1878763"/>
              <a:gd name="connsiteY396" fmla="*/ 1128713 h 1720299"/>
              <a:gd name="connsiteX397" fmla="*/ 253915 w 1878763"/>
              <a:gd name="connsiteY397" fmla="*/ 1128713 h 1720299"/>
              <a:gd name="connsiteX398" fmla="*/ 253915 w 1878763"/>
              <a:gd name="connsiteY398" fmla="*/ 1156145 h 1720299"/>
              <a:gd name="connsiteX399" fmla="*/ 226483 w 1878763"/>
              <a:gd name="connsiteY399" fmla="*/ 1156145 h 1720299"/>
              <a:gd name="connsiteX400" fmla="*/ 114173 w 1878763"/>
              <a:gd name="connsiteY400" fmla="*/ 1128713 h 1720299"/>
              <a:gd name="connsiteX401" fmla="*/ 141605 w 1878763"/>
              <a:gd name="connsiteY401" fmla="*/ 1128713 h 1720299"/>
              <a:gd name="connsiteX402" fmla="*/ 141605 w 1878763"/>
              <a:gd name="connsiteY402" fmla="*/ 1156145 h 1720299"/>
              <a:gd name="connsiteX403" fmla="*/ 114173 w 1878763"/>
              <a:gd name="connsiteY403" fmla="*/ 1156145 h 1720299"/>
              <a:gd name="connsiteX404" fmla="*/ 0 w 1878763"/>
              <a:gd name="connsiteY404" fmla="*/ 1128713 h 1720299"/>
              <a:gd name="connsiteX405" fmla="*/ 27432 w 1878763"/>
              <a:gd name="connsiteY405" fmla="*/ 1128713 h 1720299"/>
              <a:gd name="connsiteX406" fmla="*/ 27432 w 1878763"/>
              <a:gd name="connsiteY406" fmla="*/ 1156145 h 1720299"/>
              <a:gd name="connsiteX407" fmla="*/ 0 w 1878763"/>
              <a:gd name="connsiteY407" fmla="*/ 1156145 h 1720299"/>
              <a:gd name="connsiteX408" fmla="*/ 1851331 w 1878763"/>
              <a:gd name="connsiteY408" fmla="*/ 1018383 h 1720299"/>
              <a:gd name="connsiteX409" fmla="*/ 1878763 w 1878763"/>
              <a:gd name="connsiteY409" fmla="*/ 1018383 h 1720299"/>
              <a:gd name="connsiteX410" fmla="*/ 1878763 w 1878763"/>
              <a:gd name="connsiteY410" fmla="*/ 1045815 h 1720299"/>
              <a:gd name="connsiteX411" fmla="*/ 1851331 w 1878763"/>
              <a:gd name="connsiteY411" fmla="*/ 1045815 h 1720299"/>
              <a:gd name="connsiteX412" fmla="*/ 1737031 w 1878763"/>
              <a:gd name="connsiteY412" fmla="*/ 1018383 h 1720299"/>
              <a:gd name="connsiteX413" fmla="*/ 1764463 w 1878763"/>
              <a:gd name="connsiteY413" fmla="*/ 1018383 h 1720299"/>
              <a:gd name="connsiteX414" fmla="*/ 1764463 w 1878763"/>
              <a:gd name="connsiteY414" fmla="*/ 1045815 h 1720299"/>
              <a:gd name="connsiteX415" fmla="*/ 1737031 w 1878763"/>
              <a:gd name="connsiteY415" fmla="*/ 1045815 h 1720299"/>
              <a:gd name="connsiteX416" fmla="*/ 1625112 w 1878763"/>
              <a:gd name="connsiteY416" fmla="*/ 1018383 h 1720299"/>
              <a:gd name="connsiteX417" fmla="*/ 1652544 w 1878763"/>
              <a:gd name="connsiteY417" fmla="*/ 1018383 h 1720299"/>
              <a:gd name="connsiteX418" fmla="*/ 1652544 w 1878763"/>
              <a:gd name="connsiteY418" fmla="*/ 1045815 h 1720299"/>
              <a:gd name="connsiteX419" fmla="*/ 1625112 w 1878763"/>
              <a:gd name="connsiteY419" fmla="*/ 1045815 h 1720299"/>
              <a:gd name="connsiteX420" fmla="*/ 1510812 w 1878763"/>
              <a:gd name="connsiteY420" fmla="*/ 1018383 h 1720299"/>
              <a:gd name="connsiteX421" fmla="*/ 1538244 w 1878763"/>
              <a:gd name="connsiteY421" fmla="*/ 1018383 h 1720299"/>
              <a:gd name="connsiteX422" fmla="*/ 1538244 w 1878763"/>
              <a:gd name="connsiteY422" fmla="*/ 1045815 h 1720299"/>
              <a:gd name="connsiteX423" fmla="*/ 1510812 w 1878763"/>
              <a:gd name="connsiteY423" fmla="*/ 1045815 h 1720299"/>
              <a:gd name="connsiteX424" fmla="*/ 1394702 w 1878763"/>
              <a:gd name="connsiteY424" fmla="*/ 1018383 h 1720299"/>
              <a:gd name="connsiteX425" fmla="*/ 1422134 w 1878763"/>
              <a:gd name="connsiteY425" fmla="*/ 1018383 h 1720299"/>
              <a:gd name="connsiteX426" fmla="*/ 1422134 w 1878763"/>
              <a:gd name="connsiteY426" fmla="*/ 1045815 h 1720299"/>
              <a:gd name="connsiteX427" fmla="*/ 1394702 w 1878763"/>
              <a:gd name="connsiteY427" fmla="*/ 1045815 h 1720299"/>
              <a:gd name="connsiteX428" fmla="*/ 1278592 w 1878763"/>
              <a:gd name="connsiteY428" fmla="*/ 1018383 h 1720299"/>
              <a:gd name="connsiteX429" fmla="*/ 1306024 w 1878763"/>
              <a:gd name="connsiteY429" fmla="*/ 1018383 h 1720299"/>
              <a:gd name="connsiteX430" fmla="*/ 1306024 w 1878763"/>
              <a:gd name="connsiteY430" fmla="*/ 1045815 h 1720299"/>
              <a:gd name="connsiteX431" fmla="*/ 1278592 w 1878763"/>
              <a:gd name="connsiteY431" fmla="*/ 1045815 h 1720299"/>
              <a:gd name="connsiteX432" fmla="*/ 1162482 w 1878763"/>
              <a:gd name="connsiteY432" fmla="*/ 1018383 h 1720299"/>
              <a:gd name="connsiteX433" fmla="*/ 1189914 w 1878763"/>
              <a:gd name="connsiteY433" fmla="*/ 1018383 h 1720299"/>
              <a:gd name="connsiteX434" fmla="*/ 1189914 w 1878763"/>
              <a:gd name="connsiteY434" fmla="*/ 1045815 h 1720299"/>
              <a:gd name="connsiteX435" fmla="*/ 1162482 w 1878763"/>
              <a:gd name="connsiteY435" fmla="*/ 1045815 h 1720299"/>
              <a:gd name="connsiteX436" fmla="*/ 1042307 w 1878763"/>
              <a:gd name="connsiteY436" fmla="*/ 1018383 h 1720299"/>
              <a:gd name="connsiteX437" fmla="*/ 1069739 w 1878763"/>
              <a:gd name="connsiteY437" fmla="*/ 1018383 h 1720299"/>
              <a:gd name="connsiteX438" fmla="*/ 1069739 w 1878763"/>
              <a:gd name="connsiteY438" fmla="*/ 1045815 h 1720299"/>
              <a:gd name="connsiteX439" fmla="*/ 1042307 w 1878763"/>
              <a:gd name="connsiteY439" fmla="*/ 1045815 h 1720299"/>
              <a:gd name="connsiteX440" fmla="*/ 926798 w 1878763"/>
              <a:gd name="connsiteY440" fmla="*/ 1018383 h 1720299"/>
              <a:gd name="connsiteX441" fmla="*/ 954230 w 1878763"/>
              <a:gd name="connsiteY441" fmla="*/ 1018383 h 1720299"/>
              <a:gd name="connsiteX442" fmla="*/ 954230 w 1878763"/>
              <a:gd name="connsiteY442" fmla="*/ 1045815 h 1720299"/>
              <a:gd name="connsiteX443" fmla="*/ 926798 w 1878763"/>
              <a:gd name="connsiteY443" fmla="*/ 1045815 h 1720299"/>
              <a:gd name="connsiteX444" fmla="*/ 812625 w 1878763"/>
              <a:gd name="connsiteY444" fmla="*/ 1018383 h 1720299"/>
              <a:gd name="connsiteX445" fmla="*/ 840057 w 1878763"/>
              <a:gd name="connsiteY445" fmla="*/ 1018383 h 1720299"/>
              <a:gd name="connsiteX446" fmla="*/ 840057 w 1878763"/>
              <a:gd name="connsiteY446" fmla="*/ 1045815 h 1720299"/>
              <a:gd name="connsiteX447" fmla="*/ 812625 w 1878763"/>
              <a:gd name="connsiteY447" fmla="*/ 1045815 h 1720299"/>
              <a:gd name="connsiteX448" fmla="*/ 692450 w 1878763"/>
              <a:gd name="connsiteY448" fmla="*/ 1018383 h 1720299"/>
              <a:gd name="connsiteX449" fmla="*/ 719882 w 1878763"/>
              <a:gd name="connsiteY449" fmla="*/ 1018383 h 1720299"/>
              <a:gd name="connsiteX450" fmla="*/ 719882 w 1878763"/>
              <a:gd name="connsiteY450" fmla="*/ 1045815 h 1720299"/>
              <a:gd name="connsiteX451" fmla="*/ 692450 w 1878763"/>
              <a:gd name="connsiteY451" fmla="*/ 1045815 h 1720299"/>
              <a:gd name="connsiteX452" fmla="*/ 576340 w 1878763"/>
              <a:gd name="connsiteY452" fmla="*/ 1018383 h 1720299"/>
              <a:gd name="connsiteX453" fmla="*/ 603772 w 1878763"/>
              <a:gd name="connsiteY453" fmla="*/ 1018383 h 1720299"/>
              <a:gd name="connsiteX454" fmla="*/ 603772 w 1878763"/>
              <a:gd name="connsiteY454" fmla="*/ 1045815 h 1720299"/>
              <a:gd name="connsiteX455" fmla="*/ 576340 w 1878763"/>
              <a:gd name="connsiteY455" fmla="*/ 1045815 h 1720299"/>
              <a:gd name="connsiteX456" fmla="*/ 456165 w 1878763"/>
              <a:gd name="connsiteY456" fmla="*/ 1018383 h 1720299"/>
              <a:gd name="connsiteX457" fmla="*/ 483597 w 1878763"/>
              <a:gd name="connsiteY457" fmla="*/ 1018383 h 1720299"/>
              <a:gd name="connsiteX458" fmla="*/ 483597 w 1878763"/>
              <a:gd name="connsiteY458" fmla="*/ 1045815 h 1720299"/>
              <a:gd name="connsiteX459" fmla="*/ 456165 w 1878763"/>
              <a:gd name="connsiteY459" fmla="*/ 1045815 h 1720299"/>
              <a:gd name="connsiteX460" fmla="*/ 340656 w 1878763"/>
              <a:gd name="connsiteY460" fmla="*/ 1018383 h 1720299"/>
              <a:gd name="connsiteX461" fmla="*/ 368088 w 1878763"/>
              <a:gd name="connsiteY461" fmla="*/ 1018383 h 1720299"/>
              <a:gd name="connsiteX462" fmla="*/ 368088 w 1878763"/>
              <a:gd name="connsiteY462" fmla="*/ 1045815 h 1720299"/>
              <a:gd name="connsiteX463" fmla="*/ 340656 w 1878763"/>
              <a:gd name="connsiteY463" fmla="*/ 1045815 h 1720299"/>
              <a:gd name="connsiteX464" fmla="*/ 226483 w 1878763"/>
              <a:gd name="connsiteY464" fmla="*/ 1018383 h 1720299"/>
              <a:gd name="connsiteX465" fmla="*/ 253915 w 1878763"/>
              <a:gd name="connsiteY465" fmla="*/ 1018383 h 1720299"/>
              <a:gd name="connsiteX466" fmla="*/ 253915 w 1878763"/>
              <a:gd name="connsiteY466" fmla="*/ 1045815 h 1720299"/>
              <a:gd name="connsiteX467" fmla="*/ 226483 w 1878763"/>
              <a:gd name="connsiteY467" fmla="*/ 1045815 h 1720299"/>
              <a:gd name="connsiteX468" fmla="*/ 114173 w 1878763"/>
              <a:gd name="connsiteY468" fmla="*/ 1018383 h 1720299"/>
              <a:gd name="connsiteX469" fmla="*/ 141605 w 1878763"/>
              <a:gd name="connsiteY469" fmla="*/ 1018383 h 1720299"/>
              <a:gd name="connsiteX470" fmla="*/ 141605 w 1878763"/>
              <a:gd name="connsiteY470" fmla="*/ 1045815 h 1720299"/>
              <a:gd name="connsiteX471" fmla="*/ 114173 w 1878763"/>
              <a:gd name="connsiteY471" fmla="*/ 1045815 h 1720299"/>
              <a:gd name="connsiteX472" fmla="*/ 0 w 1878763"/>
              <a:gd name="connsiteY472" fmla="*/ 1018383 h 1720299"/>
              <a:gd name="connsiteX473" fmla="*/ 27432 w 1878763"/>
              <a:gd name="connsiteY473" fmla="*/ 1018383 h 1720299"/>
              <a:gd name="connsiteX474" fmla="*/ 27432 w 1878763"/>
              <a:gd name="connsiteY474" fmla="*/ 1045815 h 1720299"/>
              <a:gd name="connsiteX475" fmla="*/ 0 w 1878763"/>
              <a:gd name="connsiteY475" fmla="*/ 1045815 h 1720299"/>
              <a:gd name="connsiteX476" fmla="*/ 1851331 w 1878763"/>
              <a:gd name="connsiteY476" fmla="*/ 904876 h 1720299"/>
              <a:gd name="connsiteX477" fmla="*/ 1878763 w 1878763"/>
              <a:gd name="connsiteY477" fmla="*/ 904876 h 1720299"/>
              <a:gd name="connsiteX478" fmla="*/ 1878763 w 1878763"/>
              <a:gd name="connsiteY478" fmla="*/ 932308 h 1720299"/>
              <a:gd name="connsiteX479" fmla="*/ 1851331 w 1878763"/>
              <a:gd name="connsiteY479" fmla="*/ 932308 h 1720299"/>
              <a:gd name="connsiteX480" fmla="*/ 1737031 w 1878763"/>
              <a:gd name="connsiteY480" fmla="*/ 904876 h 1720299"/>
              <a:gd name="connsiteX481" fmla="*/ 1764463 w 1878763"/>
              <a:gd name="connsiteY481" fmla="*/ 904876 h 1720299"/>
              <a:gd name="connsiteX482" fmla="*/ 1764463 w 1878763"/>
              <a:gd name="connsiteY482" fmla="*/ 932308 h 1720299"/>
              <a:gd name="connsiteX483" fmla="*/ 1737031 w 1878763"/>
              <a:gd name="connsiteY483" fmla="*/ 932308 h 1720299"/>
              <a:gd name="connsiteX484" fmla="*/ 1625112 w 1878763"/>
              <a:gd name="connsiteY484" fmla="*/ 904876 h 1720299"/>
              <a:gd name="connsiteX485" fmla="*/ 1652544 w 1878763"/>
              <a:gd name="connsiteY485" fmla="*/ 904876 h 1720299"/>
              <a:gd name="connsiteX486" fmla="*/ 1652544 w 1878763"/>
              <a:gd name="connsiteY486" fmla="*/ 932308 h 1720299"/>
              <a:gd name="connsiteX487" fmla="*/ 1625112 w 1878763"/>
              <a:gd name="connsiteY487" fmla="*/ 932308 h 1720299"/>
              <a:gd name="connsiteX488" fmla="*/ 1510812 w 1878763"/>
              <a:gd name="connsiteY488" fmla="*/ 904876 h 1720299"/>
              <a:gd name="connsiteX489" fmla="*/ 1538244 w 1878763"/>
              <a:gd name="connsiteY489" fmla="*/ 904876 h 1720299"/>
              <a:gd name="connsiteX490" fmla="*/ 1538244 w 1878763"/>
              <a:gd name="connsiteY490" fmla="*/ 932308 h 1720299"/>
              <a:gd name="connsiteX491" fmla="*/ 1510812 w 1878763"/>
              <a:gd name="connsiteY491" fmla="*/ 932308 h 1720299"/>
              <a:gd name="connsiteX492" fmla="*/ 1394702 w 1878763"/>
              <a:gd name="connsiteY492" fmla="*/ 904876 h 1720299"/>
              <a:gd name="connsiteX493" fmla="*/ 1422134 w 1878763"/>
              <a:gd name="connsiteY493" fmla="*/ 904876 h 1720299"/>
              <a:gd name="connsiteX494" fmla="*/ 1422134 w 1878763"/>
              <a:gd name="connsiteY494" fmla="*/ 932308 h 1720299"/>
              <a:gd name="connsiteX495" fmla="*/ 1394702 w 1878763"/>
              <a:gd name="connsiteY495" fmla="*/ 932308 h 1720299"/>
              <a:gd name="connsiteX496" fmla="*/ 1278592 w 1878763"/>
              <a:gd name="connsiteY496" fmla="*/ 904876 h 1720299"/>
              <a:gd name="connsiteX497" fmla="*/ 1306024 w 1878763"/>
              <a:gd name="connsiteY497" fmla="*/ 904876 h 1720299"/>
              <a:gd name="connsiteX498" fmla="*/ 1306024 w 1878763"/>
              <a:gd name="connsiteY498" fmla="*/ 932308 h 1720299"/>
              <a:gd name="connsiteX499" fmla="*/ 1278592 w 1878763"/>
              <a:gd name="connsiteY499" fmla="*/ 932308 h 1720299"/>
              <a:gd name="connsiteX500" fmla="*/ 1162482 w 1878763"/>
              <a:gd name="connsiteY500" fmla="*/ 904876 h 1720299"/>
              <a:gd name="connsiteX501" fmla="*/ 1189914 w 1878763"/>
              <a:gd name="connsiteY501" fmla="*/ 904876 h 1720299"/>
              <a:gd name="connsiteX502" fmla="*/ 1189914 w 1878763"/>
              <a:gd name="connsiteY502" fmla="*/ 932308 h 1720299"/>
              <a:gd name="connsiteX503" fmla="*/ 1162482 w 1878763"/>
              <a:gd name="connsiteY503" fmla="*/ 932308 h 1720299"/>
              <a:gd name="connsiteX504" fmla="*/ 1042307 w 1878763"/>
              <a:gd name="connsiteY504" fmla="*/ 904876 h 1720299"/>
              <a:gd name="connsiteX505" fmla="*/ 1069739 w 1878763"/>
              <a:gd name="connsiteY505" fmla="*/ 904876 h 1720299"/>
              <a:gd name="connsiteX506" fmla="*/ 1069739 w 1878763"/>
              <a:gd name="connsiteY506" fmla="*/ 932308 h 1720299"/>
              <a:gd name="connsiteX507" fmla="*/ 1042307 w 1878763"/>
              <a:gd name="connsiteY507" fmla="*/ 932308 h 1720299"/>
              <a:gd name="connsiteX508" fmla="*/ 926798 w 1878763"/>
              <a:gd name="connsiteY508" fmla="*/ 904876 h 1720299"/>
              <a:gd name="connsiteX509" fmla="*/ 954230 w 1878763"/>
              <a:gd name="connsiteY509" fmla="*/ 904876 h 1720299"/>
              <a:gd name="connsiteX510" fmla="*/ 954230 w 1878763"/>
              <a:gd name="connsiteY510" fmla="*/ 932308 h 1720299"/>
              <a:gd name="connsiteX511" fmla="*/ 926798 w 1878763"/>
              <a:gd name="connsiteY511" fmla="*/ 932308 h 1720299"/>
              <a:gd name="connsiteX512" fmla="*/ 812625 w 1878763"/>
              <a:gd name="connsiteY512" fmla="*/ 904876 h 1720299"/>
              <a:gd name="connsiteX513" fmla="*/ 840057 w 1878763"/>
              <a:gd name="connsiteY513" fmla="*/ 904876 h 1720299"/>
              <a:gd name="connsiteX514" fmla="*/ 840057 w 1878763"/>
              <a:gd name="connsiteY514" fmla="*/ 932308 h 1720299"/>
              <a:gd name="connsiteX515" fmla="*/ 812625 w 1878763"/>
              <a:gd name="connsiteY515" fmla="*/ 932308 h 1720299"/>
              <a:gd name="connsiteX516" fmla="*/ 692450 w 1878763"/>
              <a:gd name="connsiteY516" fmla="*/ 904876 h 1720299"/>
              <a:gd name="connsiteX517" fmla="*/ 719882 w 1878763"/>
              <a:gd name="connsiteY517" fmla="*/ 904876 h 1720299"/>
              <a:gd name="connsiteX518" fmla="*/ 719882 w 1878763"/>
              <a:gd name="connsiteY518" fmla="*/ 932308 h 1720299"/>
              <a:gd name="connsiteX519" fmla="*/ 692450 w 1878763"/>
              <a:gd name="connsiteY519" fmla="*/ 932308 h 1720299"/>
              <a:gd name="connsiteX520" fmla="*/ 576340 w 1878763"/>
              <a:gd name="connsiteY520" fmla="*/ 904876 h 1720299"/>
              <a:gd name="connsiteX521" fmla="*/ 603772 w 1878763"/>
              <a:gd name="connsiteY521" fmla="*/ 904876 h 1720299"/>
              <a:gd name="connsiteX522" fmla="*/ 603772 w 1878763"/>
              <a:gd name="connsiteY522" fmla="*/ 932308 h 1720299"/>
              <a:gd name="connsiteX523" fmla="*/ 576340 w 1878763"/>
              <a:gd name="connsiteY523" fmla="*/ 932308 h 1720299"/>
              <a:gd name="connsiteX524" fmla="*/ 456165 w 1878763"/>
              <a:gd name="connsiteY524" fmla="*/ 904876 h 1720299"/>
              <a:gd name="connsiteX525" fmla="*/ 483597 w 1878763"/>
              <a:gd name="connsiteY525" fmla="*/ 904876 h 1720299"/>
              <a:gd name="connsiteX526" fmla="*/ 483597 w 1878763"/>
              <a:gd name="connsiteY526" fmla="*/ 932308 h 1720299"/>
              <a:gd name="connsiteX527" fmla="*/ 456165 w 1878763"/>
              <a:gd name="connsiteY527" fmla="*/ 932308 h 1720299"/>
              <a:gd name="connsiteX528" fmla="*/ 340656 w 1878763"/>
              <a:gd name="connsiteY528" fmla="*/ 904876 h 1720299"/>
              <a:gd name="connsiteX529" fmla="*/ 368088 w 1878763"/>
              <a:gd name="connsiteY529" fmla="*/ 904876 h 1720299"/>
              <a:gd name="connsiteX530" fmla="*/ 368088 w 1878763"/>
              <a:gd name="connsiteY530" fmla="*/ 932308 h 1720299"/>
              <a:gd name="connsiteX531" fmla="*/ 340656 w 1878763"/>
              <a:gd name="connsiteY531" fmla="*/ 932308 h 1720299"/>
              <a:gd name="connsiteX532" fmla="*/ 226483 w 1878763"/>
              <a:gd name="connsiteY532" fmla="*/ 904876 h 1720299"/>
              <a:gd name="connsiteX533" fmla="*/ 253915 w 1878763"/>
              <a:gd name="connsiteY533" fmla="*/ 904876 h 1720299"/>
              <a:gd name="connsiteX534" fmla="*/ 253915 w 1878763"/>
              <a:gd name="connsiteY534" fmla="*/ 932308 h 1720299"/>
              <a:gd name="connsiteX535" fmla="*/ 226483 w 1878763"/>
              <a:gd name="connsiteY535" fmla="*/ 932308 h 1720299"/>
              <a:gd name="connsiteX536" fmla="*/ 114173 w 1878763"/>
              <a:gd name="connsiteY536" fmla="*/ 904876 h 1720299"/>
              <a:gd name="connsiteX537" fmla="*/ 141605 w 1878763"/>
              <a:gd name="connsiteY537" fmla="*/ 904876 h 1720299"/>
              <a:gd name="connsiteX538" fmla="*/ 141605 w 1878763"/>
              <a:gd name="connsiteY538" fmla="*/ 932308 h 1720299"/>
              <a:gd name="connsiteX539" fmla="*/ 114173 w 1878763"/>
              <a:gd name="connsiteY539" fmla="*/ 932308 h 1720299"/>
              <a:gd name="connsiteX540" fmla="*/ 0 w 1878763"/>
              <a:gd name="connsiteY540" fmla="*/ 904876 h 1720299"/>
              <a:gd name="connsiteX541" fmla="*/ 27432 w 1878763"/>
              <a:gd name="connsiteY541" fmla="*/ 904876 h 1720299"/>
              <a:gd name="connsiteX542" fmla="*/ 27432 w 1878763"/>
              <a:gd name="connsiteY542" fmla="*/ 932308 h 1720299"/>
              <a:gd name="connsiteX543" fmla="*/ 0 w 1878763"/>
              <a:gd name="connsiteY543" fmla="*/ 932308 h 1720299"/>
              <a:gd name="connsiteX544" fmla="*/ 1851331 w 1878763"/>
              <a:gd name="connsiteY544" fmla="*/ 789782 h 1720299"/>
              <a:gd name="connsiteX545" fmla="*/ 1878763 w 1878763"/>
              <a:gd name="connsiteY545" fmla="*/ 789782 h 1720299"/>
              <a:gd name="connsiteX546" fmla="*/ 1878763 w 1878763"/>
              <a:gd name="connsiteY546" fmla="*/ 817214 h 1720299"/>
              <a:gd name="connsiteX547" fmla="*/ 1851331 w 1878763"/>
              <a:gd name="connsiteY547" fmla="*/ 817214 h 1720299"/>
              <a:gd name="connsiteX548" fmla="*/ 1737031 w 1878763"/>
              <a:gd name="connsiteY548" fmla="*/ 789782 h 1720299"/>
              <a:gd name="connsiteX549" fmla="*/ 1764463 w 1878763"/>
              <a:gd name="connsiteY549" fmla="*/ 789782 h 1720299"/>
              <a:gd name="connsiteX550" fmla="*/ 1764463 w 1878763"/>
              <a:gd name="connsiteY550" fmla="*/ 817214 h 1720299"/>
              <a:gd name="connsiteX551" fmla="*/ 1737031 w 1878763"/>
              <a:gd name="connsiteY551" fmla="*/ 817214 h 1720299"/>
              <a:gd name="connsiteX552" fmla="*/ 1625112 w 1878763"/>
              <a:gd name="connsiteY552" fmla="*/ 789782 h 1720299"/>
              <a:gd name="connsiteX553" fmla="*/ 1652544 w 1878763"/>
              <a:gd name="connsiteY553" fmla="*/ 789782 h 1720299"/>
              <a:gd name="connsiteX554" fmla="*/ 1652544 w 1878763"/>
              <a:gd name="connsiteY554" fmla="*/ 817214 h 1720299"/>
              <a:gd name="connsiteX555" fmla="*/ 1625112 w 1878763"/>
              <a:gd name="connsiteY555" fmla="*/ 817214 h 1720299"/>
              <a:gd name="connsiteX556" fmla="*/ 1510812 w 1878763"/>
              <a:gd name="connsiteY556" fmla="*/ 789782 h 1720299"/>
              <a:gd name="connsiteX557" fmla="*/ 1538244 w 1878763"/>
              <a:gd name="connsiteY557" fmla="*/ 789782 h 1720299"/>
              <a:gd name="connsiteX558" fmla="*/ 1538244 w 1878763"/>
              <a:gd name="connsiteY558" fmla="*/ 817214 h 1720299"/>
              <a:gd name="connsiteX559" fmla="*/ 1510812 w 1878763"/>
              <a:gd name="connsiteY559" fmla="*/ 817214 h 1720299"/>
              <a:gd name="connsiteX560" fmla="*/ 1394702 w 1878763"/>
              <a:gd name="connsiteY560" fmla="*/ 789782 h 1720299"/>
              <a:gd name="connsiteX561" fmla="*/ 1422134 w 1878763"/>
              <a:gd name="connsiteY561" fmla="*/ 789782 h 1720299"/>
              <a:gd name="connsiteX562" fmla="*/ 1422134 w 1878763"/>
              <a:gd name="connsiteY562" fmla="*/ 817214 h 1720299"/>
              <a:gd name="connsiteX563" fmla="*/ 1394702 w 1878763"/>
              <a:gd name="connsiteY563" fmla="*/ 817214 h 1720299"/>
              <a:gd name="connsiteX564" fmla="*/ 1278592 w 1878763"/>
              <a:gd name="connsiteY564" fmla="*/ 789782 h 1720299"/>
              <a:gd name="connsiteX565" fmla="*/ 1306024 w 1878763"/>
              <a:gd name="connsiteY565" fmla="*/ 789782 h 1720299"/>
              <a:gd name="connsiteX566" fmla="*/ 1306024 w 1878763"/>
              <a:gd name="connsiteY566" fmla="*/ 817214 h 1720299"/>
              <a:gd name="connsiteX567" fmla="*/ 1278592 w 1878763"/>
              <a:gd name="connsiteY567" fmla="*/ 817214 h 1720299"/>
              <a:gd name="connsiteX568" fmla="*/ 1162482 w 1878763"/>
              <a:gd name="connsiteY568" fmla="*/ 789782 h 1720299"/>
              <a:gd name="connsiteX569" fmla="*/ 1189914 w 1878763"/>
              <a:gd name="connsiteY569" fmla="*/ 789782 h 1720299"/>
              <a:gd name="connsiteX570" fmla="*/ 1189914 w 1878763"/>
              <a:gd name="connsiteY570" fmla="*/ 817214 h 1720299"/>
              <a:gd name="connsiteX571" fmla="*/ 1162482 w 1878763"/>
              <a:gd name="connsiteY571" fmla="*/ 817214 h 1720299"/>
              <a:gd name="connsiteX572" fmla="*/ 1042307 w 1878763"/>
              <a:gd name="connsiteY572" fmla="*/ 789782 h 1720299"/>
              <a:gd name="connsiteX573" fmla="*/ 1069739 w 1878763"/>
              <a:gd name="connsiteY573" fmla="*/ 789782 h 1720299"/>
              <a:gd name="connsiteX574" fmla="*/ 1069739 w 1878763"/>
              <a:gd name="connsiteY574" fmla="*/ 817214 h 1720299"/>
              <a:gd name="connsiteX575" fmla="*/ 1042307 w 1878763"/>
              <a:gd name="connsiteY575" fmla="*/ 817214 h 1720299"/>
              <a:gd name="connsiteX576" fmla="*/ 926798 w 1878763"/>
              <a:gd name="connsiteY576" fmla="*/ 789782 h 1720299"/>
              <a:gd name="connsiteX577" fmla="*/ 954230 w 1878763"/>
              <a:gd name="connsiteY577" fmla="*/ 789782 h 1720299"/>
              <a:gd name="connsiteX578" fmla="*/ 954230 w 1878763"/>
              <a:gd name="connsiteY578" fmla="*/ 817214 h 1720299"/>
              <a:gd name="connsiteX579" fmla="*/ 926798 w 1878763"/>
              <a:gd name="connsiteY579" fmla="*/ 817214 h 1720299"/>
              <a:gd name="connsiteX580" fmla="*/ 812625 w 1878763"/>
              <a:gd name="connsiteY580" fmla="*/ 789782 h 1720299"/>
              <a:gd name="connsiteX581" fmla="*/ 840057 w 1878763"/>
              <a:gd name="connsiteY581" fmla="*/ 789782 h 1720299"/>
              <a:gd name="connsiteX582" fmla="*/ 840057 w 1878763"/>
              <a:gd name="connsiteY582" fmla="*/ 817214 h 1720299"/>
              <a:gd name="connsiteX583" fmla="*/ 812625 w 1878763"/>
              <a:gd name="connsiteY583" fmla="*/ 817214 h 1720299"/>
              <a:gd name="connsiteX584" fmla="*/ 692450 w 1878763"/>
              <a:gd name="connsiteY584" fmla="*/ 789782 h 1720299"/>
              <a:gd name="connsiteX585" fmla="*/ 719882 w 1878763"/>
              <a:gd name="connsiteY585" fmla="*/ 789782 h 1720299"/>
              <a:gd name="connsiteX586" fmla="*/ 719882 w 1878763"/>
              <a:gd name="connsiteY586" fmla="*/ 817214 h 1720299"/>
              <a:gd name="connsiteX587" fmla="*/ 692450 w 1878763"/>
              <a:gd name="connsiteY587" fmla="*/ 817214 h 1720299"/>
              <a:gd name="connsiteX588" fmla="*/ 576340 w 1878763"/>
              <a:gd name="connsiteY588" fmla="*/ 789782 h 1720299"/>
              <a:gd name="connsiteX589" fmla="*/ 603772 w 1878763"/>
              <a:gd name="connsiteY589" fmla="*/ 789782 h 1720299"/>
              <a:gd name="connsiteX590" fmla="*/ 603772 w 1878763"/>
              <a:gd name="connsiteY590" fmla="*/ 817214 h 1720299"/>
              <a:gd name="connsiteX591" fmla="*/ 576340 w 1878763"/>
              <a:gd name="connsiteY591" fmla="*/ 817214 h 1720299"/>
              <a:gd name="connsiteX592" fmla="*/ 456165 w 1878763"/>
              <a:gd name="connsiteY592" fmla="*/ 789782 h 1720299"/>
              <a:gd name="connsiteX593" fmla="*/ 483597 w 1878763"/>
              <a:gd name="connsiteY593" fmla="*/ 789782 h 1720299"/>
              <a:gd name="connsiteX594" fmla="*/ 483597 w 1878763"/>
              <a:gd name="connsiteY594" fmla="*/ 817214 h 1720299"/>
              <a:gd name="connsiteX595" fmla="*/ 456165 w 1878763"/>
              <a:gd name="connsiteY595" fmla="*/ 817214 h 1720299"/>
              <a:gd name="connsiteX596" fmla="*/ 340656 w 1878763"/>
              <a:gd name="connsiteY596" fmla="*/ 789782 h 1720299"/>
              <a:gd name="connsiteX597" fmla="*/ 368088 w 1878763"/>
              <a:gd name="connsiteY597" fmla="*/ 789782 h 1720299"/>
              <a:gd name="connsiteX598" fmla="*/ 368088 w 1878763"/>
              <a:gd name="connsiteY598" fmla="*/ 817214 h 1720299"/>
              <a:gd name="connsiteX599" fmla="*/ 340656 w 1878763"/>
              <a:gd name="connsiteY599" fmla="*/ 817214 h 1720299"/>
              <a:gd name="connsiteX600" fmla="*/ 226483 w 1878763"/>
              <a:gd name="connsiteY600" fmla="*/ 789782 h 1720299"/>
              <a:gd name="connsiteX601" fmla="*/ 253915 w 1878763"/>
              <a:gd name="connsiteY601" fmla="*/ 789782 h 1720299"/>
              <a:gd name="connsiteX602" fmla="*/ 253915 w 1878763"/>
              <a:gd name="connsiteY602" fmla="*/ 817214 h 1720299"/>
              <a:gd name="connsiteX603" fmla="*/ 226483 w 1878763"/>
              <a:gd name="connsiteY603" fmla="*/ 817214 h 1720299"/>
              <a:gd name="connsiteX604" fmla="*/ 114173 w 1878763"/>
              <a:gd name="connsiteY604" fmla="*/ 789782 h 1720299"/>
              <a:gd name="connsiteX605" fmla="*/ 141605 w 1878763"/>
              <a:gd name="connsiteY605" fmla="*/ 789782 h 1720299"/>
              <a:gd name="connsiteX606" fmla="*/ 141605 w 1878763"/>
              <a:gd name="connsiteY606" fmla="*/ 817214 h 1720299"/>
              <a:gd name="connsiteX607" fmla="*/ 114173 w 1878763"/>
              <a:gd name="connsiteY607" fmla="*/ 817214 h 1720299"/>
              <a:gd name="connsiteX608" fmla="*/ 0 w 1878763"/>
              <a:gd name="connsiteY608" fmla="*/ 789782 h 1720299"/>
              <a:gd name="connsiteX609" fmla="*/ 27432 w 1878763"/>
              <a:gd name="connsiteY609" fmla="*/ 789782 h 1720299"/>
              <a:gd name="connsiteX610" fmla="*/ 27432 w 1878763"/>
              <a:gd name="connsiteY610" fmla="*/ 817214 h 1720299"/>
              <a:gd name="connsiteX611" fmla="*/ 0 w 1878763"/>
              <a:gd name="connsiteY611" fmla="*/ 817214 h 1720299"/>
              <a:gd name="connsiteX612" fmla="*/ 1851331 w 1878763"/>
              <a:gd name="connsiteY612" fmla="*/ 676275 h 1720299"/>
              <a:gd name="connsiteX613" fmla="*/ 1878763 w 1878763"/>
              <a:gd name="connsiteY613" fmla="*/ 676275 h 1720299"/>
              <a:gd name="connsiteX614" fmla="*/ 1878763 w 1878763"/>
              <a:gd name="connsiteY614" fmla="*/ 703707 h 1720299"/>
              <a:gd name="connsiteX615" fmla="*/ 1851331 w 1878763"/>
              <a:gd name="connsiteY615" fmla="*/ 703707 h 1720299"/>
              <a:gd name="connsiteX616" fmla="*/ 1737031 w 1878763"/>
              <a:gd name="connsiteY616" fmla="*/ 676275 h 1720299"/>
              <a:gd name="connsiteX617" fmla="*/ 1764463 w 1878763"/>
              <a:gd name="connsiteY617" fmla="*/ 676275 h 1720299"/>
              <a:gd name="connsiteX618" fmla="*/ 1764463 w 1878763"/>
              <a:gd name="connsiteY618" fmla="*/ 703707 h 1720299"/>
              <a:gd name="connsiteX619" fmla="*/ 1737031 w 1878763"/>
              <a:gd name="connsiteY619" fmla="*/ 703707 h 1720299"/>
              <a:gd name="connsiteX620" fmla="*/ 1625112 w 1878763"/>
              <a:gd name="connsiteY620" fmla="*/ 676275 h 1720299"/>
              <a:gd name="connsiteX621" fmla="*/ 1652544 w 1878763"/>
              <a:gd name="connsiteY621" fmla="*/ 676275 h 1720299"/>
              <a:gd name="connsiteX622" fmla="*/ 1652544 w 1878763"/>
              <a:gd name="connsiteY622" fmla="*/ 703707 h 1720299"/>
              <a:gd name="connsiteX623" fmla="*/ 1625112 w 1878763"/>
              <a:gd name="connsiteY623" fmla="*/ 703707 h 1720299"/>
              <a:gd name="connsiteX624" fmla="*/ 1510812 w 1878763"/>
              <a:gd name="connsiteY624" fmla="*/ 676275 h 1720299"/>
              <a:gd name="connsiteX625" fmla="*/ 1538244 w 1878763"/>
              <a:gd name="connsiteY625" fmla="*/ 676275 h 1720299"/>
              <a:gd name="connsiteX626" fmla="*/ 1538244 w 1878763"/>
              <a:gd name="connsiteY626" fmla="*/ 703707 h 1720299"/>
              <a:gd name="connsiteX627" fmla="*/ 1510812 w 1878763"/>
              <a:gd name="connsiteY627" fmla="*/ 703707 h 1720299"/>
              <a:gd name="connsiteX628" fmla="*/ 1394702 w 1878763"/>
              <a:gd name="connsiteY628" fmla="*/ 676275 h 1720299"/>
              <a:gd name="connsiteX629" fmla="*/ 1422134 w 1878763"/>
              <a:gd name="connsiteY629" fmla="*/ 676275 h 1720299"/>
              <a:gd name="connsiteX630" fmla="*/ 1422134 w 1878763"/>
              <a:gd name="connsiteY630" fmla="*/ 703707 h 1720299"/>
              <a:gd name="connsiteX631" fmla="*/ 1394702 w 1878763"/>
              <a:gd name="connsiteY631" fmla="*/ 703707 h 1720299"/>
              <a:gd name="connsiteX632" fmla="*/ 1278592 w 1878763"/>
              <a:gd name="connsiteY632" fmla="*/ 676275 h 1720299"/>
              <a:gd name="connsiteX633" fmla="*/ 1306024 w 1878763"/>
              <a:gd name="connsiteY633" fmla="*/ 676275 h 1720299"/>
              <a:gd name="connsiteX634" fmla="*/ 1306024 w 1878763"/>
              <a:gd name="connsiteY634" fmla="*/ 703707 h 1720299"/>
              <a:gd name="connsiteX635" fmla="*/ 1278592 w 1878763"/>
              <a:gd name="connsiteY635" fmla="*/ 703707 h 1720299"/>
              <a:gd name="connsiteX636" fmla="*/ 1162482 w 1878763"/>
              <a:gd name="connsiteY636" fmla="*/ 676275 h 1720299"/>
              <a:gd name="connsiteX637" fmla="*/ 1189914 w 1878763"/>
              <a:gd name="connsiteY637" fmla="*/ 676275 h 1720299"/>
              <a:gd name="connsiteX638" fmla="*/ 1189914 w 1878763"/>
              <a:gd name="connsiteY638" fmla="*/ 703707 h 1720299"/>
              <a:gd name="connsiteX639" fmla="*/ 1162482 w 1878763"/>
              <a:gd name="connsiteY639" fmla="*/ 703707 h 1720299"/>
              <a:gd name="connsiteX640" fmla="*/ 1042307 w 1878763"/>
              <a:gd name="connsiteY640" fmla="*/ 676275 h 1720299"/>
              <a:gd name="connsiteX641" fmla="*/ 1069739 w 1878763"/>
              <a:gd name="connsiteY641" fmla="*/ 676275 h 1720299"/>
              <a:gd name="connsiteX642" fmla="*/ 1069739 w 1878763"/>
              <a:gd name="connsiteY642" fmla="*/ 703707 h 1720299"/>
              <a:gd name="connsiteX643" fmla="*/ 1042307 w 1878763"/>
              <a:gd name="connsiteY643" fmla="*/ 703707 h 1720299"/>
              <a:gd name="connsiteX644" fmla="*/ 926798 w 1878763"/>
              <a:gd name="connsiteY644" fmla="*/ 676275 h 1720299"/>
              <a:gd name="connsiteX645" fmla="*/ 954230 w 1878763"/>
              <a:gd name="connsiteY645" fmla="*/ 676275 h 1720299"/>
              <a:gd name="connsiteX646" fmla="*/ 954230 w 1878763"/>
              <a:gd name="connsiteY646" fmla="*/ 703707 h 1720299"/>
              <a:gd name="connsiteX647" fmla="*/ 926798 w 1878763"/>
              <a:gd name="connsiteY647" fmla="*/ 703707 h 1720299"/>
              <a:gd name="connsiteX648" fmla="*/ 812625 w 1878763"/>
              <a:gd name="connsiteY648" fmla="*/ 676275 h 1720299"/>
              <a:gd name="connsiteX649" fmla="*/ 840057 w 1878763"/>
              <a:gd name="connsiteY649" fmla="*/ 676275 h 1720299"/>
              <a:gd name="connsiteX650" fmla="*/ 840057 w 1878763"/>
              <a:gd name="connsiteY650" fmla="*/ 703707 h 1720299"/>
              <a:gd name="connsiteX651" fmla="*/ 812625 w 1878763"/>
              <a:gd name="connsiteY651" fmla="*/ 703707 h 1720299"/>
              <a:gd name="connsiteX652" fmla="*/ 692450 w 1878763"/>
              <a:gd name="connsiteY652" fmla="*/ 676275 h 1720299"/>
              <a:gd name="connsiteX653" fmla="*/ 719882 w 1878763"/>
              <a:gd name="connsiteY653" fmla="*/ 676275 h 1720299"/>
              <a:gd name="connsiteX654" fmla="*/ 719882 w 1878763"/>
              <a:gd name="connsiteY654" fmla="*/ 703707 h 1720299"/>
              <a:gd name="connsiteX655" fmla="*/ 692450 w 1878763"/>
              <a:gd name="connsiteY655" fmla="*/ 703707 h 1720299"/>
              <a:gd name="connsiteX656" fmla="*/ 576340 w 1878763"/>
              <a:gd name="connsiteY656" fmla="*/ 676275 h 1720299"/>
              <a:gd name="connsiteX657" fmla="*/ 603772 w 1878763"/>
              <a:gd name="connsiteY657" fmla="*/ 676275 h 1720299"/>
              <a:gd name="connsiteX658" fmla="*/ 603772 w 1878763"/>
              <a:gd name="connsiteY658" fmla="*/ 703707 h 1720299"/>
              <a:gd name="connsiteX659" fmla="*/ 576340 w 1878763"/>
              <a:gd name="connsiteY659" fmla="*/ 703707 h 1720299"/>
              <a:gd name="connsiteX660" fmla="*/ 456165 w 1878763"/>
              <a:gd name="connsiteY660" fmla="*/ 676275 h 1720299"/>
              <a:gd name="connsiteX661" fmla="*/ 483597 w 1878763"/>
              <a:gd name="connsiteY661" fmla="*/ 676275 h 1720299"/>
              <a:gd name="connsiteX662" fmla="*/ 483597 w 1878763"/>
              <a:gd name="connsiteY662" fmla="*/ 703707 h 1720299"/>
              <a:gd name="connsiteX663" fmla="*/ 456165 w 1878763"/>
              <a:gd name="connsiteY663" fmla="*/ 703707 h 1720299"/>
              <a:gd name="connsiteX664" fmla="*/ 340656 w 1878763"/>
              <a:gd name="connsiteY664" fmla="*/ 676275 h 1720299"/>
              <a:gd name="connsiteX665" fmla="*/ 368088 w 1878763"/>
              <a:gd name="connsiteY665" fmla="*/ 676275 h 1720299"/>
              <a:gd name="connsiteX666" fmla="*/ 368088 w 1878763"/>
              <a:gd name="connsiteY666" fmla="*/ 703707 h 1720299"/>
              <a:gd name="connsiteX667" fmla="*/ 340656 w 1878763"/>
              <a:gd name="connsiteY667" fmla="*/ 703707 h 1720299"/>
              <a:gd name="connsiteX668" fmla="*/ 226483 w 1878763"/>
              <a:gd name="connsiteY668" fmla="*/ 676275 h 1720299"/>
              <a:gd name="connsiteX669" fmla="*/ 253915 w 1878763"/>
              <a:gd name="connsiteY669" fmla="*/ 676275 h 1720299"/>
              <a:gd name="connsiteX670" fmla="*/ 253915 w 1878763"/>
              <a:gd name="connsiteY670" fmla="*/ 703707 h 1720299"/>
              <a:gd name="connsiteX671" fmla="*/ 226483 w 1878763"/>
              <a:gd name="connsiteY671" fmla="*/ 703707 h 1720299"/>
              <a:gd name="connsiteX672" fmla="*/ 114173 w 1878763"/>
              <a:gd name="connsiteY672" fmla="*/ 676275 h 1720299"/>
              <a:gd name="connsiteX673" fmla="*/ 141605 w 1878763"/>
              <a:gd name="connsiteY673" fmla="*/ 676275 h 1720299"/>
              <a:gd name="connsiteX674" fmla="*/ 141605 w 1878763"/>
              <a:gd name="connsiteY674" fmla="*/ 703707 h 1720299"/>
              <a:gd name="connsiteX675" fmla="*/ 114173 w 1878763"/>
              <a:gd name="connsiteY675" fmla="*/ 703707 h 1720299"/>
              <a:gd name="connsiteX676" fmla="*/ 0 w 1878763"/>
              <a:gd name="connsiteY676" fmla="*/ 676275 h 1720299"/>
              <a:gd name="connsiteX677" fmla="*/ 27432 w 1878763"/>
              <a:gd name="connsiteY677" fmla="*/ 676275 h 1720299"/>
              <a:gd name="connsiteX678" fmla="*/ 27432 w 1878763"/>
              <a:gd name="connsiteY678" fmla="*/ 703707 h 1720299"/>
              <a:gd name="connsiteX679" fmla="*/ 0 w 1878763"/>
              <a:gd name="connsiteY679" fmla="*/ 703707 h 1720299"/>
              <a:gd name="connsiteX680" fmla="*/ 1851331 w 1878763"/>
              <a:gd name="connsiteY680" fmla="*/ 565945 h 1720299"/>
              <a:gd name="connsiteX681" fmla="*/ 1878763 w 1878763"/>
              <a:gd name="connsiteY681" fmla="*/ 565945 h 1720299"/>
              <a:gd name="connsiteX682" fmla="*/ 1878763 w 1878763"/>
              <a:gd name="connsiteY682" fmla="*/ 593377 h 1720299"/>
              <a:gd name="connsiteX683" fmla="*/ 1851331 w 1878763"/>
              <a:gd name="connsiteY683" fmla="*/ 593377 h 1720299"/>
              <a:gd name="connsiteX684" fmla="*/ 1737031 w 1878763"/>
              <a:gd name="connsiteY684" fmla="*/ 565945 h 1720299"/>
              <a:gd name="connsiteX685" fmla="*/ 1764463 w 1878763"/>
              <a:gd name="connsiteY685" fmla="*/ 565945 h 1720299"/>
              <a:gd name="connsiteX686" fmla="*/ 1764463 w 1878763"/>
              <a:gd name="connsiteY686" fmla="*/ 593377 h 1720299"/>
              <a:gd name="connsiteX687" fmla="*/ 1737031 w 1878763"/>
              <a:gd name="connsiteY687" fmla="*/ 593377 h 1720299"/>
              <a:gd name="connsiteX688" fmla="*/ 1625112 w 1878763"/>
              <a:gd name="connsiteY688" fmla="*/ 565945 h 1720299"/>
              <a:gd name="connsiteX689" fmla="*/ 1652544 w 1878763"/>
              <a:gd name="connsiteY689" fmla="*/ 565945 h 1720299"/>
              <a:gd name="connsiteX690" fmla="*/ 1652544 w 1878763"/>
              <a:gd name="connsiteY690" fmla="*/ 593377 h 1720299"/>
              <a:gd name="connsiteX691" fmla="*/ 1625112 w 1878763"/>
              <a:gd name="connsiteY691" fmla="*/ 593377 h 1720299"/>
              <a:gd name="connsiteX692" fmla="*/ 1510812 w 1878763"/>
              <a:gd name="connsiteY692" fmla="*/ 565945 h 1720299"/>
              <a:gd name="connsiteX693" fmla="*/ 1538244 w 1878763"/>
              <a:gd name="connsiteY693" fmla="*/ 565945 h 1720299"/>
              <a:gd name="connsiteX694" fmla="*/ 1538244 w 1878763"/>
              <a:gd name="connsiteY694" fmla="*/ 593377 h 1720299"/>
              <a:gd name="connsiteX695" fmla="*/ 1510812 w 1878763"/>
              <a:gd name="connsiteY695" fmla="*/ 593377 h 1720299"/>
              <a:gd name="connsiteX696" fmla="*/ 1394702 w 1878763"/>
              <a:gd name="connsiteY696" fmla="*/ 565945 h 1720299"/>
              <a:gd name="connsiteX697" fmla="*/ 1422134 w 1878763"/>
              <a:gd name="connsiteY697" fmla="*/ 565945 h 1720299"/>
              <a:gd name="connsiteX698" fmla="*/ 1422134 w 1878763"/>
              <a:gd name="connsiteY698" fmla="*/ 593377 h 1720299"/>
              <a:gd name="connsiteX699" fmla="*/ 1394702 w 1878763"/>
              <a:gd name="connsiteY699" fmla="*/ 593377 h 1720299"/>
              <a:gd name="connsiteX700" fmla="*/ 1278592 w 1878763"/>
              <a:gd name="connsiteY700" fmla="*/ 565945 h 1720299"/>
              <a:gd name="connsiteX701" fmla="*/ 1306024 w 1878763"/>
              <a:gd name="connsiteY701" fmla="*/ 565945 h 1720299"/>
              <a:gd name="connsiteX702" fmla="*/ 1306024 w 1878763"/>
              <a:gd name="connsiteY702" fmla="*/ 593377 h 1720299"/>
              <a:gd name="connsiteX703" fmla="*/ 1278592 w 1878763"/>
              <a:gd name="connsiteY703" fmla="*/ 593377 h 1720299"/>
              <a:gd name="connsiteX704" fmla="*/ 1162482 w 1878763"/>
              <a:gd name="connsiteY704" fmla="*/ 565945 h 1720299"/>
              <a:gd name="connsiteX705" fmla="*/ 1189914 w 1878763"/>
              <a:gd name="connsiteY705" fmla="*/ 565945 h 1720299"/>
              <a:gd name="connsiteX706" fmla="*/ 1189914 w 1878763"/>
              <a:gd name="connsiteY706" fmla="*/ 593377 h 1720299"/>
              <a:gd name="connsiteX707" fmla="*/ 1162482 w 1878763"/>
              <a:gd name="connsiteY707" fmla="*/ 593377 h 1720299"/>
              <a:gd name="connsiteX708" fmla="*/ 1042307 w 1878763"/>
              <a:gd name="connsiteY708" fmla="*/ 565945 h 1720299"/>
              <a:gd name="connsiteX709" fmla="*/ 1069739 w 1878763"/>
              <a:gd name="connsiteY709" fmla="*/ 565945 h 1720299"/>
              <a:gd name="connsiteX710" fmla="*/ 1069739 w 1878763"/>
              <a:gd name="connsiteY710" fmla="*/ 593377 h 1720299"/>
              <a:gd name="connsiteX711" fmla="*/ 1042307 w 1878763"/>
              <a:gd name="connsiteY711" fmla="*/ 593377 h 1720299"/>
              <a:gd name="connsiteX712" fmla="*/ 926798 w 1878763"/>
              <a:gd name="connsiteY712" fmla="*/ 565945 h 1720299"/>
              <a:gd name="connsiteX713" fmla="*/ 954230 w 1878763"/>
              <a:gd name="connsiteY713" fmla="*/ 565945 h 1720299"/>
              <a:gd name="connsiteX714" fmla="*/ 954230 w 1878763"/>
              <a:gd name="connsiteY714" fmla="*/ 593377 h 1720299"/>
              <a:gd name="connsiteX715" fmla="*/ 926798 w 1878763"/>
              <a:gd name="connsiteY715" fmla="*/ 593377 h 1720299"/>
              <a:gd name="connsiteX716" fmla="*/ 812625 w 1878763"/>
              <a:gd name="connsiteY716" fmla="*/ 565945 h 1720299"/>
              <a:gd name="connsiteX717" fmla="*/ 840057 w 1878763"/>
              <a:gd name="connsiteY717" fmla="*/ 565945 h 1720299"/>
              <a:gd name="connsiteX718" fmla="*/ 840057 w 1878763"/>
              <a:gd name="connsiteY718" fmla="*/ 593377 h 1720299"/>
              <a:gd name="connsiteX719" fmla="*/ 812625 w 1878763"/>
              <a:gd name="connsiteY719" fmla="*/ 593377 h 1720299"/>
              <a:gd name="connsiteX720" fmla="*/ 692450 w 1878763"/>
              <a:gd name="connsiteY720" fmla="*/ 565945 h 1720299"/>
              <a:gd name="connsiteX721" fmla="*/ 719882 w 1878763"/>
              <a:gd name="connsiteY721" fmla="*/ 565945 h 1720299"/>
              <a:gd name="connsiteX722" fmla="*/ 719882 w 1878763"/>
              <a:gd name="connsiteY722" fmla="*/ 593377 h 1720299"/>
              <a:gd name="connsiteX723" fmla="*/ 692450 w 1878763"/>
              <a:gd name="connsiteY723" fmla="*/ 593377 h 1720299"/>
              <a:gd name="connsiteX724" fmla="*/ 576340 w 1878763"/>
              <a:gd name="connsiteY724" fmla="*/ 565945 h 1720299"/>
              <a:gd name="connsiteX725" fmla="*/ 603772 w 1878763"/>
              <a:gd name="connsiteY725" fmla="*/ 565945 h 1720299"/>
              <a:gd name="connsiteX726" fmla="*/ 603772 w 1878763"/>
              <a:gd name="connsiteY726" fmla="*/ 593377 h 1720299"/>
              <a:gd name="connsiteX727" fmla="*/ 576340 w 1878763"/>
              <a:gd name="connsiteY727" fmla="*/ 593377 h 1720299"/>
              <a:gd name="connsiteX728" fmla="*/ 456165 w 1878763"/>
              <a:gd name="connsiteY728" fmla="*/ 565945 h 1720299"/>
              <a:gd name="connsiteX729" fmla="*/ 483597 w 1878763"/>
              <a:gd name="connsiteY729" fmla="*/ 565945 h 1720299"/>
              <a:gd name="connsiteX730" fmla="*/ 483597 w 1878763"/>
              <a:gd name="connsiteY730" fmla="*/ 593377 h 1720299"/>
              <a:gd name="connsiteX731" fmla="*/ 456165 w 1878763"/>
              <a:gd name="connsiteY731" fmla="*/ 593377 h 1720299"/>
              <a:gd name="connsiteX732" fmla="*/ 340656 w 1878763"/>
              <a:gd name="connsiteY732" fmla="*/ 565945 h 1720299"/>
              <a:gd name="connsiteX733" fmla="*/ 368088 w 1878763"/>
              <a:gd name="connsiteY733" fmla="*/ 565945 h 1720299"/>
              <a:gd name="connsiteX734" fmla="*/ 368088 w 1878763"/>
              <a:gd name="connsiteY734" fmla="*/ 593377 h 1720299"/>
              <a:gd name="connsiteX735" fmla="*/ 340656 w 1878763"/>
              <a:gd name="connsiteY735" fmla="*/ 593377 h 1720299"/>
              <a:gd name="connsiteX736" fmla="*/ 226483 w 1878763"/>
              <a:gd name="connsiteY736" fmla="*/ 565945 h 1720299"/>
              <a:gd name="connsiteX737" fmla="*/ 253915 w 1878763"/>
              <a:gd name="connsiteY737" fmla="*/ 565945 h 1720299"/>
              <a:gd name="connsiteX738" fmla="*/ 253915 w 1878763"/>
              <a:gd name="connsiteY738" fmla="*/ 593377 h 1720299"/>
              <a:gd name="connsiteX739" fmla="*/ 226483 w 1878763"/>
              <a:gd name="connsiteY739" fmla="*/ 593377 h 1720299"/>
              <a:gd name="connsiteX740" fmla="*/ 114173 w 1878763"/>
              <a:gd name="connsiteY740" fmla="*/ 565945 h 1720299"/>
              <a:gd name="connsiteX741" fmla="*/ 141605 w 1878763"/>
              <a:gd name="connsiteY741" fmla="*/ 565945 h 1720299"/>
              <a:gd name="connsiteX742" fmla="*/ 141605 w 1878763"/>
              <a:gd name="connsiteY742" fmla="*/ 593377 h 1720299"/>
              <a:gd name="connsiteX743" fmla="*/ 114173 w 1878763"/>
              <a:gd name="connsiteY743" fmla="*/ 593377 h 1720299"/>
              <a:gd name="connsiteX744" fmla="*/ 0 w 1878763"/>
              <a:gd name="connsiteY744" fmla="*/ 565945 h 1720299"/>
              <a:gd name="connsiteX745" fmla="*/ 27432 w 1878763"/>
              <a:gd name="connsiteY745" fmla="*/ 565945 h 1720299"/>
              <a:gd name="connsiteX746" fmla="*/ 27432 w 1878763"/>
              <a:gd name="connsiteY746" fmla="*/ 593377 h 1720299"/>
              <a:gd name="connsiteX747" fmla="*/ 0 w 1878763"/>
              <a:gd name="connsiteY747" fmla="*/ 593377 h 1720299"/>
              <a:gd name="connsiteX748" fmla="*/ 1851331 w 1878763"/>
              <a:gd name="connsiteY748" fmla="*/ 452438 h 1720299"/>
              <a:gd name="connsiteX749" fmla="*/ 1878763 w 1878763"/>
              <a:gd name="connsiteY749" fmla="*/ 452438 h 1720299"/>
              <a:gd name="connsiteX750" fmla="*/ 1878763 w 1878763"/>
              <a:gd name="connsiteY750" fmla="*/ 479870 h 1720299"/>
              <a:gd name="connsiteX751" fmla="*/ 1851331 w 1878763"/>
              <a:gd name="connsiteY751" fmla="*/ 479870 h 1720299"/>
              <a:gd name="connsiteX752" fmla="*/ 1737031 w 1878763"/>
              <a:gd name="connsiteY752" fmla="*/ 452438 h 1720299"/>
              <a:gd name="connsiteX753" fmla="*/ 1764463 w 1878763"/>
              <a:gd name="connsiteY753" fmla="*/ 452438 h 1720299"/>
              <a:gd name="connsiteX754" fmla="*/ 1764463 w 1878763"/>
              <a:gd name="connsiteY754" fmla="*/ 479870 h 1720299"/>
              <a:gd name="connsiteX755" fmla="*/ 1737031 w 1878763"/>
              <a:gd name="connsiteY755" fmla="*/ 479870 h 1720299"/>
              <a:gd name="connsiteX756" fmla="*/ 1625112 w 1878763"/>
              <a:gd name="connsiteY756" fmla="*/ 452438 h 1720299"/>
              <a:gd name="connsiteX757" fmla="*/ 1652544 w 1878763"/>
              <a:gd name="connsiteY757" fmla="*/ 452438 h 1720299"/>
              <a:gd name="connsiteX758" fmla="*/ 1652544 w 1878763"/>
              <a:gd name="connsiteY758" fmla="*/ 479870 h 1720299"/>
              <a:gd name="connsiteX759" fmla="*/ 1625112 w 1878763"/>
              <a:gd name="connsiteY759" fmla="*/ 479870 h 1720299"/>
              <a:gd name="connsiteX760" fmla="*/ 1510812 w 1878763"/>
              <a:gd name="connsiteY760" fmla="*/ 452438 h 1720299"/>
              <a:gd name="connsiteX761" fmla="*/ 1538244 w 1878763"/>
              <a:gd name="connsiteY761" fmla="*/ 452438 h 1720299"/>
              <a:gd name="connsiteX762" fmla="*/ 1538244 w 1878763"/>
              <a:gd name="connsiteY762" fmla="*/ 479870 h 1720299"/>
              <a:gd name="connsiteX763" fmla="*/ 1510812 w 1878763"/>
              <a:gd name="connsiteY763" fmla="*/ 479870 h 1720299"/>
              <a:gd name="connsiteX764" fmla="*/ 1394702 w 1878763"/>
              <a:gd name="connsiteY764" fmla="*/ 452438 h 1720299"/>
              <a:gd name="connsiteX765" fmla="*/ 1422134 w 1878763"/>
              <a:gd name="connsiteY765" fmla="*/ 452438 h 1720299"/>
              <a:gd name="connsiteX766" fmla="*/ 1422134 w 1878763"/>
              <a:gd name="connsiteY766" fmla="*/ 479870 h 1720299"/>
              <a:gd name="connsiteX767" fmla="*/ 1394702 w 1878763"/>
              <a:gd name="connsiteY767" fmla="*/ 479870 h 1720299"/>
              <a:gd name="connsiteX768" fmla="*/ 1278592 w 1878763"/>
              <a:gd name="connsiteY768" fmla="*/ 452438 h 1720299"/>
              <a:gd name="connsiteX769" fmla="*/ 1306024 w 1878763"/>
              <a:gd name="connsiteY769" fmla="*/ 452438 h 1720299"/>
              <a:gd name="connsiteX770" fmla="*/ 1306024 w 1878763"/>
              <a:gd name="connsiteY770" fmla="*/ 479870 h 1720299"/>
              <a:gd name="connsiteX771" fmla="*/ 1278592 w 1878763"/>
              <a:gd name="connsiteY771" fmla="*/ 479870 h 1720299"/>
              <a:gd name="connsiteX772" fmla="*/ 1162482 w 1878763"/>
              <a:gd name="connsiteY772" fmla="*/ 452438 h 1720299"/>
              <a:gd name="connsiteX773" fmla="*/ 1189914 w 1878763"/>
              <a:gd name="connsiteY773" fmla="*/ 452438 h 1720299"/>
              <a:gd name="connsiteX774" fmla="*/ 1189914 w 1878763"/>
              <a:gd name="connsiteY774" fmla="*/ 479870 h 1720299"/>
              <a:gd name="connsiteX775" fmla="*/ 1162482 w 1878763"/>
              <a:gd name="connsiteY775" fmla="*/ 479870 h 1720299"/>
              <a:gd name="connsiteX776" fmla="*/ 1042307 w 1878763"/>
              <a:gd name="connsiteY776" fmla="*/ 452438 h 1720299"/>
              <a:gd name="connsiteX777" fmla="*/ 1069739 w 1878763"/>
              <a:gd name="connsiteY777" fmla="*/ 452438 h 1720299"/>
              <a:gd name="connsiteX778" fmla="*/ 1069739 w 1878763"/>
              <a:gd name="connsiteY778" fmla="*/ 479870 h 1720299"/>
              <a:gd name="connsiteX779" fmla="*/ 1042307 w 1878763"/>
              <a:gd name="connsiteY779" fmla="*/ 479870 h 1720299"/>
              <a:gd name="connsiteX780" fmla="*/ 926798 w 1878763"/>
              <a:gd name="connsiteY780" fmla="*/ 452438 h 1720299"/>
              <a:gd name="connsiteX781" fmla="*/ 954230 w 1878763"/>
              <a:gd name="connsiteY781" fmla="*/ 452438 h 1720299"/>
              <a:gd name="connsiteX782" fmla="*/ 954230 w 1878763"/>
              <a:gd name="connsiteY782" fmla="*/ 479870 h 1720299"/>
              <a:gd name="connsiteX783" fmla="*/ 926798 w 1878763"/>
              <a:gd name="connsiteY783" fmla="*/ 479870 h 1720299"/>
              <a:gd name="connsiteX784" fmla="*/ 812625 w 1878763"/>
              <a:gd name="connsiteY784" fmla="*/ 452438 h 1720299"/>
              <a:gd name="connsiteX785" fmla="*/ 840057 w 1878763"/>
              <a:gd name="connsiteY785" fmla="*/ 452438 h 1720299"/>
              <a:gd name="connsiteX786" fmla="*/ 840057 w 1878763"/>
              <a:gd name="connsiteY786" fmla="*/ 479870 h 1720299"/>
              <a:gd name="connsiteX787" fmla="*/ 812625 w 1878763"/>
              <a:gd name="connsiteY787" fmla="*/ 479870 h 1720299"/>
              <a:gd name="connsiteX788" fmla="*/ 692450 w 1878763"/>
              <a:gd name="connsiteY788" fmla="*/ 452438 h 1720299"/>
              <a:gd name="connsiteX789" fmla="*/ 719882 w 1878763"/>
              <a:gd name="connsiteY789" fmla="*/ 452438 h 1720299"/>
              <a:gd name="connsiteX790" fmla="*/ 719882 w 1878763"/>
              <a:gd name="connsiteY790" fmla="*/ 479870 h 1720299"/>
              <a:gd name="connsiteX791" fmla="*/ 692450 w 1878763"/>
              <a:gd name="connsiteY791" fmla="*/ 479870 h 1720299"/>
              <a:gd name="connsiteX792" fmla="*/ 576340 w 1878763"/>
              <a:gd name="connsiteY792" fmla="*/ 452438 h 1720299"/>
              <a:gd name="connsiteX793" fmla="*/ 603772 w 1878763"/>
              <a:gd name="connsiteY793" fmla="*/ 452438 h 1720299"/>
              <a:gd name="connsiteX794" fmla="*/ 603772 w 1878763"/>
              <a:gd name="connsiteY794" fmla="*/ 479870 h 1720299"/>
              <a:gd name="connsiteX795" fmla="*/ 576340 w 1878763"/>
              <a:gd name="connsiteY795" fmla="*/ 479870 h 1720299"/>
              <a:gd name="connsiteX796" fmla="*/ 456165 w 1878763"/>
              <a:gd name="connsiteY796" fmla="*/ 452438 h 1720299"/>
              <a:gd name="connsiteX797" fmla="*/ 483597 w 1878763"/>
              <a:gd name="connsiteY797" fmla="*/ 452438 h 1720299"/>
              <a:gd name="connsiteX798" fmla="*/ 483597 w 1878763"/>
              <a:gd name="connsiteY798" fmla="*/ 479870 h 1720299"/>
              <a:gd name="connsiteX799" fmla="*/ 456165 w 1878763"/>
              <a:gd name="connsiteY799" fmla="*/ 479870 h 1720299"/>
              <a:gd name="connsiteX800" fmla="*/ 340656 w 1878763"/>
              <a:gd name="connsiteY800" fmla="*/ 452438 h 1720299"/>
              <a:gd name="connsiteX801" fmla="*/ 368088 w 1878763"/>
              <a:gd name="connsiteY801" fmla="*/ 452438 h 1720299"/>
              <a:gd name="connsiteX802" fmla="*/ 368088 w 1878763"/>
              <a:gd name="connsiteY802" fmla="*/ 479870 h 1720299"/>
              <a:gd name="connsiteX803" fmla="*/ 340656 w 1878763"/>
              <a:gd name="connsiteY803" fmla="*/ 479870 h 1720299"/>
              <a:gd name="connsiteX804" fmla="*/ 226483 w 1878763"/>
              <a:gd name="connsiteY804" fmla="*/ 452438 h 1720299"/>
              <a:gd name="connsiteX805" fmla="*/ 253915 w 1878763"/>
              <a:gd name="connsiteY805" fmla="*/ 452438 h 1720299"/>
              <a:gd name="connsiteX806" fmla="*/ 253915 w 1878763"/>
              <a:gd name="connsiteY806" fmla="*/ 479870 h 1720299"/>
              <a:gd name="connsiteX807" fmla="*/ 226483 w 1878763"/>
              <a:gd name="connsiteY807" fmla="*/ 479870 h 1720299"/>
              <a:gd name="connsiteX808" fmla="*/ 114173 w 1878763"/>
              <a:gd name="connsiteY808" fmla="*/ 452438 h 1720299"/>
              <a:gd name="connsiteX809" fmla="*/ 141605 w 1878763"/>
              <a:gd name="connsiteY809" fmla="*/ 452438 h 1720299"/>
              <a:gd name="connsiteX810" fmla="*/ 141605 w 1878763"/>
              <a:gd name="connsiteY810" fmla="*/ 479870 h 1720299"/>
              <a:gd name="connsiteX811" fmla="*/ 114173 w 1878763"/>
              <a:gd name="connsiteY811" fmla="*/ 479870 h 1720299"/>
              <a:gd name="connsiteX812" fmla="*/ 0 w 1878763"/>
              <a:gd name="connsiteY812" fmla="*/ 452438 h 1720299"/>
              <a:gd name="connsiteX813" fmla="*/ 27432 w 1878763"/>
              <a:gd name="connsiteY813" fmla="*/ 452438 h 1720299"/>
              <a:gd name="connsiteX814" fmla="*/ 27432 w 1878763"/>
              <a:gd name="connsiteY814" fmla="*/ 479870 h 1720299"/>
              <a:gd name="connsiteX815" fmla="*/ 0 w 1878763"/>
              <a:gd name="connsiteY815" fmla="*/ 479870 h 1720299"/>
              <a:gd name="connsiteX816" fmla="*/ 1851331 w 1878763"/>
              <a:gd name="connsiteY816" fmla="*/ 337344 h 1720299"/>
              <a:gd name="connsiteX817" fmla="*/ 1878763 w 1878763"/>
              <a:gd name="connsiteY817" fmla="*/ 337344 h 1720299"/>
              <a:gd name="connsiteX818" fmla="*/ 1878763 w 1878763"/>
              <a:gd name="connsiteY818" fmla="*/ 364776 h 1720299"/>
              <a:gd name="connsiteX819" fmla="*/ 1851331 w 1878763"/>
              <a:gd name="connsiteY819" fmla="*/ 364776 h 1720299"/>
              <a:gd name="connsiteX820" fmla="*/ 1737031 w 1878763"/>
              <a:gd name="connsiteY820" fmla="*/ 337344 h 1720299"/>
              <a:gd name="connsiteX821" fmla="*/ 1764463 w 1878763"/>
              <a:gd name="connsiteY821" fmla="*/ 337344 h 1720299"/>
              <a:gd name="connsiteX822" fmla="*/ 1764463 w 1878763"/>
              <a:gd name="connsiteY822" fmla="*/ 364776 h 1720299"/>
              <a:gd name="connsiteX823" fmla="*/ 1737031 w 1878763"/>
              <a:gd name="connsiteY823" fmla="*/ 364776 h 1720299"/>
              <a:gd name="connsiteX824" fmla="*/ 1625112 w 1878763"/>
              <a:gd name="connsiteY824" fmla="*/ 337344 h 1720299"/>
              <a:gd name="connsiteX825" fmla="*/ 1652544 w 1878763"/>
              <a:gd name="connsiteY825" fmla="*/ 337344 h 1720299"/>
              <a:gd name="connsiteX826" fmla="*/ 1652544 w 1878763"/>
              <a:gd name="connsiteY826" fmla="*/ 364776 h 1720299"/>
              <a:gd name="connsiteX827" fmla="*/ 1625112 w 1878763"/>
              <a:gd name="connsiteY827" fmla="*/ 364776 h 1720299"/>
              <a:gd name="connsiteX828" fmla="*/ 1510812 w 1878763"/>
              <a:gd name="connsiteY828" fmla="*/ 337344 h 1720299"/>
              <a:gd name="connsiteX829" fmla="*/ 1538244 w 1878763"/>
              <a:gd name="connsiteY829" fmla="*/ 337344 h 1720299"/>
              <a:gd name="connsiteX830" fmla="*/ 1538244 w 1878763"/>
              <a:gd name="connsiteY830" fmla="*/ 364776 h 1720299"/>
              <a:gd name="connsiteX831" fmla="*/ 1510812 w 1878763"/>
              <a:gd name="connsiteY831" fmla="*/ 364776 h 1720299"/>
              <a:gd name="connsiteX832" fmla="*/ 1394702 w 1878763"/>
              <a:gd name="connsiteY832" fmla="*/ 337344 h 1720299"/>
              <a:gd name="connsiteX833" fmla="*/ 1422134 w 1878763"/>
              <a:gd name="connsiteY833" fmla="*/ 337344 h 1720299"/>
              <a:gd name="connsiteX834" fmla="*/ 1422134 w 1878763"/>
              <a:gd name="connsiteY834" fmla="*/ 364776 h 1720299"/>
              <a:gd name="connsiteX835" fmla="*/ 1394702 w 1878763"/>
              <a:gd name="connsiteY835" fmla="*/ 364776 h 1720299"/>
              <a:gd name="connsiteX836" fmla="*/ 1278592 w 1878763"/>
              <a:gd name="connsiteY836" fmla="*/ 337344 h 1720299"/>
              <a:gd name="connsiteX837" fmla="*/ 1306024 w 1878763"/>
              <a:gd name="connsiteY837" fmla="*/ 337344 h 1720299"/>
              <a:gd name="connsiteX838" fmla="*/ 1306024 w 1878763"/>
              <a:gd name="connsiteY838" fmla="*/ 364776 h 1720299"/>
              <a:gd name="connsiteX839" fmla="*/ 1278592 w 1878763"/>
              <a:gd name="connsiteY839" fmla="*/ 364776 h 1720299"/>
              <a:gd name="connsiteX840" fmla="*/ 1162482 w 1878763"/>
              <a:gd name="connsiteY840" fmla="*/ 337344 h 1720299"/>
              <a:gd name="connsiteX841" fmla="*/ 1189914 w 1878763"/>
              <a:gd name="connsiteY841" fmla="*/ 337344 h 1720299"/>
              <a:gd name="connsiteX842" fmla="*/ 1189914 w 1878763"/>
              <a:gd name="connsiteY842" fmla="*/ 364776 h 1720299"/>
              <a:gd name="connsiteX843" fmla="*/ 1162482 w 1878763"/>
              <a:gd name="connsiteY843" fmla="*/ 364776 h 1720299"/>
              <a:gd name="connsiteX844" fmla="*/ 1042307 w 1878763"/>
              <a:gd name="connsiteY844" fmla="*/ 337344 h 1720299"/>
              <a:gd name="connsiteX845" fmla="*/ 1069739 w 1878763"/>
              <a:gd name="connsiteY845" fmla="*/ 337344 h 1720299"/>
              <a:gd name="connsiteX846" fmla="*/ 1069739 w 1878763"/>
              <a:gd name="connsiteY846" fmla="*/ 364776 h 1720299"/>
              <a:gd name="connsiteX847" fmla="*/ 1042307 w 1878763"/>
              <a:gd name="connsiteY847" fmla="*/ 364776 h 1720299"/>
              <a:gd name="connsiteX848" fmla="*/ 926798 w 1878763"/>
              <a:gd name="connsiteY848" fmla="*/ 337344 h 1720299"/>
              <a:gd name="connsiteX849" fmla="*/ 954230 w 1878763"/>
              <a:gd name="connsiteY849" fmla="*/ 337344 h 1720299"/>
              <a:gd name="connsiteX850" fmla="*/ 954230 w 1878763"/>
              <a:gd name="connsiteY850" fmla="*/ 364776 h 1720299"/>
              <a:gd name="connsiteX851" fmla="*/ 926798 w 1878763"/>
              <a:gd name="connsiteY851" fmla="*/ 364776 h 1720299"/>
              <a:gd name="connsiteX852" fmla="*/ 812625 w 1878763"/>
              <a:gd name="connsiteY852" fmla="*/ 337344 h 1720299"/>
              <a:gd name="connsiteX853" fmla="*/ 840057 w 1878763"/>
              <a:gd name="connsiteY853" fmla="*/ 337344 h 1720299"/>
              <a:gd name="connsiteX854" fmla="*/ 840057 w 1878763"/>
              <a:gd name="connsiteY854" fmla="*/ 364776 h 1720299"/>
              <a:gd name="connsiteX855" fmla="*/ 812625 w 1878763"/>
              <a:gd name="connsiteY855" fmla="*/ 364776 h 1720299"/>
              <a:gd name="connsiteX856" fmla="*/ 692450 w 1878763"/>
              <a:gd name="connsiteY856" fmla="*/ 337344 h 1720299"/>
              <a:gd name="connsiteX857" fmla="*/ 719882 w 1878763"/>
              <a:gd name="connsiteY857" fmla="*/ 337344 h 1720299"/>
              <a:gd name="connsiteX858" fmla="*/ 719882 w 1878763"/>
              <a:gd name="connsiteY858" fmla="*/ 364776 h 1720299"/>
              <a:gd name="connsiteX859" fmla="*/ 692450 w 1878763"/>
              <a:gd name="connsiteY859" fmla="*/ 364776 h 1720299"/>
              <a:gd name="connsiteX860" fmla="*/ 576340 w 1878763"/>
              <a:gd name="connsiteY860" fmla="*/ 337344 h 1720299"/>
              <a:gd name="connsiteX861" fmla="*/ 603772 w 1878763"/>
              <a:gd name="connsiteY861" fmla="*/ 337344 h 1720299"/>
              <a:gd name="connsiteX862" fmla="*/ 603772 w 1878763"/>
              <a:gd name="connsiteY862" fmla="*/ 364776 h 1720299"/>
              <a:gd name="connsiteX863" fmla="*/ 576340 w 1878763"/>
              <a:gd name="connsiteY863" fmla="*/ 364776 h 1720299"/>
              <a:gd name="connsiteX864" fmla="*/ 456165 w 1878763"/>
              <a:gd name="connsiteY864" fmla="*/ 337344 h 1720299"/>
              <a:gd name="connsiteX865" fmla="*/ 483597 w 1878763"/>
              <a:gd name="connsiteY865" fmla="*/ 337344 h 1720299"/>
              <a:gd name="connsiteX866" fmla="*/ 483597 w 1878763"/>
              <a:gd name="connsiteY866" fmla="*/ 364776 h 1720299"/>
              <a:gd name="connsiteX867" fmla="*/ 456165 w 1878763"/>
              <a:gd name="connsiteY867" fmla="*/ 364776 h 1720299"/>
              <a:gd name="connsiteX868" fmla="*/ 340656 w 1878763"/>
              <a:gd name="connsiteY868" fmla="*/ 337344 h 1720299"/>
              <a:gd name="connsiteX869" fmla="*/ 368088 w 1878763"/>
              <a:gd name="connsiteY869" fmla="*/ 337344 h 1720299"/>
              <a:gd name="connsiteX870" fmla="*/ 368088 w 1878763"/>
              <a:gd name="connsiteY870" fmla="*/ 364776 h 1720299"/>
              <a:gd name="connsiteX871" fmla="*/ 340656 w 1878763"/>
              <a:gd name="connsiteY871" fmla="*/ 364776 h 1720299"/>
              <a:gd name="connsiteX872" fmla="*/ 226483 w 1878763"/>
              <a:gd name="connsiteY872" fmla="*/ 337344 h 1720299"/>
              <a:gd name="connsiteX873" fmla="*/ 253915 w 1878763"/>
              <a:gd name="connsiteY873" fmla="*/ 337344 h 1720299"/>
              <a:gd name="connsiteX874" fmla="*/ 253915 w 1878763"/>
              <a:gd name="connsiteY874" fmla="*/ 364776 h 1720299"/>
              <a:gd name="connsiteX875" fmla="*/ 226483 w 1878763"/>
              <a:gd name="connsiteY875" fmla="*/ 364776 h 1720299"/>
              <a:gd name="connsiteX876" fmla="*/ 114173 w 1878763"/>
              <a:gd name="connsiteY876" fmla="*/ 337344 h 1720299"/>
              <a:gd name="connsiteX877" fmla="*/ 141605 w 1878763"/>
              <a:gd name="connsiteY877" fmla="*/ 337344 h 1720299"/>
              <a:gd name="connsiteX878" fmla="*/ 141605 w 1878763"/>
              <a:gd name="connsiteY878" fmla="*/ 364776 h 1720299"/>
              <a:gd name="connsiteX879" fmla="*/ 114173 w 1878763"/>
              <a:gd name="connsiteY879" fmla="*/ 364776 h 1720299"/>
              <a:gd name="connsiteX880" fmla="*/ 0 w 1878763"/>
              <a:gd name="connsiteY880" fmla="*/ 337344 h 1720299"/>
              <a:gd name="connsiteX881" fmla="*/ 27432 w 1878763"/>
              <a:gd name="connsiteY881" fmla="*/ 337344 h 1720299"/>
              <a:gd name="connsiteX882" fmla="*/ 27432 w 1878763"/>
              <a:gd name="connsiteY882" fmla="*/ 364776 h 1720299"/>
              <a:gd name="connsiteX883" fmla="*/ 0 w 1878763"/>
              <a:gd name="connsiteY883" fmla="*/ 364776 h 1720299"/>
              <a:gd name="connsiteX884" fmla="*/ 1851331 w 1878763"/>
              <a:gd name="connsiteY884" fmla="*/ 223837 h 1720299"/>
              <a:gd name="connsiteX885" fmla="*/ 1878763 w 1878763"/>
              <a:gd name="connsiteY885" fmla="*/ 223837 h 1720299"/>
              <a:gd name="connsiteX886" fmla="*/ 1878763 w 1878763"/>
              <a:gd name="connsiteY886" fmla="*/ 251269 h 1720299"/>
              <a:gd name="connsiteX887" fmla="*/ 1851331 w 1878763"/>
              <a:gd name="connsiteY887" fmla="*/ 251269 h 1720299"/>
              <a:gd name="connsiteX888" fmla="*/ 1737031 w 1878763"/>
              <a:gd name="connsiteY888" fmla="*/ 223837 h 1720299"/>
              <a:gd name="connsiteX889" fmla="*/ 1764463 w 1878763"/>
              <a:gd name="connsiteY889" fmla="*/ 223837 h 1720299"/>
              <a:gd name="connsiteX890" fmla="*/ 1764463 w 1878763"/>
              <a:gd name="connsiteY890" fmla="*/ 251269 h 1720299"/>
              <a:gd name="connsiteX891" fmla="*/ 1737031 w 1878763"/>
              <a:gd name="connsiteY891" fmla="*/ 251269 h 1720299"/>
              <a:gd name="connsiteX892" fmla="*/ 1625112 w 1878763"/>
              <a:gd name="connsiteY892" fmla="*/ 223837 h 1720299"/>
              <a:gd name="connsiteX893" fmla="*/ 1652544 w 1878763"/>
              <a:gd name="connsiteY893" fmla="*/ 223837 h 1720299"/>
              <a:gd name="connsiteX894" fmla="*/ 1652544 w 1878763"/>
              <a:gd name="connsiteY894" fmla="*/ 251269 h 1720299"/>
              <a:gd name="connsiteX895" fmla="*/ 1625112 w 1878763"/>
              <a:gd name="connsiteY895" fmla="*/ 251269 h 1720299"/>
              <a:gd name="connsiteX896" fmla="*/ 1510812 w 1878763"/>
              <a:gd name="connsiteY896" fmla="*/ 223837 h 1720299"/>
              <a:gd name="connsiteX897" fmla="*/ 1538244 w 1878763"/>
              <a:gd name="connsiteY897" fmla="*/ 223837 h 1720299"/>
              <a:gd name="connsiteX898" fmla="*/ 1538244 w 1878763"/>
              <a:gd name="connsiteY898" fmla="*/ 251269 h 1720299"/>
              <a:gd name="connsiteX899" fmla="*/ 1510812 w 1878763"/>
              <a:gd name="connsiteY899" fmla="*/ 251269 h 1720299"/>
              <a:gd name="connsiteX900" fmla="*/ 1394702 w 1878763"/>
              <a:gd name="connsiteY900" fmla="*/ 223837 h 1720299"/>
              <a:gd name="connsiteX901" fmla="*/ 1422134 w 1878763"/>
              <a:gd name="connsiteY901" fmla="*/ 223837 h 1720299"/>
              <a:gd name="connsiteX902" fmla="*/ 1422134 w 1878763"/>
              <a:gd name="connsiteY902" fmla="*/ 251269 h 1720299"/>
              <a:gd name="connsiteX903" fmla="*/ 1394702 w 1878763"/>
              <a:gd name="connsiteY903" fmla="*/ 251269 h 1720299"/>
              <a:gd name="connsiteX904" fmla="*/ 1278592 w 1878763"/>
              <a:gd name="connsiteY904" fmla="*/ 223837 h 1720299"/>
              <a:gd name="connsiteX905" fmla="*/ 1306024 w 1878763"/>
              <a:gd name="connsiteY905" fmla="*/ 223837 h 1720299"/>
              <a:gd name="connsiteX906" fmla="*/ 1306024 w 1878763"/>
              <a:gd name="connsiteY906" fmla="*/ 251269 h 1720299"/>
              <a:gd name="connsiteX907" fmla="*/ 1278592 w 1878763"/>
              <a:gd name="connsiteY907" fmla="*/ 251269 h 1720299"/>
              <a:gd name="connsiteX908" fmla="*/ 1162482 w 1878763"/>
              <a:gd name="connsiteY908" fmla="*/ 223837 h 1720299"/>
              <a:gd name="connsiteX909" fmla="*/ 1189914 w 1878763"/>
              <a:gd name="connsiteY909" fmla="*/ 223837 h 1720299"/>
              <a:gd name="connsiteX910" fmla="*/ 1189914 w 1878763"/>
              <a:gd name="connsiteY910" fmla="*/ 251269 h 1720299"/>
              <a:gd name="connsiteX911" fmla="*/ 1162482 w 1878763"/>
              <a:gd name="connsiteY911" fmla="*/ 251269 h 1720299"/>
              <a:gd name="connsiteX912" fmla="*/ 1042307 w 1878763"/>
              <a:gd name="connsiteY912" fmla="*/ 223837 h 1720299"/>
              <a:gd name="connsiteX913" fmla="*/ 1069739 w 1878763"/>
              <a:gd name="connsiteY913" fmla="*/ 223837 h 1720299"/>
              <a:gd name="connsiteX914" fmla="*/ 1069739 w 1878763"/>
              <a:gd name="connsiteY914" fmla="*/ 251269 h 1720299"/>
              <a:gd name="connsiteX915" fmla="*/ 1042307 w 1878763"/>
              <a:gd name="connsiteY915" fmla="*/ 251269 h 1720299"/>
              <a:gd name="connsiteX916" fmla="*/ 926798 w 1878763"/>
              <a:gd name="connsiteY916" fmla="*/ 223837 h 1720299"/>
              <a:gd name="connsiteX917" fmla="*/ 954230 w 1878763"/>
              <a:gd name="connsiteY917" fmla="*/ 223837 h 1720299"/>
              <a:gd name="connsiteX918" fmla="*/ 954230 w 1878763"/>
              <a:gd name="connsiteY918" fmla="*/ 251269 h 1720299"/>
              <a:gd name="connsiteX919" fmla="*/ 926798 w 1878763"/>
              <a:gd name="connsiteY919" fmla="*/ 251269 h 1720299"/>
              <a:gd name="connsiteX920" fmla="*/ 812625 w 1878763"/>
              <a:gd name="connsiteY920" fmla="*/ 223837 h 1720299"/>
              <a:gd name="connsiteX921" fmla="*/ 840057 w 1878763"/>
              <a:gd name="connsiteY921" fmla="*/ 223837 h 1720299"/>
              <a:gd name="connsiteX922" fmla="*/ 840057 w 1878763"/>
              <a:gd name="connsiteY922" fmla="*/ 251269 h 1720299"/>
              <a:gd name="connsiteX923" fmla="*/ 812625 w 1878763"/>
              <a:gd name="connsiteY923" fmla="*/ 251269 h 1720299"/>
              <a:gd name="connsiteX924" fmla="*/ 692450 w 1878763"/>
              <a:gd name="connsiteY924" fmla="*/ 223837 h 1720299"/>
              <a:gd name="connsiteX925" fmla="*/ 719882 w 1878763"/>
              <a:gd name="connsiteY925" fmla="*/ 223837 h 1720299"/>
              <a:gd name="connsiteX926" fmla="*/ 719882 w 1878763"/>
              <a:gd name="connsiteY926" fmla="*/ 251269 h 1720299"/>
              <a:gd name="connsiteX927" fmla="*/ 692450 w 1878763"/>
              <a:gd name="connsiteY927" fmla="*/ 251269 h 1720299"/>
              <a:gd name="connsiteX928" fmla="*/ 576340 w 1878763"/>
              <a:gd name="connsiteY928" fmla="*/ 223837 h 1720299"/>
              <a:gd name="connsiteX929" fmla="*/ 603772 w 1878763"/>
              <a:gd name="connsiteY929" fmla="*/ 223837 h 1720299"/>
              <a:gd name="connsiteX930" fmla="*/ 603772 w 1878763"/>
              <a:gd name="connsiteY930" fmla="*/ 251269 h 1720299"/>
              <a:gd name="connsiteX931" fmla="*/ 576340 w 1878763"/>
              <a:gd name="connsiteY931" fmla="*/ 251269 h 1720299"/>
              <a:gd name="connsiteX932" fmla="*/ 456165 w 1878763"/>
              <a:gd name="connsiteY932" fmla="*/ 223837 h 1720299"/>
              <a:gd name="connsiteX933" fmla="*/ 483597 w 1878763"/>
              <a:gd name="connsiteY933" fmla="*/ 223837 h 1720299"/>
              <a:gd name="connsiteX934" fmla="*/ 483597 w 1878763"/>
              <a:gd name="connsiteY934" fmla="*/ 251269 h 1720299"/>
              <a:gd name="connsiteX935" fmla="*/ 456165 w 1878763"/>
              <a:gd name="connsiteY935" fmla="*/ 251269 h 1720299"/>
              <a:gd name="connsiteX936" fmla="*/ 340656 w 1878763"/>
              <a:gd name="connsiteY936" fmla="*/ 223837 h 1720299"/>
              <a:gd name="connsiteX937" fmla="*/ 368088 w 1878763"/>
              <a:gd name="connsiteY937" fmla="*/ 223837 h 1720299"/>
              <a:gd name="connsiteX938" fmla="*/ 368088 w 1878763"/>
              <a:gd name="connsiteY938" fmla="*/ 251269 h 1720299"/>
              <a:gd name="connsiteX939" fmla="*/ 340656 w 1878763"/>
              <a:gd name="connsiteY939" fmla="*/ 251269 h 1720299"/>
              <a:gd name="connsiteX940" fmla="*/ 226483 w 1878763"/>
              <a:gd name="connsiteY940" fmla="*/ 223837 h 1720299"/>
              <a:gd name="connsiteX941" fmla="*/ 253915 w 1878763"/>
              <a:gd name="connsiteY941" fmla="*/ 223837 h 1720299"/>
              <a:gd name="connsiteX942" fmla="*/ 253915 w 1878763"/>
              <a:gd name="connsiteY942" fmla="*/ 251269 h 1720299"/>
              <a:gd name="connsiteX943" fmla="*/ 226483 w 1878763"/>
              <a:gd name="connsiteY943" fmla="*/ 251269 h 1720299"/>
              <a:gd name="connsiteX944" fmla="*/ 114173 w 1878763"/>
              <a:gd name="connsiteY944" fmla="*/ 223837 h 1720299"/>
              <a:gd name="connsiteX945" fmla="*/ 141605 w 1878763"/>
              <a:gd name="connsiteY945" fmla="*/ 223837 h 1720299"/>
              <a:gd name="connsiteX946" fmla="*/ 141605 w 1878763"/>
              <a:gd name="connsiteY946" fmla="*/ 251269 h 1720299"/>
              <a:gd name="connsiteX947" fmla="*/ 114173 w 1878763"/>
              <a:gd name="connsiteY947" fmla="*/ 251269 h 1720299"/>
              <a:gd name="connsiteX948" fmla="*/ 0 w 1878763"/>
              <a:gd name="connsiteY948" fmla="*/ 223837 h 1720299"/>
              <a:gd name="connsiteX949" fmla="*/ 27432 w 1878763"/>
              <a:gd name="connsiteY949" fmla="*/ 223837 h 1720299"/>
              <a:gd name="connsiteX950" fmla="*/ 27432 w 1878763"/>
              <a:gd name="connsiteY950" fmla="*/ 251269 h 1720299"/>
              <a:gd name="connsiteX951" fmla="*/ 0 w 1878763"/>
              <a:gd name="connsiteY951" fmla="*/ 251269 h 1720299"/>
              <a:gd name="connsiteX952" fmla="*/ 1851331 w 1878763"/>
              <a:gd name="connsiteY952" fmla="*/ 113507 h 1720299"/>
              <a:gd name="connsiteX953" fmla="*/ 1878763 w 1878763"/>
              <a:gd name="connsiteY953" fmla="*/ 113507 h 1720299"/>
              <a:gd name="connsiteX954" fmla="*/ 1878763 w 1878763"/>
              <a:gd name="connsiteY954" fmla="*/ 140939 h 1720299"/>
              <a:gd name="connsiteX955" fmla="*/ 1851331 w 1878763"/>
              <a:gd name="connsiteY955" fmla="*/ 140939 h 1720299"/>
              <a:gd name="connsiteX956" fmla="*/ 1737031 w 1878763"/>
              <a:gd name="connsiteY956" fmla="*/ 113507 h 1720299"/>
              <a:gd name="connsiteX957" fmla="*/ 1764463 w 1878763"/>
              <a:gd name="connsiteY957" fmla="*/ 113507 h 1720299"/>
              <a:gd name="connsiteX958" fmla="*/ 1764463 w 1878763"/>
              <a:gd name="connsiteY958" fmla="*/ 140939 h 1720299"/>
              <a:gd name="connsiteX959" fmla="*/ 1737031 w 1878763"/>
              <a:gd name="connsiteY959" fmla="*/ 140939 h 1720299"/>
              <a:gd name="connsiteX960" fmla="*/ 1625112 w 1878763"/>
              <a:gd name="connsiteY960" fmla="*/ 113507 h 1720299"/>
              <a:gd name="connsiteX961" fmla="*/ 1652544 w 1878763"/>
              <a:gd name="connsiteY961" fmla="*/ 113507 h 1720299"/>
              <a:gd name="connsiteX962" fmla="*/ 1652544 w 1878763"/>
              <a:gd name="connsiteY962" fmla="*/ 140939 h 1720299"/>
              <a:gd name="connsiteX963" fmla="*/ 1625112 w 1878763"/>
              <a:gd name="connsiteY963" fmla="*/ 140939 h 1720299"/>
              <a:gd name="connsiteX964" fmla="*/ 1510812 w 1878763"/>
              <a:gd name="connsiteY964" fmla="*/ 113507 h 1720299"/>
              <a:gd name="connsiteX965" fmla="*/ 1538244 w 1878763"/>
              <a:gd name="connsiteY965" fmla="*/ 113507 h 1720299"/>
              <a:gd name="connsiteX966" fmla="*/ 1538244 w 1878763"/>
              <a:gd name="connsiteY966" fmla="*/ 140939 h 1720299"/>
              <a:gd name="connsiteX967" fmla="*/ 1510812 w 1878763"/>
              <a:gd name="connsiteY967" fmla="*/ 140939 h 1720299"/>
              <a:gd name="connsiteX968" fmla="*/ 1394702 w 1878763"/>
              <a:gd name="connsiteY968" fmla="*/ 113507 h 1720299"/>
              <a:gd name="connsiteX969" fmla="*/ 1422134 w 1878763"/>
              <a:gd name="connsiteY969" fmla="*/ 113507 h 1720299"/>
              <a:gd name="connsiteX970" fmla="*/ 1422134 w 1878763"/>
              <a:gd name="connsiteY970" fmla="*/ 140939 h 1720299"/>
              <a:gd name="connsiteX971" fmla="*/ 1394702 w 1878763"/>
              <a:gd name="connsiteY971" fmla="*/ 140939 h 1720299"/>
              <a:gd name="connsiteX972" fmla="*/ 1278592 w 1878763"/>
              <a:gd name="connsiteY972" fmla="*/ 113507 h 1720299"/>
              <a:gd name="connsiteX973" fmla="*/ 1306024 w 1878763"/>
              <a:gd name="connsiteY973" fmla="*/ 113507 h 1720299"/>
              <a:gd name="connsiteX974" fmla="*/ 1306024 w 1878763"/>
              <a:gd name="connsiteY974" fmla="*/ 140939 h 1720299"/>
              <a:gd name="connsiteX975" fmla="*/ 1278592 w 1878763"/>
              <a:gd name="connsiteY975" fmla="*/ 140939 h 1720299"/>
              <a:gd name="connsiteX976" fmla="*/ 1162482 w 1878763"/>
              <a:gd name="connsiteY976" fmla="*/ 113507 h 1720299"/>
              <a:gd name="connsiteX977" fmla="*/ 1189914 w 1878763"/>
              <a:gd name="connsiteY977" fmla="*/ 113507 h 1720299"/>
              <a:gd name="connsiteX978" fmla="*/ 1189914 w 1878763"/>
              <a:gd name="connsiteY978" fmla="*/ 140939 h 1720299"/>
              <a:gd name="connsiteX979" fmla="*/ 1162482 w 1878763"/>
              <a:gd name="connsiteY979" fmla="*/ 140939 h 1720299"/>
              <a:gd name="connsiteX980" fmla="*/ 1042307 w 1878763"/>
              <a:gd name="connsiteY980" fmla="*/ 113507 h 1720299"/>
              <a:gd name="connsiteX981" fmla="*/ 1069739 w 1878763"/>
              <a:gd name="connsiteY981" fmla="*/ 113507 h 1720299"/>
              <a:gd name="connsiteX982" fmla="*/ 1069739 w 1878763"/>
              <a:gd name="connsiteY982" fmla="*/ 140939 h 1720299"/>
              <a:gd name="connsiteX983" fmla="*/ 1042307 w 1878763"/>
              <a:gd name="connsiteY983" fmla="*/ 140939 h 1720299"/>
              <a:gd name="connsiteX984" fmla="*/ 926798 w 1878763"/>
              <a:gd name="connsiteY984" fmla="*/ 113507 h 1720299"/>
              <a:gd name="connsiteX985" fmla="*/ 954230 w 1878763"/>
              <a:gd name="connsiteY985" fmla="*/ 113507 h 1720299"/>
              <a:gd name="connsiteX986" fmla="*/ 954230 w 1878763"/>
              <a:gd name="connsiteY986" fmla="*/ 140939 h 1720299"/>
              <a:gd name="connsiteX987" fmla="*/ 926798 w 1878763"/>
              <a:gd name="connsiteY987" fmla="*/ 140939 h 1720299"/>
              <a:gd name="connsiteX988" fmla="*/ 812625 w 1878763"/>
              <a:gd name="connsiteY988" fmla="*/ 113507 h 1720299"/>
              <a:gd name="connsiteX989" fmla="*/ 840057 w 1878763"/>
              <a:gd name="connsiteY989" fmla="*/ 113507 h 1720299"/>
              <a:gd name="connsiteX990" fmla="*/ 840057 w 1878763"/>
              <a:gd name="connsiteY990" fmla="*/ 140939 h 1720299"/>
              <a:gd name="connsiteX991" fmla="*/ 812625 w 1878763"/>
              <a:gd name="connsiteY991" fmla="*/ 140939 h 1720299"/>
              <a:gd name="connsiteX992" fmla="*/ 692450 w 1878763"/>
              <a:gd name="connsiteY992" fmla="*/ 113507 h 1720299"/>
              <a:gd name="connsiteX993" fmla="*/ 719882 w 1878763"/>
              <a:gd name="connsiteY993" fmla="*/ 113507 h 1720299"/>
              <a:gd name="connsiteX994" fmla="*/ 719882 w 1878763"/>
              <a:gd name="connsiteY994" fmla="*/ 140939 h 1720299"/>
              <a:gd name="connsiteX995" fmla="*/ 692450 w 1878763"/>
              <a:gd name="connsiteY995" fmla="*/ 140939 h 1720299"/>
              <a:gd name="connsiteX996" fmla="*/ 576340 w 1878763"/>
              <a:gd name="connsiteY996" fmla="*/ 113507 h 1720299"/>
              <a:gd name="connsiteX997" fmla="*/ 603772 w 1878763"/>
              <a:gd name="connsiteY997" fmla="*/ 113507 h 1720299"/>
              <a:gd name="connsiteX998" fmla="*/ 603772 w 1878763"/>
              <a:gd name="connsiteY998" fmla="*/ 140939 h 1720299"/>
              <a:gd name="connsiteX999" fmla="*/ 576340 w 1878763"/>
              <a:gd name="connsiteY999" fmla="*/ 140939 h 1720299"/>
              <a:gd name="connsiteX1000" fmla="*/ 456165 w 1878763"/>
              <a:gd name="connsiteY1000" fmla="*/ 113507 h 1720299"/>
              <a:gd name="connsiteX1001" fmla="*/ 483597 w 1878763"/>
              <a:gd name="connsiteY1001" fmla="*/ 113507 h 1720299"/>
              <a:gd name="connsiteX1002" fmla="*/ 483597 w 1878763"/>
              <a:gd name="connsiteY1002" fmla="*/ 140939 h 1720299"/>
              <a:gd name="connsiteX1003" fmla="*/ 456165 w 1878763"/>
              <a:gd name="connsiteY1003" fmla="*/ 140939 h 1720299"/>
              <a:gd name="connsiteX1004" fmla="*/ 340656 w 1878763"/>
              <a:gd name="connsiteY1004" fmla="*/ 113507 h 1720299"/>
              <a:gd name="connsiteX1005" fmla="*/ 368088 w 1878763"/>
              <a:gd name="connsiteY1005" fmla="*/ 113507 h 1720299"/>
              <a:gd name="connsiteX1006" fmla="*/ 368088 w 1878763"/>
              <a:gd name="connsiteY1006" fmla="*/ 140939 h 1720299"/>
              <a:gd name="connsiteX1007" fmla="*/ 340656 w 1878763"/>
              <a:gd name="connsiteY1007" fmla="*/ 140939 h 1720299"/>
              <a:gd name="connsiteX1008" fmla="*/ 226483 w 1878763"/>
              <a:gd name="connsiteY1008" fmla="*/ 113507 h 1720299"/>
              <a:gd name="connsiteX1009" fmla="*/ 253915 w 1878763"/>
              <a:gd name="connsiteY1009" fmla="*/ 113507 h 1720299"/>
              <a:gd name="connsiteX1010" fmla="*/ 253915 w 1878763"/>
              <a:gd name="connsiteY1010" fmla="*/ 140939 h 1720299"/>
              <a:gd name="connsiteX1011" fmla="*/ 226483 w 1878763"/>
              <a:gd name="connsiteY1011" fmla="*/ 140939 h 1720299"/>
              <a:gd name="connsiteX1012" fmla="*/ 114173 w 1878763"/>
              <a:gd name="connsiteY1012" fmla="*/ 113507 h 1720299"/>
              <a:gd name="connsiteX1013" fmla="*/ 141605 w 1878763"/>
              <a:gd name="connsiteY1013" fmla="*/ 113507 h 1720299"/>
              <a:gd name="connsiteX1014" fmla="*/ 141605 w 1878763"/>
              <a:gd name="connsiteY1014" fmla="*/ 140939 h 1720299"/>
              <a:gd name="connsiteX1015" fmla="*/ 114173 w 1878763"/>
              <a:gd name="connsiteY1015" fmla="*/ 140939 h 1720299"/>
              <a:gd name="connsiteX1016" fmla="*/ 0 w 1878763"/>
              <a:gd name="connsiteY1016" fmla="*/ 113507 h 1720299"/>
              <a:gd name="connsiteX1017" fmla="*/ 27432 w 1878763"/>
              <a:gd name="connsiteY1017" fmla="*/ 113507 h 1720299"/>
              <a:gd name="connsiteX1018" fmla="*/ 27432 w 1878763"/>
              <a:gd name="connsiteY1018" fmla="*/ 140939 h 1720299"/>
              <a:gd name="connsiteX1019" fmla="*/ 0 w 1878763"/>
              <a:gd name="connsiteY1019" fmla="*/ 140939 h 1720299"/>
              <a:gd name="connsiteX1020" fmla="*/ 1851331 w 1878763"/>
              <a:gd name="connsiteY1020" fmla="*/ 0 h 1720299"/>
              <a:gd name="connsiteX1021" fmla="*/ 1878763 w 1878763"/>
              <a:gd name="connsiteY1021" fmla="*/ 0 h 1720299"/>
              <a:gd name="connsiteX1022" fmla="*/ 1878763 w 1878763"/>
              <a:gd name="connsiteY1022" fmla="*/ 27432 h 1720299"/>
              <a:gd name="connsiteX1023" fmla="*/ 1851331 w 1878763"/>
              <a:gd name="connsiteY1023" fmla="*/ 27432 h 1720299"/>
              <a:gd name="connsiteX1024" fmla="*/ 1737031 w 1878763"/>
              <a:gd name="connsiteY1024" fmla="*/ 0 h 1720299"/>
              <a:gd name="connsiteX1025" fmla="*/ 1764463 w 1878763"/>
              <a:gd name="connsiteY1025" fmla="*/ 0 h 1720299"/>
              <a:gd name="connsiteX1026" fmla="*/ 1764463 w 1878763"/>
              <a:gd name="connsiteY1026" fmla="*/ 27432 h 1720299"/>
              <a:gd name="connsiteX1027" fmla="*/ 1737031 w 1878763"/>
              <a:gd name="connsiteY1027" fmla="*/ 27432 h 1720299"/>
              <a:gd name="connsiteX1028" fmla="*/ 1625112 w 1878763"/>
              <a:gd name="connsiteY1028" fmla="*/ 0 h 1720299"/>
              <a:gd name="connsiteX1029" fmla="*/ 1652544 w 1878763"/>
              <a:gd name="connsiteY1029" fmla="*/ 0 h 1720299"/>
              <a:gd name="connsiteX1030" fmla="*/ 1652544 w 1878763"/>
              <a:gd name="connsiteY1030" fmla="*/ 27432 h 1720299"/>
              <a:gd name="connsiteX1031" fmla="*/ 1625112 w 1878763"/>
              <a:gd name="connsiteY1031" fmla="*/ 27432 h 1720299"/>
              <a:gd name="connsiteX1032" fmla="*/ 1510812 w 1878763"/>
              <a:gd name="connsiteY1032" fmla="*/ 0 h 1720299"/>
              <a:gd name="connsiteX1033" fmla="*/ 1538244 w 1878763"/>
              <a:gd name="connsiteY1033" fmla="*/ 0 h 1720299"/>
              <a:gd name="connsiteX1034" fmla="*/ 1538244 w 1878763"/>
              <a:gd name="connsiteY1034" fmla="*/ 27432 h 1720299"/>
              <a:gd name="connsiteX1035" fmla="*/ 1510812 w 1878763"/>
              <a:gd name="connsiteY1035" fmla="*/ 27432 h 1720299"/>
              <a:gd name="connsiteX1036" fmla="*/ 1394702 w 1878763"/>
              <a:gd name="connsiteY1036" fmla="*/ 0 h 1720299"/>
              <a:gd name="connsiteX1037" fmla="*/ 1422134 w 1878763"/>
              <a:gd name="connsiteY1037" fmla="*/ 0 h 1720299"/>
              <a:gd name="connsiteX1038" fmla="*/ 1422134 w 1878763"/>
              <a:gd name="connsiteY1038" fmla="*/ 27432 h 1720299"/>
              <a:gd name="connsiteX1039" fmla="*/ 1394702 w 1878763"/>
              <a:gd name="connsiteY1039" fmla="*/ 27432 h 1720299"/>
              <a:gd name="connsiteX1040" fmla="*/ 1278592 w 1878763"/>
              <a:gd name="connsiteY1040" fmla="*/ 0 h 1720299"/>
              <a:gd name="connsiteX1041" fmla="*/ 1306024 w 1878763"/>
              <a:gd name="connsiteY1041" fmla="*/ 0 h 1720299"/>
              <a:gd name="connsiteX1042" fmla="*/ 1306024 w 1878763"/>
              <a:gd name="connsiteY1042" fmla="*/ 27432 h 1720299"/>
              <a:gd name="connsiteX1043" fmla="*/ 1278592 w 1878763"/>
              <a:gd name="connsiteY1043" fmla="*/ 27432 h 1720299"/>
              <a:gd name="connsiteX1044" fmla="*/ 1162482 w 1878763"/>
              <a:gd name="connsiteY1044" fmla="*/ 0 h 1720299"/>
              <a:gd name="connsiteX1045" fmla="*/ 1189914 w 1878763"/>
              <a:gd name="connsiteY1045" fmla="*/ 0 h 1720299"/>
              <a:gd name="connsiteX1046" fmla="*/ 1189914 w 1878763"/>
              <a:gd name="connsiteY1046" fmla="*/ 27432 h 1720299"/>
              <a:gd name="connsiteX1047" fmla="*/ 1162482 w 1878763"/>
              <a:gd name="connsiteY1047" fmla="*/ 27432 h 1720299"/>
              <a:gd name="connsiteX1048" fmla="*/ 1042307 w 1878763"/>
              <a:gd name="connsiteY1048" fmla="*/ 0 h 1720299"/>
              <a:gd name="connsiteX1049" fmla="*/ 1069739 w 1878763"/>
              <a:gd name="connsiteY1049" fmla="*/ 0 h 1720299"/>
              <a:gd name="connsiteX1050" fmla="*/ 1069739 w 1878763"/>
              <a:gd name="connsiteY1050" fmla="*/ 27432 h 1720299"/>
              <a:gd name="connsiteX1051" fmla="*/ 1042307 w 1878763"/>
              <a:gd name="connsiteY1051" fmla="*/ 27432 h 1720299"/>
              <a:gd name="connsiteX1052" fmla="*/ 926798 w 1878763"/>
              <a:gd name="connsiteY1052" fmla="*/ 0 h 1720299"/>
              <a:gd name="connsiteX1053" fmla="*/ 954230 w 1878763"/>
              <a:gd name="connsiteY1053" fmla="*/ 0 h 1720299"/>
              <a:gd name="connsiteX1054" fmla="*/ 954230 w 1878763"/>
              <a:gd name="connsiteY1054" fmla="*/ 27432 h 1720299"/>
              <a:gd name="connsiteX1055" fmla="*/ 926798 w 1878763"/>
              <a:gd name="connsiteY1055" fmla="*/ 27432 h 1720299"/>
              <a:gd name="connsiteX1056" fmla="*/ 812625 w 1878763"/>
              <a:gd name="connsiteY1056" fmla="*/ 0 h 1720299"/>
              <a:gd name="connsiteX1057" fmla="*/ 840057 w 1878763"/>
              <a:gd name="connsiteY1057" fmla="*/ 0 h 1720299"/>
              <a:gd name="connsiteX1058" fmla="*/ 840057 w 1878763"/>
              <a:gd name="connsiteY1058" fmla="*/ 27432 h 1720299"/>
              <a:gd name="connsiteX1059" fmla="*/ 812625 w 1878763"/>
              <a:gd name="connsiteY1059" fmla="*/ 27432 h 1720299"/>
              <a:gd name="connsiteX1060" fmla="*/ 692450 w 1878763"/>
              <a:gd name="connsiteY1060" fmla="*/ 0 h 1720299"/>
              <a:gd name="connsiteX1061" fmla="*/ 719882 w 1878763"/>
              <a:gd name="connsiteY1061" fmla="*/ 0 h 1720299"/>
              <a:gd name="connsiteX1062" fmla="*/ 719882 w 1878763"/>
              <a:gd name="connsiteY1062" fmla="*/ 27432 h 1720299"/>
              <a:gd name="connsiteX1063" fmla="*/ 692450 w 1878763"/>
              <a:gd name="connsiteY1063" fmla="*/ 27432 h 1720299"/>
              <a:gd name="connsiteX1064" fmla="*/ 576340 w 1878763"/>
              <a:gd name="connsiteY1064" fmla="*/ 0 h 1720299"/>
              <a:gd name="connsiteX1065" fmla="*/ 603772 w 1878763"/>
              <a:gd name="connsiteY1065" fmla="*/ 0 h 1720299"/>
              <a:gd name="connsiteX1066" fmla="*/ 603772 w 1878763"/>
              <a:gd name="connsiteY1066" fmla="*/ 27432 h 1720299"/>
              <a:gd name="connsiteX1067" fmla="*/ 576340 w 1878763"/>
              <a:gd name="connsiteY1067" fmla="*/ 27432 h 1720299"/>
              <a:gd name="connsiteX1068" fmla="*/ 456165 w 1878763"/>
              <a:gd name="connsiteY1068" fmla="*/ 0 h 1720299"/>
              <a:gd name="connsiteX1069" fmla="*/ 483597 w 1878763"/>
              <a:gd name="connsiteY1069" fmla="*/ 0 h 1720299"/>
              <a:gd name="connsiteX1070" fmla="*/ 483597 w 1878763"/>
              <a:gd name="connsiteY1070" fmla="*/ 27432 h 1720299"/>
              <a:gd name="connsiteX1071" fmla="*/ 456165 w 1878763"/>
              <a:gd name="connsiteY1071" fmla="*/ 27432 h 1720299"/>
              <a:gd name="connsiteX1072" fmla="*/ 340656 w 1878763"/>
              <a:gd name="connsiteY1072" fmla="*/ 0 h 1720299"/>
              <a:gd name="connsiteX1073" fmla="*/ 368088 w 1878763"/>
              <a:gd name="connsiteY1073" fmla="*/ 0 h 1720299"/>
              <a:gd name="connsiteX1074" fmla="*/ 368088 w 1878763"/>
              <a:gd name="connsiteY1074" fmla="*/ 27432 h 1720299"/>
              <a:gd name="connsiteX1075" fmla="*/ 340656 w 1878763"/>
              <a:gd name="connsiteY1075" fmla="*/ 27432 h 1720299"/>
              <a:gd name="connsiteX1076" fmla="*/ 226483 w 1878763"/>
              <a:gd name="connsiteY1076" fmla="*/ 0 h 1720299"/>
              <a:gd name="connsiteX1077" fmla="*/ 253915 w 1878763"/>
              <a:gd name="connsiteY1077" fmla="*/ 0 h 1720299"/>
              <a:gd name="connsiteX1078" fmla="*/ 253915 w 1878763"/>
              <a:gd name="connsiteY1078" fmla="*/ 27432 h 1720299"/>
              <a:gd name="connsiteX1079" fmla="*/ 226483 w 1878763"/>
              <a:gd name="connsiteY1079" fmla="*/ 27432 h 1720299"/>
              <a:gd name="connsiteX1080" fmla="*/ 114173 w 1878763"/>
              <a:gd name="connsiteY1080" fmla="*/ 0 h 1720299"/>
              <a:gd name="connsiteX1081" fmla="*/ 141605 w 1878763"/>
              <a:gd name="connsiteY1081" fmla="*/ 0 h 1720299"/>
              <a:gd name="connsiteX1082" fmla="*/ 141605 w 1878763"/>
              <a:gd name="connsiteY1082" fmla="*/ 27432 h 1720299"/>
              <a:gd name="connsiteX1083" fmla="*/ 114173 w 1878763"/>
              <a:gd name="connsiteY1083" fmla="*/ 27432 h 1720299"/>
              <a:gd name="connsiteX1084" fmla="*/ 0 w 1878763"/>
              <a:gd name="connsiteY1084" fmla="*/ 0 h 1720299"/>
              <a:gd name="connsiteX1085" fmla="*/ 27432 w 1878763"/>
              <a:gd name="connsiteY1085" fmla="*/ 0 h 1720299"/>
              <a:gd name="connsiteX1086" fmla="*/ 27432 w 1878763"/>
              <a:gd name="connsiteY1086" fmla="*/ 27432 h 1720299"/>
              <a:gd name="connsiteX1087" fmla="*/ 0 w 1878763"/>
              <a:gd name="connsiteY1087" fmla="*/ 27432 h 1720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</a:cxnLst>
            <a:rect l="l" t="t" r="r" b="b"/>
            <a:pathLst>
              <a:path w="1878763" h="1720299">
                <a:moveTo>
                  <a:pt x="1851331" y="1692867"/>
                </a:moveTo>
                <a:lnTo>
                  <a:pt x="1878763" y="1692867"/>
                </a:lnTo>
                <a:lnTo>
                  <a:pt x="1878763" y="1720299"/>
                </a:lnTo>
                <a:lnTo>
                  <a:pt x="1851331" y="1720299"/>
                </a:lnTo>
                <a:close/>
                <a:moveTo>
                  <a:pt x="1737031" y="1692867"/>
                </a:moveTo>
                <a:lnTo>
                  <a:pt x="1764463" y="1692867"/>
                </a:lnTo>
                <a:lnTo>
                  <a:pt x="1764463" y="1720299"/>
                </a:lnTo>
                <a:lnTo>
                  <a:pt x="1737031" y="1720299"/>
                </a:lnTo>
                <a:close/>
                <a:moveTo>
                  <a:pt x="1625112" y="1692867"/>
                </a:moveTo>
                <a:lnTo>
                  <a:pt x="1652544" y="1692867"/>
                </a:lnTo>
                <a:lnTo>
                  <a:pt x="1652544" y="1720299"/>
                </a:lnTo>
                <a:lnTo>
                  <a:pt x="1625112" y="1720299"/>
                </a:lnTo>
                <a:close/>
                <a:moveTo>
                  <a:pt x="1510812" y="1692867"/>
                </a:moveTo>
                <a:lnTo>
                  <a:pt x="1538244" y="1692867"/>
                </a:lnTo>
                <a:lnTo>
                  <a:pt x="1538244" y="1720299"/>
                </a:lnTo>
                <a:lnTo>
                  <a:pt x="1510812" y="1720299"/>
                </a:lnTo>
                <a:close/>
                <a:moveTo>
                  <a:pt x="1394702" y="1692867"/>
                </a:moveTo>
                <a:lnTo>
                  <a:pt x="1422134" y="1692867"/>
                </a:lnTo>
                <a:lnTo>
                  <a:pt x="1422134" y="1720299"/>
                </a:lnTo>
                <a:lnTo>
                  <a:pt x="1394702" y="1720299"/>
                </a:lnTo>
                <a:close/>
                <a:moveTo>
                  <a:pt x="1278592" y="1692867"/>
                </a:moveTo>
                <a:lnTo>
                  <a:pt x="1306024" y="1692867"/>
                </a:lnTo>
                <a:lnTo>
                  <a:pt x="1306024" y="1720299"/>
                </a:lnTo>
                <a:lnTo>
                  <a:pt x="1278592" y="1720299"/>
                </a:lnTo>
                <a:close/>
                <a:moveTo>
                  <a:pt x="1162482" y="1692867"/>
                </a:moveTo>
                <a:lnTo>
                  <a:pt x="1189914" y="1692867"/>
                </a:lnTo>
                <a:lnTo>
                  <a:pt x="1189914" y="1720299"/>
                </a:lnTo>
                <a:lnTo>
                  <a:pt x="1162482" y="1720299"/>
                </a:lnTo>
                <a:close/>
                <a:moveTo>
                  <a:pt x="1042307" y="1692867"/>
                </a:moveTo>
                <a:lnTo>
                  <a:pt x="1069739" y="1692867"/>
                </a:lnTo>
                <a:lnTo>
                  <a:pt x="1069739" y="1720299"/>
                </a:lnTo>
                <a:lnTo>
                  <a:pt x="1042307" y="1720299"/>
                </a:lnTo>
                <a:close/>
                <a:moveTo>
                  <a:pt x="926798" y="1692867"/>
                </a:moveTo>
                <a:lnTo>
                  <a:pt x="954230" y="1692867"/>
                </a:lnTo>
                <a:lnTo>
                  <a:pt x="954230" y="1720299"/>
                </a:lnTo>
                <a:lnTo>
                  <a:pt x="926798" y="1720299"/>
                </a:lnTo>
                <a:close/>
                <a:moveTo>
                  <a:pt x="812625" y="1692867"/>
                </a:moveTo>
                <a:lnTo>
                  <a:pt x="840057" y="1692867"/>
                </a:lnTo>
                <a:lnTo>
                  <a:pt x="840057" y="1720299"/>
                </a:lnTo>
                <a:lnTo>
                  <a:pt x="812625" y="1720299"/>
                </a:lnTo>
                <a:close/>
                <a:moveTo>
                  <a:pt x="692450" y="1692867"/>
                </a:moveTo>
                <a:lnTo>
                  <a:pt x="719882" y="1692867"/>
                </a:lnTo>
                <a:lnTo>
                  <a:pt x="719882" y="1720299"/>
                </a:lnTo>
                <a:lnTo>
                  <a:pt x="692450" y="1720299"/>
                </a:lnTo>
                <a:close/>
                <a:moveTo>
                  <a:pt x="576340" y="1692867"/>
                </a:moveTo>
                <a:lnTo>
                  <a:pt x="603772" y="1692867"/>
                </a:lnTo>
                <a:lnTo>
                  <a:pt x="603772" y="1720299"/>
                </a:lnTo>
                <a:lnTo>
                  <a:pt x="576340" y="1720299"/>
                </a:lnTo>
                <a:close/>
                <a:moveTo>
                  <a:pt x="456165" y="1692867"/>
                </a:moveTo>
                <a:lnTo>
                  <a:pt x="483597" y="1692867"/>
                </a:lnTo>
                <a:lnTo>
                  <a:pt x="483597" y="1720299"/>
                </a:lnTo>
                <a:lnTo>
                  <a:pt x="456165" y="1720299"/>
                </a:lnTo>
                <a:close/>
                <a:moveTo>
                  <a:pt x="340656" y="1692867"/>
                </a:moveTo>
                <a:lnTo>
                  <a:pt x="368088" y="1692867"/>
                </a:lnTo>
                <a:lnTo>
                  <a:pt x="368088" y="1720299"/>
                </a:lnTo>
                <a:lnTo>
                  <a:pt x="340656" y="1720299"/>
                </a:lnTo>
                <a:close/>
                <a:moveTo>
                  <a:pt x="226483" y="1692867"/>
                </a:moveTo>
                <a:lnTo>
                  <a:pt x="253915" y="1692867"/>
                </a:lnTo>
                <a:lnTo>
                  <a:pt x="253915" y="1720299"/>
                </a:lnTo>
                <a:lnTo>
                  <a:pt x="226483" y="1720299"/>
                </a:lnTo>
                <a:close/>
                <a:moveTo>
                  <a:pt x="114173" y="1692867"/>
                </a:moveTo>
                <a:lnTo>
                  <a:pt x="141605" y="1692867"/>
                </a:lnTo>
                <a:lnTo>
                  <a:pt x="141605" y="1720299"/>
                </a:lnTo>
                <a:lnTo>
                  <a:pt x="114173" y="1720299"/>
                </a:lnTo>
                <a:close/>
                <a:moveTo>
                  <a:pt x="0" y="1692867"/>
                </a:moveTo>
                <a:lnTo>
                  <a:pt x="27432" y="1692867"/>
                </a:lnTo>
                <a:lnTo>
                  <a:pt x="27432" y="1720299"/>
                </a:lnTo>
                <a:lnTo>
                  <a:pt x="0" y="1720299"/>
                </a:lnTo>
                <a:close/>
                <a:moveTo>
                  <a:pt x="1851331" y="1579360"/>
                </a:moveTo>
                <a:lnTo>
                  <a:pt x="1878763" y="1579360"/>
                </a:lnTo>
                <a:lnTo>
                  <a:pt x="1878763" y="1606792"/>
                </a:lnTo>
                <a:lnTo>
                  <a:pt x="1851331" y="1606792"/>
                </a:lnTo>
                <a:close/>
                <a:moveTo>
                  <a:pt x="1737031" y="1579360"/>
                </a:moveTo>
                <a:lnTo>
                  <a:pt x="1764463" y="1579360"/>
                </a:lnTo>
                <a:lnTo>
                  <a:pt x="1764463" y="1606792"/>
                </a:lnTo>
                <a:lnTo>
                  <a:pt x="1737031" y="1606792"/>
                </a:lnTo>
                <a:close/>
                <a:moveTo>
                  <a:pt x="1625112" y="1579360"/>
                </a:moveTo>
                <a:lnTo>
                  <a:pt x="1652544" y="1579360"/>
                </a:lnTo>
                <a:lnTo>
                  <a:pt x="1652544" y="1606792"/>
                </a:lnTo>
                <a:lnTo>
                  <a:pt x="1625112" y="1606792"/>
                </a:lnTo>
                <a:close/>
                <a:moveTo>
                  <a:pt x="1510812" y="1579360"/>
                </a:moveTo>
                <a:lnTo>
                  <a:pt x="1538244" y="1579360"/>
                </a:lnTo>
                <a:lnTo>
                  <a:pt x="1538244" y="1606792"/>
                </a:lnTo>
                <a:lnTo>
                  <a:pt x="1510812" y="1606792"/>
                </a:lnTo>
                <a:close/>
                <a:moveTo>
                  <a:pt x="1394702" y="1579360"/>
                </a:moveTo>
                <a:lnTo>
                  <a:pt x="1422134" y="1579360"/>
                </a:lnTo>
                <a:lnTo>
                  <a:pt x="1422134" y="1606792"/>
                </a:lnTo>
                <a:lnTo>
                  <a:pt x="1394702" y="1606792"/>
                </a:lnTo>
                <a:close/>
                <a:moveTo>
                  <a:pt x="1278592" y="1579360"/>
                </a:moveTo>
                <a:lnTo>
                  <a:pt x="1306024" y="1579360"/>
                </a:lnTo>
                <a:lnTo>
                  <a:pt x="1306024" y="1606792"/>
                </a:lnTo>
                <a:lnTo>
                  <a:pt x="1278592" y="1606792"/>
                </a:lnTo>
                <a:close/>
                <a:moveTo>
                  <a:pt x="1162482" y="1579360"/>
                </a:moveTo>
                <a:lnTo>
                  <a:pt x="1189914" y="1579360"/>
                </a:lnTo>
                <a:lnTo>
                  <a:pt x="1189914" y="1606792"/>
                </a:lnTo>
                <a:lnTo>
                  <a:pt x="1162482" y="1606792"/>
                </a:lnTo>
                <a:close/>
                <a:moveTo>
                  <a:pt x="1042307" y="1579360"/>
                </a:moveTo>
                <a:lnTo>
                  <a:pt x="1069739" y="1579360"/>
                </a:lnTo>
                <a:lnTo>
                  <a:pt x="1069739" y="1606792"/>
                </a:lnTo>
                <a:lnTo>
                  <a:pt x="1042307" y="1606792"/>
                </a:lnTo>
                <a:close/>
                <a:moveTo>
                  <a:pt x="926798" y="1579360"/>
                </a:moveTo>
                <a:lnTo>
                  <a:pt x="954230" y="1579360"/>
                </a:lnTo>
                <a:lnTo>
                  <a:pt x="954230" y="1606792"/>
                </a:lnTo>
                <a:lnTo>
                  <a:pt x="926798" y="1606792"/>
                </a:lnTo>
                <a:close/>
                <a:moveTo>
                  <a:pt x="812625" y="1579360"/>
                </a:moveTo>
                <a:lnTo>
                  <a:pt x="840057" y="1579360"/>
                </a:lnTo>
                <a:lnTo>
                  <a:pt x="840057" y="1606792"/>
                </a:lnTo>
                <a:lnTo>
                  <a:pt x="812625" y="1606792"/>
                </a:lnTo>
                <a:close/>
                <a:moveTo>
                  <a:pt x="692450" y="1579360"/>
                </a:moveTo>
                <a:lnTo>
                  <a:pt x="719882" y="1579360"/>
                </a:lnTo>
                <a:lnTo>
                  <a:pt x="719882" y="1606792"/>
                </a:lnTo>
                <a:lnTo>
                  <a:pt x="692450" y="1606792"/>
                </a:lnTo>
                <a:close/>
                <a:moveTo>
                  <a:pt x="576340" y="1579360"/>
                </a:moveTo>
                <a:lnTo>
                  <a:pt x="603772" y="1579360"/>
                </a:lnTo>
                <a:lnTo>
                  <a:pt x="603772" y="1606792"/>
                </a:lnTo>
                <a:lnTo>
                  <a:pt x="576340" y="1606792"/>
                </a:lnTo>
                <a:close/>
                <a:moveTo>
                  <a:pt x="456165" y="1579360"/>
                </a:moveTo>
                <a:lnTo>
                  <a:pt x="483597" y="1579360"/>
                </a:lnTo>
                <a:lnTo>
                  <a:pt x="483597" y="1606792"/>
                </a:lnTo>
                <a:lnTo>
                  <a:pt x="456165" y="1606792"/>
                </a:lnTo>
                <a:close/>
                <a:moveTo>
                  <a:pt x="340656" y="1579360"/>
                </a:moveTo>
                <a:lnTo>
                  <a:pt x="368088" y="1579360"/>
                </a:lnTo>
                <a:lnTo>
                  <a:pt x="368088" y="1606792"/>
                </a:lnTo>
                <a:lnTo>
                  <a:pt x="340656" y="1606792"/>
                </a:lnTo>
                <a:close/>
                <a:moveTo>
                  <a:pt x="226483" y="1579360"/>
                </a:moveTo>
                <a:lnTo>
                  <a:pt x="253915" y="1579360"/>
                </a:lnTo>
                <a:lnTo>
                  <a:pt x="253915" y="1606792"/>
                </a:lnTo>
                <a:lnTo>
                  <a:pt x="226483" y="1606792"/>
                </a:lnTo>
                <a:close/>
                <a:moveTo>
                  <a:pt x="114173" y="1579360"/>
                </a:moveTo>
                <a:lnTo>
                  <a:pt x="141605" y="1579360"/>
                </a:lnTo>
                <a:lnTo>
                  <a:pt x="141605" y="1606792"/>
                </a:lnTo>
                <a:lnTo>
                  <a:pt x="114173" y="1606792"/>
                </a:lnTo>
                <a:close/>
                <a:moveTo>
                  <a:pt x="0" y="1579360"/>
                </a:moveTo>
                <a:lnTo>
                  <a:pt x="27432" y="1579360"/>
                </a:lnTo>
                <a:lnTo>
                  <a:pt x="27432" y="1606792"/>
                </a:lnTo>
                <a:lnTo>
                  <a:pt x="0" y="1606792"/>
                </a:lnTo>
                <a:close/>
                <a:moveTo>
                  <a:pt x="1851331" y="1469030"/>
                </a:moveTo>
                <a:lnTo>
                  <a:pt x="1878763" y="1469030"/>
                </a:lnTo>
                <a:lnTo>
                  <a:pt x="1878763" y="1496462"/>
                </a:lnTo>
                <a:lnTo>
                  <a:pt x="1851331" y="1496462"/>
                </a:lnTo>
                <a:close/>
                <a:moveTo>
                  <a:pt x="1737031" y="1469030"/>
                </a:moveTo>
                <a:lnTo>
                  <a:pt x="1764463" y="1469030"/>
                </a:lnTo>
                <a:lnTo>
                  <a:pt x="1764463" y="1496462"/>
                </a:lnTo>
                <a:lnTo>
                  <a:pt x="1737031" y="1496462"/>
                </a:lnTo>
                <a:close/>
                <a:moveTo>
                  <a:pt x="1625112" y="1469030"/>
                </a:moveTo>
                <a:lnTo>
                  <a:pt x="1652544" y="1469030"/>
                </a:lnTo>
                <a:lnTo>
                  <a:pt x="1652544" y="1496462"/>
                </a:lnTo>
                <a:lnTo>
                  <a:pt x="1625112" y="1496462"/>
                </a:lnTo>
                <a:close/>
                <a:moveTo>
                  <a:pt x="1510812" y="1469030"/>
                </a:moveTo>
                <a:lnTo>
                  <a:pt x="1538244" y="1469030"/>
                </a:lnTo>
                <a:lnTo>
                  <a:pt x="1538244" y="1496462"/>
                </a:lnTo>
                <a:lnTo>
                  <a:pt x="1510812" y="1496462"/>
                </a:lnTo>
                <a:close/>
                <a:moveTo>
                  <a:pt x="1394702" y="1469030"/>
                </a:moveTo>
                <a:lnTo>
                  <a:pt x="1422134" y="1469030"/>
                </a:lnTo>
                <a:lnTo>
                  <a:pt x="1422134" y="1496462"/>
                </a:lnTo>
                <a:lnTo>
                  <a:pt x="1394702" y="1496462"/>
                </a:lnTo>
                <a:close/>
                <a:moveTo>
                  <a:pt x="1278592" y="1469030"/>
                </a:moveTo>
                <a:lnTo>
                  <a:pt x="1306024" y="1469030"/>
                </a:lnTo>
                <a:lnTo>
                  <a:pt x="1306024" y="1496462"/>
                </a:lnTo>
                <a:lnTo>
                  <a:pt x="1278592" y="1496462"/>
                </a:lnTo>
                <a:close/>
                <a:moveTo>
                  <a:pt x="1162482" y="1469030"/>
                </a:moveTo>
                <a:lnTo>
                  <a:pt x="1189914" y="1469030"/>
                </a:lnTo>
                <a:lnTo>
                  <a:pt x="1189914" y="1496462"/>
                </a:lnTo>
                <a:lnTo>
                  <a:pt x="1162482" y="1496462"/>
                </a:lnTo>
                <a:close/>
                <a:moveTo>
                  <a:pt x="1042307" y="1469030"/>
                </a:moveTo>
                <a:lnTo>
                  <a:pt x="1069739" y="1469030"/>
                </a:lnTo>
                <a:lnTo>
                  <a:pt x="1069739" y="1496462"/>
                </a:lnTo>
                <a:lnTo>
                  <a:pt x="1042307" y="1496462"/>
                </a:lnTo>
                <a:close/>
                <a:moveTo>
                  <a:pt x="926798" y="1469030"/>
                </a:moveTo>
                <a:lnTo>
                  <a:pt x="954230" y="1469030"/>
                </a:lnTo>
                <a:lnTo>
                  <a:pt x="954230" y="1496462"/>
                </a:lnTo>
                <a:lnTo>
                  <a:pt x="926798" y="1496462"/>
                </a:lnTo>
                <a:close/>
                <a:moveTo>
                  <a:pt x="812625" y="1469030"/>
                </a:moveTo>
                <a:lnTo>
                  <a:pt x="840057" y="1469030"/>
                </a:lnTo>
                <a:lnTo>
                  <a:pt x="840057" y="1496462"/>
                </a:lnTo>
                <a:lnTo>
                  <a:pt x="812625" y="1496462"/>
                </a:lnTo>
                <a:close/>
                <a:moveTo>
                  <a:pt x="692450" y="1469030"/>
                </a:moveTo>
                <a:lnTo>
                  <a:pt x="719882" y="1469030"/>
                </a:lnTo>
                <a:lnTo>
                  <a:pt x="719882" y="1496462"/>
                </a:lnTo>
                <a:lnTo>
                  <a:pt x="692450" y="1496462"/>
                </a:lnTo>
                <a:close/>
                <a:moveTo>
                  <a:pt x="576340" y="1469030"/>
                </a:moveTo>
                <a:lnTo>
                  <a:pt x="603772" y="1469030"/>
                </a:lnTo>
                <a:lnTo>
                  <a:pt x="603772" y="1496462"/>
                </a:lnTo>
                <a:lnTo>
                  <a:pt x="576340" y="1496462"/>
                </a:lnTo>
                <a:close/>
                <a:moveTo>
                  <a:pt x="456165" y="1469030"/>
                </a:moveTo>
                <a:lnTo>
                  <a:pt x="483597" y="1469030"/>
                </a:lnTo>
                <a:lnTo>
                  <a:pt x="483597" y="1496462"/>
                </a:lnTo>
                <a:lnTo>
                  <a:pt x="456165" y="1496462"/>
                </a:lnTo>
                <a:close/>
                <a:moveTo>
                  <a:pt x="340656" y="1469030"/>
                </a:moveTo>
                <a:lnTo>
                  <a:pt x="368088" y="1469030"/>
                </a:lnTo>
                <a:lnTo>
                  <a:pt x="368088" y="1496462"/>
                </a:lnTo>
                <a:lnTo>
                  <a:pt x="340656" y="1496462"/>
                </a:lnTo>
                <a:close/>
                <a:moveTo>
                  <a:pt x="226483" y="1469030"/>
                </a:moveTo>
                <a:lnTo>
                  <a:pt x="253915" y="1469030"/>
                </a:lnTo>
                <a:lnTo>
                  <a:pt x="253915" y="1496462"/>
                </a:lnTo>
                <a:lnTo>
                  <a:pt x="226483" y="1496462"/>
                </a:lnTo>
                <a:close/>
                <a:moveTo>
                  <a:pt x="114173" y="1469030"/>
                </a:moveTo>
                <a:lnTo>
                  <a:pt x="141605" y="1469030"/>
                </a:lnTo>
                <a:lnTo>
                  <a:pt x="141605" y="1496462"/>
                </a:lnTo>
                <a:lnTo>
                  <a:pt x="114173" y="1496462"/>
                </a:lnTo>
                <a:close/>
                <a:moveTo>
                  <a:pt x="0" y="1469030"/>
                </a:moveTo>
                <a:lnTo>
                  <a:pt x="27432" y="1469030"/>
                </a:lnTo>
                <a:lnTo>
                  <a:pt x="27432" y="1496462"/>
                </a:lnTo>
                <a:lnTo>
                  <a:pt x="0" y="1496462"/>
                </a:lnTo>
                <a:close/>
                <a:moveTo>
                  <a:pt x="1851331" y="1355523"/>
                </a:moveTo>
                <a:lnTo>
                  <a:pt x="1878763" y="1355523"/>
                </a:lnTo>
                <a:lnTo>
                  <a:pt x="1878763" y="1382955"/>
                </a:lnTo>
                <a:lnTo>
                  <a:pt x="1851331" y="1382955"/>
                </a:lnTo>
                <a:close/>
                <a:moveTo>
                  <a:pt x="1737031" y="1355523"/>
                </a:moveTo>
                <a:lnTo>
                  <a:pt x="1764463" y="1355523"/>
                </a:lnTo>
                <a:lnTo>
                  <a:pt x="1764463" y="1382955"/>
                </a:lnTo>
                <a:lnTo>
                  <a:pt x="1737031" y="1382955"/>
                </a:lnTo>
                <a:close/>
                <a:moveTo>
                  <a:pt x="1625112" y="1355523"/>
                </a:moveTo>
                <a:lnTo>
                  <a:pt x="1652544" y="1355523"/>
                </a:lnTo>
                <a:lnTo>
                  <a:pt x="1652544" y="1382955"/>
                </a:lnTo>
                <a:lnTo>
                  <a:pt x="1625112" y="1382955"/>
                </a:lnTo>
                <a:close/>
                <a:moveTo>
                  <a:pt x="1510812" y="1355523"/>
                </a:moveTo>
                <a:lnTo>
                  <a:pt x="1538244" y="1355523"/>
                </a:lnTo>
                <a:lnTo>
                  <a:pt x="1538244" y="1382955"/>
                </a:lnTo>
                <a:lnTo>
                  <a:pt x="1510812" y="1382955"/>
                </a:lnTo>
                <a:close/>
                <a:moveTo>
                  <a:pt x="1394702" y="1355523"/>
                </a:moveTo>
                <a:lnTo>
                  <a:pt x="1422134" y="1355523"/>
                </a:lnTo>
                <a:lnTo>
                  <a:pt x="1422134" y="1382955"/>
                </a:lnTo>
                <a:lnTo>
                  <a:pt x="1394702" y="1382955"/>
                </a:lnTo>
                <a:close/>
                <a:moveTo>
                  <a:pt x="1278592" y="1355523"/>
                </a:moveTo>
                <a:lnTo>
                  <a:pt x="1306024" y="1355523"/>
                </a:lnTo>
                <a:lnTo>
                  <a:pt x="1306024" y="1382955"/>
                </a:lnTo>
                <a:lnTo>
                  <a:pt x="1278592" y="1382955"/>
                </a:lnTo>
                <a:close/>
                <a:moveTo>
                  <a:pt x="1162482" y="1355523"/>
                </a:moveTo>
                <a:lnTo>
                  <a:pt x="1189914" y="1355523"/>
                </a:lnTo>
                <a:lnTo>
                  <a:pt x="1189914" y="1382955"/>
                </a:lnTo>
                <a:lnTo>
                  <a:pt x="1162482" y="1382955"/>
                </a:lnTo>
                <a:close/>
                <a:moveTo>
                  <a:pt x="1042307" y="1355523"/>
                </a:moveTo>
                <a:lnTo>
                  <a:pt x="1069739" y="1355523"/>
                </a:lnTo>
                <a:lnTo>
                  <a:pt x="1069739" y="1382955"/>
                </a:lnTo>
                <a:lnTo>
                  <a:pt x="1042307" y="1382955"/>
                </a:lnTo>
                <a:close/>
                <a:moveTo>
                  <a:pt x="926798" y="1355523"/>
                </a:moveTo>
                <a:lnTo>
                  <a:pt x="954230" y="1355523"/>
                </a:lnTo>
                <a:lnTo>
                  <a:pt x="954230" y="1382955"/>
                </a:lnTo>
                <a:lnTo>
                  <a:pt x="926798" y="1382955"/>
                </a:lnTo>
                <a:close/>
                <a:moveTo>
                  <a:pt x="812625" y="1355523"/>
                </a:moveTo>
                <a:lnTo>
                  <a:pt x="840057" y="1355523"/>
                </a:lnTo>
                <a:lnTo>
                  <a:pt x="840057" y="1382955"/>
                </a:lnTo>
                <a:lnTo>
                  <a:pt x="812625" y="1382955"/>
                </a:lnTo>
                <a:close/>
                <a:moveTo>
                  <a:pt x="692450" y="1355523"/>
                </a:moveTo>
                <a:lnTo>
                  <a:pt x="719882" y="1355523"/>
                </a:lnTo>
                <a:lnTo>
                  <a:pt x="719882" y="1382955"/>
                </a:lnTo>
                <a:lnTo>
                  <a:pt x="692450" y="1382955"/>
                </a:lnTo>
                <a:close/>
                <a:moveTo>
                  <a:pt x="576340" y="1355523"/>
                </a:moveTo>
                <a:lnTo>
                  <a:pt x="603772" y="1355523"/>
                </a:lnTo>
                <a:lnTo>
                  <a:pt x="603772" y="1382955"/>
                </a:lnTo>
                <a:lnTo>
                  <a:pt x="576340" y="1382955"/>
                </a:lnTo>
                <a:close/>
                <a:moveTo>
                  <a:pt x="456165" y="1355523"/>
                </a:moveTo>
                <a:lnTo>
                  <a:pt x="483597" y="1355523"/>
                </a:lnTo>
                <a:lnTo>
                  <a:pt x="483597" y="1382955"/>
                </a:lnTo>
                <a:lnTo>
                  <a:pt x="456165" y="1382955"/>
                </a:lnTo>
                <a:close/>
                <a:moveTo>
                  <a:pt x="340656" y="1355523"/>
                </a:moveTo>
                <a:lnTo>
                  <a:pt x="368088" y="1355523"/>
                </a:lnTo>
                <a:lnTo>
                  <a:pt x="368088" y="1382955"/>
                </a:lnTo>
                <a:lnTo>
                  <a:pt x="340656" y="1382955"/>
                </a:lnTo>
                <a:close/>
                <a:moveTo>
                  <a:pt x="226483" y="1355523"/>
                </a:moveTo>
                <a:lnTo>
                  <a:pt x="253915" y="1355523"/>
                </a:lnTo>
                <a:lnTo>
                  <a:pt x="253915" y="1382955"/>
                </a:lnTo>
                <a:lnTo>
                  <a:pt x="226483" y="1382955"/>
                </a:lnTo>
                <a:close/>
                <a:moveTo>
                  <a:pt x="114173" y="1355523"/>
                </a:moveTo>
                <a:lnTo>
                  <a:pt x="141605" y="1355523"/>
                </a:lnTo>
                <a:lnTo>
                  <a:pt x="141605" y="1382955"/>
                </a:lnTo>
                <a:lnTo>
                  <a:pt x="114173" y="1382955"/>
                </a:lnTo>
                <a:close/>
                <a:moveTo>
                  <a:pt x="0" y="1355523"/>
                </a:moveTo>
                <a:lnTo>
                  <a:pt x="27432" y="1355523"/>
                </a:lnTo>
                <a:lnTo>
                  <a:pt x="27432" y="1382955"/>
                </a:lnTo>
                <a:lnTo>
                  <a:pt x="0" y="1382955"/>
                </a:lnTo>
                <a:close/>
                <a:moveTo>
                  <a:pt x="1851331" y="1242220"/>
                </a:moveTo>
                <a:lnTo>
                  <a:pt x="1878763" y="1242220"/>
                </a:lnTo>
                <a:lnTo>
                  <a:pt x="1878763" y="1269652"/>
                </a:lnTo>
                <a:lnTo>
                  <a:pt x="1851331" y="1269652"/>
                </a:lnTo>
                <a:close/>
                <a:moveTo>
                  <a:pt x="1737031" y="1242220"/>
                </a:moveTo>
                <a:lnTo>
                  <a:pt x="1764463" y="1242220"/>
                </a:lnTo>
                <a:lnTo>
                  <a:pt x="1764463" y="1269652"/>
                </a:lnTo>
                <a:lnTo>
                  <a:pt x="1737031" y="1269652"/>
                </a:lnTo>
                <a:close/>
                <a:moveTo>
                  <a:pt x="1625112" y="1242220"/>
                </a:moveTo>
                <a:lnTo>
                  <a:pt x="1652544" y="1242220"/>
                </a:lnTo>
                <a:lnTo>
                  <a:pt x="1652544" y="1269652"/>
                </a:lnTo>
                <a:lnTo>
                  <a:pt x="1625112" y="1269652"/>
                </a:lnTo>
                <a:close/>
                <a:moveTo>
                  <a:pt x="1510812" y="1242220"/>
                </a:moveTo>
                <a:lnTo>
                  <a:pt x="1538244" y="1242220"/>
                </a:lnTo>
                <a:lnTo>
                  <a:pt x="1538244" y="1269652"/>
                </a:lnTo>
                <a:lnTo>
                  <a:pt x="1510812" y="1269652"/>
                </a:lnTo>
                <a:close/>
                <a:moveTo>
                  <a:pt x="1394702" y="1242220"/>
                </a:moveTo>
                <a:lnTo>
                  <a:pt x="1422134" y="1242220"/>
                </a:lnTo>
                <a:lnTo>
                  <a:pt x="1422134" y="1269652"/>
                </a:lnTo>
                <a:lnTo>
                  <a:pt x="1394702" y="1269652"/>
                </a:lnTo>
                <a:close/>
                <a:moveTo>
                  <a:pt x="1278592" y="1242220"/>
                </a:moveTo>
                <a:lnTo>
                  <a:pt x="1306024" y="1242220"/>
                </a:lnTo>
                <a:lnTo>
                  <a:pt x="1306024" y="1269652"/>
                </a:lnTo>
                <a:lnTo>
                  <a:pt x="1278592" y="1269652"/>
                </a:lnTo>
                <a:close/>
                <a:moveTo>
                  <a:pt x="1162482" y="1242220"/>
                </a:moveTo>
                <a:lnTo>
                  <a:pt x="1189914" y="1242220"/>
                </a:lnTo>
                <a:lnTo>
                  <a:pt x="1189914" y="1269652"/>
                </a:lnTo>
                <a:lnTo>
                  <a:pt x="1162482" y="1269652"/>
                </a:lnTo>
                <a:close/>
                <a:moveTo>
                  <a:pt x="1042307" y="1242220"/>
                </a:moveTo>
                <a:lnTo>
                  <a:pt x="1069739" y="1242220"/>
                </a:lnTo>
                <a:lnTo>
                  <a:pt x="1069739" y="1269652"/>
                </a:lnTo>
                <a:lnTo>
                  <a:pt x="1042307" y="1269652"/>
                </a:lnTo>
                <a:close/>
                <a:moveTo>
                  <a:pt x="926798" y="1242220"/>
                </a:moveTo>
                <a:lnTo>
                  <a:pt x="954230" y="1242220"/>
                </a:lnTo>
                <a:lnTo>
                  <a:pt x="954230" y="1269652"/>
                </a:lnTo>
                <a:lnTo>
                  <a:pt x="926798" y="1269652"/>
                </a:lnTo>
                <a:close/>
                <a:moveTo>
                  <a:pt x="812625" y="1242220"/>
                </a:moveTo>
                <a:lnTo>
                  <a:pt x="840057" y="1242220"/>
                </a:lnTo>
                <a:lnTo>
                  <a:pt x="840057" y="1269652"/>
                </a:lnTo>
                <a:lnTo>
                  <a:pt x="812625" y="1269652"/>
                </a:lnTo>
                <a:close/>
                <a:moveTo>
                  <a:pt x="692450" y="1242220"/>
                </a:moveTo>
                <a:lnTo>
                  <a:pt x="719882" y="1242220"/>
                </a:lnTo>
                <a:lnTo>
                  <a:pt x="719882" y="1269652"/>
                </a:lnTo>
                <a:lnTo>
                  <a:pt x="692450" y="1269652"/>
                </a:lnTo>
                <a:close/>
                <a:moveTo>
                  <a:pt x="576340" y="1242220"/>
                </a:moveTo>
                <a:lnTo>
                  <a:pt x="603772" y="1242220"/>
                </a:lnTo>
                <a:lnTo>
                  <a:pt x="603772" y="1269652"/>
                </a:lnTo>
                <a:lnTo>
                  <a:pt x="576340" y="1269652"/>
                </a:lnTo>
                <a:close/>
                <a:moveTo>
                  <a:pt x="456165" y="1242220"/>
                </a:moveTo>
                <a:lnTo>
                  <a:pt x="483597" y="1242220"/>
                </a:lnTo>
                <a:lnTo>
                  <a:pt x="483597" y="1269652"/>
                </a:lnTo>
                <a:lnTo>
                  <a:pt x="456165" y="1269652"/>
                </a:lnTo>
                <a:close/>
                <a:moveTo>
                  <a:pt x="340656" y="1242220"/>
                </a:moveTo>
                <a:lnTo>
                  <a:pt x="368088" y="1242220"/>
                </a:lnTo>
                <a:lnTo>
                  <a:pt x="368088" y="1269652"/>
                </a:lnTo>
                <a:lnTo>
                  <a:pt x="340656" y="1269652"/>
                </a:lnTo>
                <a:close/>
                <a:moveTo>
                  <a:pt x="226483" y="1242220"/>
                </a:moveTo>
                <a:lnTo>
                  <a:pt x="253915" y="1242220"/>
                </a:lnTo>
                <a:lnTo>
                  <a:pt x="253915" y="1269652"/>
                </a:lnTo>
                <a:lnTo>
                  <a:pt x="226483" y="1269652"/>
                </a:lnTo>
                <a:close/>
                <a:moveTo>
                  <a:pt x="114173" y="1242220"/>
                </a:moveTo>
                <a:lnTo>
                  <a:pt x="141605" y="1242220"/>
                </a:lnTo>
                <a:lnTo>
                  <a:pt x="141605" y="1269652"/>
                </a:lnTo>
                <a:lnTo>
                  <a:pt x="114173" y="1269652"/>
                </a:lnTo>
                <a:close/>
                <a:moveTo>
                  <a:pt x="0" y="1242220"/>
                </a:moveTo>
                <a:lnTo>
                  <a:pt x="27432" y="1242220"/>
                </a:lnTo>
                <a:lnTo>
                  <a:pt x="27432" y="1269652"/>
                </a:lnTo>
                <a:lnTo>
                  <a:pt x="0" y="1269652"/>
                </a:lnTo>
                <a:close/>
                <a:moveTo>
                  <a:pt x="1851331" y="1128713"/>
                </a:moveTo>
                <a:lnTo>
                  <a:pt x="1878763" y="1128713"/>
                </a:lnTo>
                <a:lnTo>
                  <a:pt x="1878763" y="1156145"/>
                </a:lnTo>
                <a:lnTo>
                  <a:pt x="1851331" y="1156145"/>
                </a:lnTo>
                <a:close/>
                <a:moveTo>
                  <a:pt x="1737031" y="1128713"/>
                </a:moveTo>
                <a:lnTo>
                  <a:pt x="1764463" y="1128713"/>
                </a:lnTo>
                <a:lnTo>
                  <a:pt x="1764463" y="1156145"/>
                </a:lnTo>
                <a:lnTo>
                  <a:pt x="1737031" y="1156145"/>
                </a:lnTo>
                <a:close/>
                <a:moveTo>
                  <a:pt x="1625112" y="1128713"/>
                </a:moveTo>
                <a:lnTo>
                  <a:pt x="1652544" y="1128713"/>
                </a:lnTo>
                <a:lnTo>
                  <a:pt x="1652544" y="1156145"/>
                </a:lnTo>
                <a:lnTo>
                  <a:pt x="1625112" y="1156145"/>
                </a:lnTo>
                <a:close/>
                <a:moveTo>
                  <a:pt x="1510812" y="1128713"/>
                </a:moveTo>
                <a:lnTo>
                  <a:pt x="1538244" y="1128713"/>
                </a:lnTo>
                <a:lnTo>
                  <a:pt x="1538244" y="1156145"/>
                </a:lnTo>
                <a:lnTo>
                  <a:pt x="1510812" y="1156145"/>
                </a:lnTo>
                <a:close/>
                <a:moveTo>
                  <a:pt x="1394702" y="1128713"/>
                </a:moveTo>
                <a:lnTo>
                  <a:pt x="1422134" y="1128713"/>
                </a:lnTo>
                <a:lnTo>
                  <a:pt x="1422134" y="1156145"/>
                </a:lnTo>
                <a:lnTo>
                  <a:pt x="1394702" y="1156145"/>
                </a:lnTo>
                <a:close/>
                <a:moveTo>
                  <a:pt x="1278592" y="1128713"/>
                </a:moveTo>
                <a:lnTo>
                  <a:pt x="1306024" y="1128713"/>
                </a:lnTo>
                <a:lnTo>
                  <a:pt x="1306024" y="1156145"/>
                </a:lnTo>
                <a:lnTo>
                  <a:pt x="1278592" y="1156145"/>
                </a:lnTo>
                <a:close/>
                <a:moveTo>
                  <a:pt x="1162482" y="1128713"/>
                </a:moveTo>
                <a:lnTo>
                  <a:pt x="1189914" y="1128713"/>
                </a:lnTo>
                <a:lnTo>
                  <a:pt x="1189914" y="1156145"/>
                </a:lnTo>
                <a:lnTo>
                  <a:pt x="1162482" y="1156145"/>
                </a:lnTo>
                <a:close/>
                <a:moveTo>
                  <a:pt x="1042307" y="1128713"/>
                </a:moveTo>
                <a:lnTo>
                  <a:pt x="1069739" y="1128713"/>
                </a:lnTo>
                <a:lnTo>
                  <a:pt x="1069739" y="1156145"/>
                </a:lnTo>
                <a:lnTo>
                  <a:pt x="1042307" y="1156145"/>
                </a:lnTo>
                <a:close/>
                <a:moveTo>
                  <a:pt x="926798" y="1128713"/>
                </a:moveTo>
                <a:lnTo>
                  <a:pt x="954230" y="1128713"/>
                </a:lnTo>
                <a:lnTo>
                  <a:pt x="954230" y="1156145"/>
                </a:lnTo>
                <a:lnTo>
                  <a:pt x="926798" y="1156145"/>
                </a:lnTo>
                <a:close/>
                <a:moveTo>
                  <a:pt x="812625" y="1128713"/>
                </a:moveTo>
                <a:lnTo>
                  <a:pt x="840057" y="1128713"/>
                </a:lnTo>
                <a:lnTo>
                  <a:pt x="840057" y="1156145"/>
                </a:lnTo>
                <a:lnTo>
                  <a:pt x="812625" y="1156145"/>
                </a:lnTo>
                <a:close/>
                <a:moveTo>
                  <a:pt x="692450" y="1128713"/>
                </a:moveTo>
                <a:lnTo>
                  <a:pt x="719882" y="1128713"/>
                </a:lnTo>
                <a:lnTo>
                  <a:pt x="719882" y="1156145"/>
                </a:lnTo>
                <a:lnTo>
                  <a:pt x="692450" y="1156145"/>
                </a:lnTo>
                <a:close/>
                <a:moveTo>
                  <a:pt x="576340" y="1128713"/>
                </a:moveTo>
                <a:lnTo>
                  <a:pt x="603772" y="1128713"/>
                </a:lnTo>
                <a:lnTo>
                  <a:pt x="603772" y="1156145"/>
                </a:lnTo>
                <a:lnTo>
                  <a:pt x="576340" y="1156145"/>
                </a:lnTo>
                <a:close/>
                <a:moveTo>
                  <a:pt x="456165" y="1128713"/>
                </a:moveTo>
                <a:lnTo>
                  <a:pt x="483597" y="1128713"/>
                </a:lnTo>
                <a:lnTo>
                  <a:pt x="483597" y="1156145"/>
                </a:lnTo>
                <a:lnTo>
                  <a:pt x="456165" y="1156145"/>
                </a:lnTo>
                <a:close/>
                <a:moveTo>
                  <a:pt x="340656" y="1128713"/>
                </a:moveTo>
                <a:lnTo>
                  <a:pt x="368088" y="1128713"/>
                </a:lnTo>
                <a:lnTo>
                  <a:pt x="368088" y="1156145"/>
                </a:lnTo>
                <a:lnTo>
                  <a:pt x="340656" y="1156145"/>
                </a:lnTo>
                <a:close/>
                <a:moveTo>
                  <a:pt x="226483" y="1128713"/>
                </a:moveTo>
                <a:lnTo>
                  <a:pt x="253915" y="1128713"/>
                </a:lnTo>
                <a:lnTo>
                  <a:pt x="253915" y="1156145"/>
                </a:lnTo>
                <a:lnTo>
                  <a:pt x="226483" y="1156145"/>
                </a:lnTo>
                <a:close/>
                <a:moveTo>
                  <a:pt x="114173" y="1128713"/>
                </a:moveTo>
                <a:lnTo>
                  <a:pt x="141605" y="1128713"/>
                </a:lnTo>
                <a:lnTo>
                  <a:pt x="141605" y="1156145"/>
                </a:lnTo>
                <a:lnTo>
                  <a:pt x="114173" y="1156145"/>
                </a:lnTo>
                <a:close/>
                <a:moveTo>
                  <a:pt x="0" y="1128713"/>
                </a:moveTo>
                <a:lnTo>
                  <a:pt x="27432" y="1128713"/>
                </a:lnTo>
                <a:lnTo>
                  <a:pt x="27432" y="1156145"/>
                </a:lnTo>
                <a:lnTo>
                  <a:pt x="0" y="1156145"/>
                </a:lnTo>
                <a:close/>
                <a:moveTo>
                  <a:pt x="1851331" y="1018383"/>
                </a:moveTo>
                <a:lnTo>
                  <a:pt x="1878763" y="1018383"/>
                </a:lnTo>
                <a:lnTo>
                  <a:pt x="1878763" y="1045815"/>
                </a:lnTo>
                <a:lnTo>
                  <a:pt x="1851331" y="1045815"/>
                </a:lnTo>
                <a:close/>
                <a:moveTo>
                  <a:pt x="1737031" y="1018383"/>
                </a:moveTo>
                <a:lnTo>
                  <a:pt x="1764463" y="1018383"/>
                </a:lnTo>
                <a:lnTo>
                  <a:pt x="1764463" y="1045815"/>
                </a:lnTo>
                <a:lnTo>
                  <a:pt x="1737031" y="1045815"/>
                </a:lnTo>
                <a:close/>
                <a:moveTo>
                  <a:pt x="1625112" y="1018383"/>
                </a:moveTo>
                <a:lnTo>
                  <a:pt x="1652544" y="1018383"/>
                </a:lnTo>
                <a:lnTo>
                  <a:pt x="1652544" y="1045815"/>
                </a:lnTo>
                <a:lnTo>
                  <a:pt x="1625112" y="1045815"/>
                </a:lnTo>
                <a:close/>
                <a:moveTo>
                  <a:pt x="1510812" y="1018383"/>
                </a:moveTo>
                <a:lnTo>
                  <a:pt x="1538244" y="1018383"/>
                </a:lnTo>
                <a:lnTo>
                  <a:pt x="1538244" y="1045815"/>
                </a:lnTo>
                <a:lnTo>
                  <a:pt x="1510812" y="1045815"/>
                </a:lnTo>
                <a:close/>
                <a:moveTo>
                  <a:pt x="1394702" y="1018383"/>
                </a:moveTo>
                <a:lnTo>
                  <a:pt x="1422134" y="1018383"/>
                </a:lnTo>
                <a:lnTo>
                  <a:pt x="1422134" y="1045815"/>
                </a:lnTo>
                <a:lnTo>
                  <a:pt x="1394702" y="1045815"/>
                </a:lnTo>
                <a:close/>
                <a:moveTo>
                  <a:pt x="1278592" y="1018383"/>
                </a:moveTo>
                <a:lnTo>
                  <a:pt x="1306024" y="1018383"/>
                </a:lnTo>
                <a:lnTo>
                  <a:pt x="1306024" y="1045815"/>
                </a:lnTo>
                <a:lnTo>
                  <a:pt x="1278592" y="1045815"/>
                </a:lnTo>
                <a:close/>
                <a:moveTo>
                  <a:pt x="1162482" y="1018383"/>
                </a:moveTo>
                <a:lnTo>
                  <a:pt x="1189914" y="1018383"/>
                </a:lnTo>
                <a:lnTo>
                  <a:pt x="1189914" y="1045815"/>
                </a:lnTo>
                <a:lnTo>
                  <a:pt x="1162482" y="1045815"/>
                </a:lnTo>
                <a:close/>
                <a:moveTo>
                  <a:pt x="1042307" y="1018383"/>
                </a:moveTo>
                <a:lnTo>
                  <a:pt x="1069739" y="1018383"/>
                </a:lnTo>
                <a:lnTo>
                  <a:pt x="1069739" y="1045815"/>
                </a:lnTo>
                <a:lnTo>
                  <a:pt x="1042307" y="1045815"/>
                </a:lnTo>
                <a:close/>
                <a:moveTo>
                  <a:pt x="926798" y="1018383"/>
                </a:moveTo>
                <a:lnTo>
                  <a:pt x="954230" y="1018383"/>
                </a:lnTo>
                <a:lnTo>
                  <a:pt x="954230" y="1045815"/>
                </a:lnTo>
                <a:lnTo>
                  <a:pt x="926798" y="1045815"/>
                </a:lnTo>
                <a:close/>
                <a:moveTo>
                  <a:pt x="812625" y="1018383"/>
                </a:moveTo>
                <a:lnTo>
                  <a:pt x="840057" y="1018383"/>
                </a:lnTo>
                <a:lnTo>
                  <a:pt x="840057" y="1045815"/>
                </a:lnTo>
                <a:lnTo>
                  <a:pt x="812625" y="1045815"/>
                </a:lnTo>
                <a:close/>
                <a:moveTo>
                  <a:pt x="692450" y="1018383"/>
                </a:moveTo>
                <a:lnTo>
                  <a:pt x="719882" y="1018383"/>
                </a:lnTo>
                <a:lnTo>
                  <a:pt x="719882" y="1045815"/>
                </a:lnTo>
                <a:lnTo>
                  <a:pt x="692450" y="1045815"/>
                </a:lnTo>
                <a:close/>
                <a:moveTo>
                  <a:pt x="576340" y="1018383"/>
                </a:moveTo>
                <a:lnTo>
                  <a:pt x="603772" y="1018383"/>
                </a:lnTo>
                <a:lnTo>
                  <a:pt x="603772" y="1045815"/>
                </a:lnTo>
                <a:lnTo>
                  <a:pt x="576340" y="1045815"/>
                </a:lnTo>
                <a:close/>
                <a:moveTo>
                  <a:pt x="456165" y="1018383"/>
                </a:moveTo>
                <a:lnTo>
                  <a:pt x="483597" y="1018383"/>
                </a:lnTo>
                <a:lnTo>
                  <a:pt x="483597" y="1045815"/>
                </a:lnTo>
                <a:lnTo>
                  <a:pt x="456165" y="1045815"/>
                </a:lnTo>
                <a:close/>
                <a:moveTo>
                  <a:pt x="340656" y="1018383"/>
                </a:moveTo>
                <a:lnTo>
                  <a:pt x="368088" y="1018383"/>
                </a:lnTo>
                <a:lnTo>
                  <a:pt x="368088" y="1045815"/>
                </a:lnTo>
                <a:lnTo>
                  <a:pt x="340656" y="1045815"/>
                </a:lnTo>
                <a:close/>
                <a:moveTo>
                  <a:pt x="226483" y="1018383"/>
                </a:moveTo>
                <a:lnTo>
                  <a:pt x="253915" y="1018383"/>
                </a:lnTo>
                <a:lnTo>
                  <a:pt x="253915" y="1045815"/>
                </a:lnTo>
                <a:lnTo>
                  <a:pt x="226483" y="1045815"/>
                </a:lnTo>
                <a:close/>
                <a:moveTo>
                  <a:pt x="114173" y="1018383"/>
                </a:moveTo>
                <a:lnTo>
                  <a:pt x="141605" y="1018383"/>
                </a:lnTo>
                <a:lnTo>
                  <a:pt x="141605" y="1045815"/>
                </a:lnTo>
                <a:lnTo>
                  <a:pt x="114173" y="1045815"/>
                </a:lnTo>
                <a:close/>
                <a:moveTo>
                  <a:pt x="0" y="1018383"/>
                </a:moveTo>
                <a:lnTo>
                  <a:pt x="27432" y="1018383"/>
                </a:lnTo>
                <a:lnTo>
                  <a:pt x="27432" y="1045815"/>
                </a:lnTo>
                <a:lnTo>
                  <a:pt x="0" y="1045815"/>
                </a:lnTo>
                <a:close/>
                <a:moveTo>
                  <a:pt x="1851331" y="904876"/>
                </a:moveTo>
                <a:lnTo>
                  <a:pt x="1878763" y="904876"/>
                </a:lnTo>
                <a:lnTo>
                  <a:pt x="1878763" y="932308"/>
                </a:lnTo>
                <a:lnTo>
                  <a:pt x="1851331" y="932308"/>
                </a:lnTo>
                <a:close/>
                <a:moveTo>
                  <a:pt x="1737031" y="904876"/>
                </a:moveTo>
                <a:lnTo>
                  <a:pt x="1764463" y="904876"/>
                </a:lnTo>
                <a:lnTo>
                  <a:pt x="1764463" y="932308"/>
                </a:lnTo>
                <a:lnTo>
                  <a:pt x="1737031" y="932308"/>
                </a:lnTo>
                <a:close/>
                <a:moveTo>
                  <a:pt x="1625112" y="904876"/>
                </a:moveTo>
                <a:lnTo>
                  <a:pt x="1652544" y="904876"/>
                </a:lnTo>
                <a:lnTo>
                  <a:pt x="1652544" y="932308"/>
                </a:lnTo>
                <a:lnTo>
                  <a:pt x="1625112" y="932308"/>
                </a:lnTo>
                <a:close/>
                <a:moveTo>
                  <a:pt x="1510812" y="904876"/>
                </a:moveTo>
                <a:lnTo>
                  <a:pt x="1538244" y="904876"/>
                </a:lnTo>
                <a:lnTo>
                  <a:pt x="1538244" y="932308"/>
                </a:lnTo>
                <a:lnTo>
                  <a:pt x="1510812" y="932308"/>
                </a:lnTo>
                <a:close/>
                <a:moveTo>
                  <a:pt x="1394702" y="904876"/>
                </a:moveTo>
                <a:lnTo>
                  <a:pt x="1422134" y="904876"/>
                </a:lnTo>
                <a:lnTo>
                  <a:pt x="1422134" y="932308"/>
                </a:lnTo>
                <a:lnTo>
                  <a:pt x="1394702" y="932308"/>
                </a:lnTo>
                <a:close/>
                <a:moveTo>
                  <a:pt x="1278592" y="904876"/>
                </a:moveTo>
                <a:lnTo>
                  <a:pt x="1306024" y="904876"/>
                </a:lnTo>
                <a:lnTo>
                  <a:pt x="1306024" y="932308"/>
                </a:lnTo>
                <a:lnTo>
                  <a:pt x="1278592" y="932308"/>
                </a:lnTo>
                <a:close/>
                <a:moveTo>
                  <a:pt x="1162482" y="904876"/>
                </a:moveTo>
                <a:lnTo>
                  <a:pt x="1189914" y="904876"/>
                </a:lnTo>
                <a:lnTo>
                  <a:pt x="1189914" y="932308"/>
                </a:lnTo>
                <a:lnTo>
                  <a:pt x="1162482" y="932308"/>
                </a:lnTo>
                <a:close/>
                <a:moveTo>
                  <a:pt x="1042307" y="904876"/>
                </a:moveTo>
                <a:lnTo>
                  <a:pt x="1069739" y="904876"/>
                </a:lnTo>
                <a:lnTo>
                  <a:pt x="1069739" y="932308"/>
                </a:lnTo>
                <a:lnTo>
                  <a:pt x="1042307" y="932308"/>
                </a:lnTo>
                <a:close/>
                <a:moveTo>
                  <a:pt x="926798" y="904876"/>
                </a:moveTo>
                <a:lnTo>
                  <a:pt x="954230" y="904876"/>
                </a:lnTo>
                <a:lnTo>
                  <a:pt x="954230" y="932308"/>
                </a:lnTo>
                <a:lnTo>
                  <a:pt x="926798" y="932308"/>
                </a:lnTo>
                <a:close/>
                <a:moveTo>
                  <a:pt x="812625" y="904876"/>
                </a:moveTo>
                <a:lnTo>
                  <a:pt x="840057" y="904876"/>
                </a:lnTo>
                <a:lnTo>
                  <a:pt x="840057" y="932308"/>
                </a:lnTo>
                <a:lnTo>
                  <a:pt x="812625" y="932308"/>
                </a:lnTo>
                <a:close/>
                <a:moveTo>
                  <a:pt x="692450" y="904876"/>
                </a:moveTo>
                <a:lnTo>
                  <a:pt x="719882" y="904876"/>
                </a:lnTo>
                <a:lnTo>
                  <a:pt x="719882" y="932308"/>
                </a:lnTo>
                <a:lnTo>
                  <a:pt x="692450" y="932308"/>
                </a:lnTo>
                <a:close/>
                <a:moveTo>
                  <a:pt x="576340" y="904876"/>
                </a:moveTo>
                <a:lnTo>
                  <a:pt x="603772" y="904876"/>
                </a:lnTo>
                <a:lnTo>
                  <a:pt x="603772" y="932308"/>
                </a:lnTo>
                <a:lnTo>
                  <a:pt x="576340" y="932308"/>
                </a:lnTo>
                <a:close/>
                <a:moveTo>
                  <a:pt x="456165" y="904876"/>
                </a:moveTo>
                <a:lnTo>
                  <a:pt x="483597" y="904876"/>
                </a:lnTo>
                <a:lnTo>
                  <a:pt x="483597" y="932308"/>
                </a:lnTo>
                <a:lnTo>
                  <a:pt x="456165" y="932308"/>
                </a:lnTo>
                <a:close/>
                <a:moveTo>
                  <a:pt x="340656" y="904876"/>
                </a:moveTo>
                <a:lnTo>
                  <a:pt x="368088" y="904876"/>
                </a:lnTo>
                <a:lnTo>
                  <a:pt x="368088" y="932308"/>
                </a:lnTo>
                <a:lnTo>
                  <a:pt x="340656" y="932308"/>
                </a:lnTo>
                <a:close/>
                <a:moveTo>
                  <a:pt x="226483" y="904876"/>
                </a:moveTo>
                <a:lnTo>
                  <a:pt x="253915" y="904876"/>
                </a:lnTo>
                <a:lnTo>
                  <a:pt x="253915" y="932308"/>
                </a:lnTo>
                <a:lnTo>
                  <a:pt x="226483" y="932308"/>
                </a:lnTo>
                <a:close/>
                <a:moveTo>
                  <a:pt x="114173" y="904876"/>
                </a:moveTo>
                <a:lnTo>
                  <a:pt x="141605" y="904876"/>
                </a:lnTo>
                <a:lnTo>
                  <a:pt x="141605" y="932308"/>
                </a:lnTo>
                <a:lnTo>
                  <a:pt x="114173" y="932308"/>
                </a:lnTo>
                <a:close/>
                <a:moveTo>
                  <a:pt x="0" y="904876"/>
                </a:moveTo>
                <a:lnTo>
                  <a:pt x="27432" y="904876"/>
                </a:lnTo>
                <a:lnTo>
                  <a:pt x="27432" y="932308"/>
                </a:lnTo>
                <a:lnTo>
                  <a:pt x="0" y="932308"/>
                </a:lnTo>
                <a:close/>
                <a:moveTo>
                  <a:pt x="1851331" y="789782"/>
                </a:moveTo>
                <a:lnTo>
                  <a:pt x="1878763" y="789782"/>
                </a:lnTo>
                <a:lnTo>
                  <a:pt x="1878763" y="817214"/>
                </a:lnTo>
                <a:lnTo>
                  <a:pt x="1851331" y="817214"/>
                </a:lnTo>
                <a:close/>
                <a:moveTo>
                  <a:pt x="1737031" y="789782"/>
                </a:moveTo>
                <a:lnTo>
                  <a:pt x="1764463" y="789782"/>
                </a:lnTo>
                <a:lnTo>
                  <a:pt x="1764463" y="817214"/>
                </a:lnTo>
                <a:lnTo>
                  <a:pt x="1737031" y="817214"/>
                </a:lnTo>
                <a:close/>
                <a:moveTo>
                  <a:pt x="1625112" y="789782"/>
                </a:moveTo>
                <a:lnTo>
                  <a:pt x="1652544" y="789782"/>
                </a:lnTo>
                <a:lnTo>
                  <a:pt x="1652544" y="817214"/>
                </a:lnTo>
                <a:lnTo>
                  <a:pt x="1625112" y="817214"/>
                </a:lnTo>
                <a:close/>
                <a:moveTo>
                  <a:pt x="1510812" y="789782"/>
                </a:moveTo>
                <a:lnTo>
                  <a:pt x="1538244" y="789782"/>
                </a:lnTo>
                <a:lnTo>
                  <a:pt x="1538244" y="817214"/>
                </a:lnTo>
                <a:lnTo>
                  <a:pt x="1510812" y="817214"/>
                </a:lnTo>
                <a:close/>
                <a:moveTo>
                  <a:pt x="1394702" y="789782"/>
                </a:moveTo>
                <a:lnTo>
                  <a:pt x="1422134" y="789782"/>
                </a:lnTo>
                <a:lnTo>
                  <a:pt x="1422134" y="817214"/>
                </a:lnTo>
                <a:lnTo>
                  <a:pt x="1394702" y="817214"/>
                </a:lnTo>
                <a:close/>
                <a:moveTo>
                  <a:pt x="1278592" y="789782"/>
                </a:moveTo>
                <a:lnTo>
                  <a:pt x="1306024" y="789782"/>
                </a:lnTo>
                <a:lnTo>
                  <a:pt x="1306024" y="817214"/>
                </a:lnTo>
                <a:lnTo>
                  <a:pt x="1278592" y="817214"/>
                </a:lnTo>
                <a:close/>
                <a:moveTo>
                  <a:pt x="1162482" y="789782"/>
                </a:moveTo>
                <a:lnTo>
                  <a:pt x="1189914" y="789782"/>
                </a:lnTo>
                <a:lnTo>
                  <a:pt x="1189914" y="817214"/>
                </a:lnTo>
                <a:lnTo>
                  <a:pt x="1162482" y="817214"/>
                </a:lnTo>
                <a:close/>
                <a:moveTo>
                  <a:pt x="1042307" y="789782"/>
                </a:moveTo>
                <a:lnTo>
                  <a:pt x="1069739" y="789782"/>
                </a:lnTo>
                <a:lnTo>
                  <a:pt x="1069739" y="817214"/>
                </a:lnTo>
                <a:lnTo>
                  <a:pt x="1042307" y="817214"/>
                </a:lnTo>
                <a:close/>
                <a:moveTo>
                  <a:pt x="926798" y="789782"/>
                </a:moveTo>
                <a:lnTo>
                  <a:pt x="954230" y="789782"/>
                </a:lnTo>
                <a:lnTo>
                  <a:pt x="954230" y="817214"/>
                </a:lnTo>
                <a:lnTo>
                  <a:pt x="926798" y="817214"/>
                </a:lnTo>
                <a:close/>
                <a:moveTo>
                  <a:pt x="812625" y="789782"/>
                </a:moveTo>
                <a:lnTo>
                  <a:pt x="840057" y="789782"/>
                </a:lnTo>
                <a:lnTo>
                  <a:pt x="840057" y="817214"/>
                </a:lnTo>
                <a:lnTo>
                  <a:pt x="812625" y="817214"/>
                </a:lnTo>
                <a:close/>
                <a:moveTo>
                  <a:pt x="692450" y="789782"/>
                </a:moveTo>
                <a:lnTo>
                  <a:pt x="719882" y="789782"/>
                </a:lnTo>
                <a:lnTo>
                  <a:pt x="719882" y="817214"/>
                </a:lnTo>
                <a:lnTo>
                  <a:pt x="692450" y="817214"/>
                </a:lnTo>
                <a:close/>
                <a:moveTo>
                  <a:pt x="576340" y="789782"/>
                </a:moveTo>
                <a:lnTo>
                  <a:pt x="603772" y="789782"/>
                </a:lnTo>
                <a:lnTo>
                  <a:pt x="603772" y="817214"/>
                </a:lnTo>
                <a:lnTo>
                  <a:pt x="576340" y="817214"/>
                </a:lnTo>
                <a:close/>
                <a:moveTo>
                  <a:pt x="456165" y="789782"/>
                </a:moveTo>
                <a:lnTo>
                  <a:pt x="483597" y="789782"/>
                </a:lnTo>
                <a:lnTo>
                  <a:pt x="483597" y="817214"/>
                </a:lnTo>
                <a:lnTo>
                  <a:pt x="456165" y="817214"/>
                </a:lnTo>
                <a:close/>
                <a:moveTo>
                  <a:pt x="340656" y="789782"/>
                </a:moveTo>
                <a:lnTo>
                  <a:pt x="368088" y="789782"/>
                </a:lnTo>
                <a:lnTo>
                  <a:pt x="368088" y="817214"/>
                </a:lnTo>
                <a:lnTo>
                  <a:pt x="340656" y="817214"/>
                </a:lnTo>
                <a:close/>
                <a:moveTo>
                  <a:pt x="226483" y="789782"/>
                </a:moveTo>
                <a:lnTo>
                  <a:pt x="253915" y="789782"/>
                </a:lnTo>
                <a:lnTo>
                  <a:pt x="253915" y="817214"/>
                </a:lnTo>
                <a:lnTo>
                  <a:pt x="226483" y="817214"/>
                </a:lnTo>
                <a:close/>
                <a:moveTo>
                  <a:pt x="114173" y="789782"/>
                </a:moveTo>
                <a:lnTo>
                  <a:pt x="141605" y="789782"/>
                </a:lnTo>
                <a:lnTo>
                  <a:pt x="141605" y="817214"/>
                </a:lnTo>
                <a:lnTo>
                  <a:pt x="114173" y="817214"/>
                </a:lnTo>
                <a:close/>
                <a:moveTo>
                  <a:pt x="0" y="789782"/>
                </a:moveTo>
                <a:lnTo>
                  <a:pt x="27432" y="789782"/>
                </a:lnTo>
                <a:lnTo>
                  <a:pt x="27432" y="817214"/>
                </a:lnTo>
                <a:lnTo>
                  <a:pt x="0" y="817214"/>
                </a:lnTo>
                <a:close/>
                <a:moveTo>
                  <a:pt x="1851331" y="676275"/>
                </a:moveTo>
                <a:lnTo>
                  <a:pt x="1878763" y="676275"/>
                </a:lnTo>
                <a:lnTo>
                  <a:pt x="1878763" y="703707"/>
                </a:lnTo>
                <a:lnTo>
                  <a:pt x="1851331" y="703707"/>
                </a:lnTo>
                <a:close/>
                <a:moveTo>
                  <a:pt x="1737031" y="676275"/>
                </a:moveTo>
                <a:lnTo>
                  <a:pt x="1764463" y="676275"/>
                </a:lnTo>
                <a:lnTo>
                  <a:pt x="1764463" y="703707"/>
                </a:lnTo>
                <a:lnTo>
                  <a:pt x="1737031" y="703707"/>
                </a:lnTo>
                <a:close/>
                <a:moveTo>
                  <a:pt x="1625112" y="676275"/>
                </a:moveTo>
                <a:lnTo>
                  <a:pt x="1652544" y="676275"/>
                </a:lnTo>
                <a:lnTo>
                  <a:pt x="1652544" y="703707"/>
                </a:lnTo>
                <a:lnTo>
                  <a:pt x="1625112" y="703707"/>
                </a:lnTo>
                <a:close/>
                <a:moveTo>
                  <a:pt x="1510812" y="676275"/>
                </a:moveTo>
                <a:lnTo>
                  <a:pt x="1538244" y="676275"/>
                </a:lnTo>
                <a:lnTo>
                  <a:pt x="1538244" y="703707"/>
                </a:lnTo>
                <a:lnTo>
                  <a:pt x="1510812" y="703707"/>
                </a:lnTo>
                <a:close/>
                <a:moveTo>
                  <a:pt x="1394702" y="676275"/>
                </a:moveTo>
                <a:lnTo>
                  <a:pt x="1422134" y="676275"/>
                </a:lnTo>
                <a:lnTo>
                  <a:pt x="1422134" y="703707"/>
                </a:lnTo>
                <a:lnTo>
                  <a:pt x="1394702" y="703707"/>
                </a:lnTo>
                <a:close/>
                <a:moveTo>
                  <a:pt x="1278592" y="676275"/>
                </a:moveTo>
                <a:lnTo>
                  <a:pt x="1306024" y="676275"/>
                </a:lnTo>
                <a:lnTo>
                  <a:pt x="1306024" y="703707"/>
                </a:lnTo>
                <a:lnTo>
                  <a:pt x="1278592" y="703707"/>
                </a:lnTo>
                <a:close/>
                <a:moveTo>
                  <a:pt x="1162482" y="676275"/>
                </a:moveTo>
                <a:lnTo>
                  <a:pt x="1189914" y="676275"/>
                </a:lnTo>
                <a:lnTo>
                  <a:pt x="1189914" y="703707"/>
                </a:lnTo>
                <a:lnTo>
                  <a:pt x="1162482" y="703707"/>
                </a:lnTo>
                <a:close/>
                <a:moveTo>
                  <a:pt x="1042307" y="676275"/>
                </a:moveTo>
                <a:lnTo>
                  <a:pt x="1069739" y="676275"/>
                </a:lnTo>
                <a:lnTo>
                  <a:pt x="1069739" y="703707"/>
                </a:lnTo>
                <a:lnTo>
                  <a:pt x="1042307" y="703707"/>
                </a:lnTo>
                <a:close/>
                <a:moveTo>
                  <a:pt x="926798" y="676275"/>
                </a:moveTo>
                <a:lnTo>
                  <a:pt x="954230" y="676275"/>
                </a:lnTo>
                <a:lnTo>
                  <a:pt x="954230" y="703707"/>
                </a:lnTo>
                <a:lnTo>
                  <a:pt x="926798" y="703707"/>
                </a:lnTo>
                <a:close/>
                <a:moveTo>
                  <a:pt x="812625" y="676275"/>
                </a:moveTo>
                <a:lnTo>
                  <a:pt x="840057" y="676275"/>
                </a:lnTo>
                <a:lnTo>
                  <a:pt x="840057" y="703707"/>
                </a:lnTo>
                <a:lnTo>
                  <a:pt x="812625" y="703707"/>
                </a:lnTo>
                <a:close/>
                <a:moveTo>
                  <a:pt x="692450" y="676275"/>
                </a:moveTo>
                <a:lnTo>
                  <a:pt x="719882" y="676275"/>
                </a:lnTo>
                <a:lnTo>
                  <a:pt x="719882" y="703707"/>
                </a:lnTo>
                <a:lnTo>
                  <a:pt x="692450" y="703707"/>
                </a:lnTo>
                <a:close/>
                <a:moveTo>
                  <a:pt x="576340" y="676275"/>
                </a:moveTo>
                <a:lnTo>
                  <a:pt x="603772" y="676275"/>
                </a:lnTo>
                <a:lnTo>
                  <a:pt x="603772" y="703707"/>
                </a:lnTo>
                <a:lnTo>
                  <a:pt x="576340" y="703707"/>
                </a:lnTo>
                <a:close/>
                <a:moveTo>
                  <a:pt x="456165" y="676275"/>
                </a:moveTo>
                <a:lnTo>
                  <a:pt x="483597" y="676275"/>
                </a:lnTo>
                <a:lnTo>
                  <a:pt x="483597" y="703707"/>
                </a:lnTo>
                <a:lnTo>
                  <a:pt x="456165" y="703707"/>
                </a:lnTo>
                <a:close/>
                <a:moveTo>
                  <a:pt x="340656" y="676275"/>
                </a:moveTo>
                <a:lnTo>
                  <a:pt x="368088" y="676275"/>
                </a:lnTo>
                <a:lnTo>
                  <a:pt x="368088" y="703707"/>
                </a:lnTo>
                <a:lnTo>
                  <a:pt x="340656" y="703707"/>
                </a:lnTo>
                <a:close/>
                <a:moveTo>
                  <a:pt x="226483" y="676275"/>
                </a:moveTo>
                <a:lnTo>
                  <a:pt x="253915" y="676275"/>
                </a:lnTo>
                <a:lnTo>
                  <a:pt x="253915" y="703707"/>
                </a:lnTo>
                <a:lnTo>
                  <a:pt x="226483" y="703707"/>
                </a:lnTo>
                <a:close/>
                <a:moveTo>
                  <a:pt x="114173" y="676275"/>
                </a:moveTo>
                <a:lnTo>
                  <a:pt x="141605" y="676275"/>
                </a:lnTo>
                <a:lnTo>
                  <a:pt x="141605" y="703707"/>
                </a:lnTo>
                <a:lnTo>
                  <a:pt x="114173" y="703707"/>
                </a:lnTo>
                <a:close/>
                <a:moveTo>
                  <a:pt x="0" y="676275"/>
                </a:moveTo>
                <a:lnTo>
                  <a:pt x="27432" y="676275"/>
                </a:lnTo>
                <a:lnTo>
                  <a:pt x="27432" y="703707"/>
                </a:lnTo>
                <a:lnTo>
                  <a:pt x="0" y="703707"/>
                </a:lnTo>
                <a:close/>
                <a:moveTo>
                  <a:pt x="1851331" y="565945"/>
                </a:moveTo>
                <a:lnTo>
                  <a:pt x="1878763" y="565945"/>
                </a:lnTo>
                <a:lnTo>
                  <a:pt x="1878763" y="593377"/>
                </a:lnTo>
                <a:lnTo>
                  <a:pt x="1851331" y="593377"/>
                </a:lnTo>
                <a:close/>
                <a:moveTo>
                  <a:pt x="1737031" y="565945"/>
                </a:moveTo>
                <a:lnTo>
                  <a:pt x="1764463" y="565945"/>
                </a:lnTo>
                <a:lnTo>
                  <a:pt x="1764463" y="593377"/>
                </a:lnTo>
                <a:lnTo>
                  <a:pt x="1737031" y="593377"/>
                </a:lnTo>
                <a:close/>
                <a:moveTo>
                  <a:pt x="1625112" y="565945"/>
                </a:moveTo>
                <a:lnTo>
                  <a:pt x="1652544" y="565945"/>
                </a:lnTo>
                <a:lnTo>
                  <a:pt x="1652544" y="593377"/>
                </a:lnTo>
                <a:lnTo>
                  <a:pt x="1625112" y="593377"/>
                </a:lnTo>
                <a:close/>
                <a:moveTo>
                  <a:pt x="1510812" y="565945"/>
                </a:moveTo>
                <a:lnTo>
                  <a:pt x="1538244" y="565945"/>
                </a:lnTo>
                <a:lnTo>
                  <a:pt x="1538244" y="593377"/>
                </a:lnTo>
                <a:lnTo>
                  <a:pt x="1510812" y="593377"/>
                </a:lnTo>
                <a:close/>
                <a:moveTo>
                  <a:pt x="1394702" y="565945"/>
                </a:moveTo>
                <a:lnTo>
                  <a:pt x="1422134" y="565945"/>
                </a:lnTo>
                <a:lnTo>
                  <a:pt x="1422134" y="593377"/>
                </a:lnTo>
                <a:lnTo>
                  <a:pt x="1394702" y="593377"/>
                </a:lnTo>
                <a:close/>
                <a:moveTo>
                  <a:pt x="1278592" y="565945"/>
                </a:moveTo>
                <a:lnTo>
                  <a:pt x="1306024" y="565945"/>
                </a:lnTo>
                <a:lnTo>
                  <a:pt x="1306024" y="593377"/>
                </a:lnTo>
                <a:lnTo>
                  <a:pt x="1278592" y="593377"/>
                </a:lnTo>
                <a:close/>
                <a:moveTo>
                  <a:pt x="1162482" y="565945"/>
                </a:moveTo>
                <a:lnTo>
                  <a:pt x="1189914" y="565945"/>
                </a:lnTo>
                <a:lnTo>
                  <a:pt x="1189914" y="593377"/>
                </a:lnTo>
                <a:lnTo>
                  <a:pt x="1162482" y="593377"/>
                </a:lnTo>
                <a:close/>
                <a:moveTo>
                  <a:pt x="1042307" y="565945"/>
                </a:moveTo>
                <a:lnTo>
                  <a:pt x="1069739" y="565945"/>
                </a:lnTo>
                <a:lnTo>
                  <a:pt x="1069739" y="593377"/>
                </a:lnTo>
                <a:lnTo>
                  <a:pt x="1042307" y="593377"/>
                </a:lnTo>
                <a:close/>
                <a:moveTo>
                  <a:pt x="926798" y="565945"/>
                </a:moveTo>
                <a:lnTo>
                  <a:pt x="954230" y="565945"/>
                </a:lnTo>
                <a:lnTo>
                  <a:pt x="954230" y="593377"/>
                </a:lnTo>
                <a:lnTo>
                  <a:pt x="926798" y="593377"/>
                </a:lnTo>
                <a:close/>
                <a:moveTo>
                  <a:pt x="812625" y="565945"/>
                </a:moveTo>
                <a:lnTo>
                  <a:pt x="840057" y="565945"/>
                </a:lnTo>
                <a:lnTo>
                  <a:pt x="840057" y="593377"/>
                </a:lnTo>
                <a:lnTo>
                  <a:pt x="812625" y="593377"/>
                </a:lnTo>
                <a:close/>
                <a:moveTo>
                  <a:pt x="692450" y="565945"/>
                </a:moveTo>
                <a:lnTo>
                  <a:pt x="719882" y="565945"/>
                </a:lnTo>
                <a:lnTo>
                  <a:pt x="719882" y="593377"/>
                </a:lnTo>
                <a:lnTo>
                  <a:pt x="692450" y="593377"/>
                </a:lnTo>
                <a:close/>
                <a:moveTo>
                  <a:pt x="576340" y="565945"/>
                </a:moveTo>
                <a:lnTo>
                  <a:pt x="603772" y="565945"/>
                </a:lnTo>
                <a:lnTo>
                  <a:pt x="603772" y="593377"/>
                </a:lnTo>
                <a:lnTo>
                  <a:pt x="576340" y="593377"/>
                </a:lnTo>
                <a:close/>
                <a:moveTo>
                  <a:pt x="456165" y="565945"/>
                </a:moveTo>
                <a:lnTo>
                  <a:pt x="483597" y="565945"/>
                </a:lnTo>
                <a:lnTo>
                  <a:pt x="483597" y="593377"/>
                </a:lnTo>
                <a:lnTo>
                  <a:pt x="456165" y="593377"/>
                </a:lnTo>
                <a:close/>
                <a:moveTo>
                  <a:pt x="340656" y="565945"/>
                </a:moveTo>
                <a:lnTo>
                  <a:pt x="368088" y="565945"/>
                </a:lnTo>
                <a:lnTo>
                  <a:pt x="368088" y="593377"/>
                </a:lnTo>
                <a:lnTo>
                  <a:pt x="340656" y="593377"/>
                </a:lnTo>
                <a:close/>
                <a:moveTo>
                  <a:pt x="226483" y="565945"/>
                </a:moveTo>
                <a:lnTo>
                  <a:pt x="253915" y="565945"/>
                </a:lnTo>
                <a:lnTo>
                  <a:pt x="253915" y="593377"/>
                </a:lnTo>
                <a:lnTo>
                  <a:pt x="226483" y="593377"/>
                </a:lnTo>
                <a:close/>
                <a:moveTo>
                  <a:pt x="114173" y="565945"/>
                </a:moveTo>
                <a:lnTo>
                  <a:pt x="141605" y="565945"/>
                </a:lnTo>
                <a:lnTo>
                  <a:pt x="141605" y="593377"/>
                </a:lnTo>
                <a:lnTo>
                  <a:pt x="114173" y="593377"/>
                </a:lnTo>
                <a:close/>
                <a:moveTo>
                  <a:pt x="0" y="565945"/>
                </a:moveTo>
                <a:lnTo>
                  <a:pt x="27432" y="565945"/>
                </a:lnTo>
                <a:lnTo>
                  <a:pt x="27432" y="593377"/>
                </a:lnTo>
                <a:lnTo>
                  <a:pt x="0" y="593377"/>
                </a:lnTo>
                <a:close/>
                <a:moveTo>
                  <a:pt x="1851331" y="452438"/>
                </a:moveTo>
                <a:lnTo>
                  <a:pt x="1878763" y="452438"/>
                </a:lnTo>
                <a:lnTo>
                  <a:pt x="1878763" y="479870"/>
                </a:lnTo>
                <a:lnTo>
                  <a:pt x="1851331" y="479870"/>
                </a:lnTo>
                <a:close/>
                <a:moveTo>
                  <a:pt x="1737031" y="452438"/>
                </a:moveTo>
                <a:lnTo>
                  <a:pt x="1764463" y="452438"/>
                </a:lnTo>
                <a:lnTo>
                  <a:pt x="1764463" y="479870"/>
                </a:lnTo>
                <a:lnTo>
                  <a:pt x="1737031" y="479870"/>
                </a:lnTo>
                <a:close/>
                <a:moveTo>
                  <a:pt x="1625112" y="452438"/>
                </a:moveTo>
                <a:lnTo>
                  <a:pt x="1652544" y="452438"/>
                </a:lnTo>
                <a:lnTo>
                  <a:pt x="1652544" y="479870"/>
                </a:lnTo>
                <a:lnTo>
                  <a:pt x="1625112" y="479870"/>
                </a:lnTo>
                <a:close/>
                <a:moveTo>
                  <a:pt x="1510812" y="452438"/>
                </a:moveTo>
                <a:lnTo>
                  <a:pt x="1538244" y="452438"/>
                </a:lnTo>
                <a:lnTo>
                  <a:pt x="1538244" y="479870"/>
                </a:lnTo>
                <a:lnTo>
                  <a:pt x="1510812" y="479870"/>
                </a:lnTo>
                <a:close/>
                <a:moveTo>
                  <a:pt x="1394702" y="452438"/>
                </a:moveTo>
                <a:lnTo>
                  <a:pt x="1422134" y="452438"/>
                </a:lnTo>
                <a:lnTo>
                  <a:pt x="1422134" y="479870"/>
                </a:lnTo>
                <a:lnTo>
                  <a:pt x="1394702" y="479870"/>
                </a:lnTo>
                <a:close/>
                <a:moveTo>
                  <a:pt x="1278592" y="452438"/>
                </a:moveTo>
                <a:lnTo>
                  <a:pt x="1306024" y="452438"/>
                </a:lnTo>
                <a:lnTo>
                  <a:pt x="1306024" y="479870"/>
                </a:lnTo>
                <a:lnTo>
                  <a:pt x="1278592" y="479870"/>
                </a:lnTo>
                <a:close/>
                <a:moveTo>
                  <a:pt x="1162482" y="452438"/>
                </a:moveTo>
                <a:lnTo>
                  <a:pt x="1189914" y="452438"/>
                </a:lnTo>
                <a:lnTo>
                  <a:pt x="1189914" y="479870"/>
                </a:lnTo>
                <a:lnTo>
                  <a:pt x="1162482" y="479870"/>
                </a:lnTo>
                <a:close/>
                <a:moveTo>
                  <a:pt x="1042307" y="452438"/>
                </a:moveTo>
                <a:lnTo>
                  <a:pt x="1069739" y="452438"/>
                </a:lnTo>
                <a:lnTo>
                  <a:pt x="1069739" y="479870"/>
                </a:lnTo>
                <a:lnTo>
                  <a:pt x="1042307" y="479870"/>
                </a:lnTo>
                <a:close/>
                <a:moveTo>
                  <a:pt x="926798" y="452438"/>
                </a:moveTo>
                <a:lnTo>
                  <a:pt x="954230" y="452438"/>
                </a:lnTo>
                <a:lnTo>
                  <a:pt x="954230" y="479870"/>
                </a:lnTo>
                <a:lnTo>
                  <a:pt x="926798" y="479870"/>
                </a:lnTo>
                <a:close/>
                <a:moveTo>
                  <a:pt x="812625" y="452438"/>
                </a:moveTo>
                <a:lnTo>
                  <a:pt x="840057" y="452438"/>
                </a:lnTo>
                <a:lnTo>
                  <a:pt x="840057" y="479870"/>
                </a:lnTo>
                <a:lnTo>
                  <a:pt x="812625" y="479870"/>
                </a:lnTo>
                <a:close/>
                <a:moveTo>
                  <a:pt x="692450" y="452438"/>
                </a:moveTo>
                <a:lnTo>
                  <a:pt x="719882" y="452438"/>
                </a:lnTo>
                <a:lnTo>
                  <a:pt x="719882" y="479870"/>
                </a:lnTo>
                <a:lnTo>
                  <a:pt x="692450" y="479870"/>
                </a:lnTo>
                <a:close/>
                <a:moveTo>
                  <a:pt x="576340" y="452438"/>
                </a:moveTo>
                <a:lnTo>
                  <a:pt x="603772" y="452438"/>
                </a:lnTo>
                <a:lnTo>
                  <a:pt x="603772" y="479870"/>
                </a:lnTo>
                <a:lnTo>
                  <a:pt x="576340" y="479870"/>
                </a:lnTo>
                <a:close/>
                <a:moveTo>
                  <a:pt x="456165" y="452438"/>
                </a:moveTo>
                <a:lnTo>
                  <a:pt x="483597" y="452438"/>
                </a:lnTo>
                <a:lnTo>
                  <a:pt x="483597" y="479870"/>
                </a:lnTo>
                <a:lnTo>
                  <a:pt x="456165" y="479870"/>
                </a:lnTo>
                <a:close/>
                <a:moveTo>
                  <a:pt x="340656" y="452438"/>
                </a:moveTo>
                <a:lnTo>
                  <a:pt x="368088" y="452438"/>
                </a:lnTo>
                <a:lnTo>
                  <a:pt x="368088" y="479870"/>
                </a:lnTo>
                <a:lnTo>
                  <a:pt x="340656" y="479870"/>
                </a:lnTo>
                <a:close/>
                <a:moveTo>
                  <a:pt x="226483" y="452438"/>
                </a:moveTo>
                <a:lnTo>
                  <a:pt x="253915" y="452438"/>
                </a:lnTo>
                <a:lnTo>
                  <a:pt x="253915" y="479870"/>
                </a:lnTo>
                <a:lnTo>
                  <a:pt x="226483" y="479870"/>
                </a:lnTo>
                <a:close/>
                <a:moveTo>
                  <a:pt x="114173" y="452438"/>
                </a:moveTo>
                <a:lnTo>
                  <a:pt x="141605" y="452438"/>
                </a:lnTo>
                <a:lnTo>
                  <a:pt x="141605" y="479870"/>
                </a:lnTo>
                <a:lnTo>
                  <a:pt x="114173" y="479870"/>
                </a:lnTo>
                <a:close/>
                <a:moveTo>
                  <a:pt x="0" y="452438"/>
                </a:moveTo>
                <a:lnTo>
                  <a:pt x="27432" y="452438"/>
                </a:lnTo>
                <a:lnTo>
                  <a:pt x="27432" y="479870"/>
                </a:lnTo>
                <a:lnTo>
                  <a:pt x="0" y="479870"/>
                </a:lnTo>
                <a:close/>
                <a:moveTo>
                  <a:pt x="1851331" y="337344"/>
                </a:moveTo>
                <a:lnTo>
                  <a:pt x="1878763" y="337344"/>
                </a:lnTo>
                <a:lnTo>
                  <a:pt x="1878763" y="364776"/>
                </a:lnTo>
                <a:lnTo>
                  <a:pt x="1851331" y="364776"/>
                </a:lnTo>
                <a:close/>
                <a:moveTo>
                  <a:pt x="1737031" y="337344"/>
                </a:moveTo>
                <a:lnTo>
                  <a:pt x="1764463" y="337344"/>
                </a:lnTo>
                <a:lnTo>
                  <a:pt x="1764463" y="364776"/>
                </a:lnTo>
                <a:lnTo>
                  <a:pt x="1737031" y="364776"/>
                </a:lnTo>
                <a:close/>
                <a:moveTo>
                  <a:pt x="1625112" y="337344"/>
                </a:moveTo>
                <a:lnTo>
                  <a:pt x="1652544" y="337344"/>
                </a:lnTo>
                <a:lnTo>
                  <a:pt x="1652544" y="364776"/>
                </a:lnTo>
                <a:lnTo>
                  <a:pt x="1625112" y="364776"/>
                </a:lnTo>
                <a:close/>
                <a:moveTo>
                  <a:pt x="1510812" y="337344"/>
                </a:moveTo>
                <a:lnTo>
                  <a:pt x="1538244" y="337344"/>
                </a:lnTo>
                <a:lnTo>
                  <a:pt x="1538244" y="364776"/>
                </a:lnTo>
                <a:lnTo>
                  <a:pt x="1510812" y="364776"/>
                </a:lnTo>
                <a:close/>
                <a:moveTo>
                  <a:pt x="1394702" y="337344"/>
                </a:moveTo>
                <a:lnTo>
                  <a:pt x="1422134" y="337344"/>
                </a:lnTo>
                <a:lnTo>
                  <a:pt x="1422134" y="364776"/>
                </a:lnTo>
                <a:lnTo>
                  <a:pt x="1394702" y="364776"/>
                </a:lnTo>
                <a:close/>
                <a:moveTo>
                  <a:pt x="1278592" y="337344"/>
                </a:moveTo>
                <a:lnTo>
                  <a:pt x="1306024" y="337344"/>
                </a:lnTo>
                <a:lnTo>
                  <a:pt x="1306024" y="364776"/>
                </a:lnTo>
                <a:lnTo>
                  <a:pt x="1278592" y="364776"/>
                </a:lnTo>
                <a:close/>
                <a:moveTo>
                  <a:pt x="1162482" y="337344"/>
                </a:moveTo>
                <a:lnTo>
                  <a:pt x="1189914" y="337344"/>
                </a:lnTo>
                <a:lnTo>
                  <a:pt x="1189914" y="364776"/>
                </a:lnTo>
                <a:lnTo>
                  <a:pt x="1162482" y="364776"/>
                </a:lnTo>
                <a:close/>
                <a:moveTo>
                  <a:pt x="1042307" y="337344"/>
                </a:moveTo>
                <a:lnTo>
                  <a:pt x="1069739" y="337344"/>
                </a:lnTo>
                <a:lnTo>
                  <a:pt x="1069739" y="364776"/>
                </a:lnTo>
                <a:lnTo>
                  <a:pt x="1042307" y="364776"/>
                </a:lnTo>
                <a:close/>
                <a:moveTo>
                  <a:pt x="926798" y="337344"/>
                </a:moveTo>
                <a:lnTo>
                  <a:pt x="954230" y="337344"/>
                </a:lnTo>
                <a:lnTo>
                  <a:pt x="954230" y="364776"/>
                </a:lnTo>
                <a:lnTo>
                  <a:pt x="926798" y="364776"/>
                </a:lnTo>
                <a:close/>
                <a:moveTo>
                  <a:pt x="812625" y="337344"/>
                </a:moveTo>
                <a:lnTo>
                  <a:pt x="840057" y="337344"/>
                </a:lnTo>
                <a:lnTo>
                  <a:pt x="840057" y="364776"/>
                </a:lnTo>
                <a:lnTo>
                  <a:pt x="812625" y="364776"/>
                </a:lnTo>
                <a:close/>
                <a:moveTo>
                  <a:pt x="692450" y="337344"/>
                </a:moveTo>
                <a:lnTo>
                  <a:pt x="719882" y="337344"/>
                </a:lnTo>
                <a:lnTo>
                  <a:pt x="719882" y="364776"/>
                </a:lnTo>
                <a:lnTo>
                  <a:pt x="692450" y="364776"/>
                </a:lnTo>
                <a:close/>
                <a:moveTo>
                  <a:pt x="576340" y="337344"/>
                </a:moveTo>
                <a:lnTo>
                  <a:pt x="603772" y="337344"/>
                </a:lnTo>
                <a:lnTo>
                  <a:pt x="603772" y="364776"/>
                </a:lnTo>
                <a:lnTo>
                  <a:pt x="576340" y="364776"/>
                </a:lnTo>
                <a:close/>
                <a:moveTo>
                  <a:pt x="456165" y="337344"/>
                </a:moveTo>
                <a:lnTo>
                  <a:pt x="483597" y="337344"/>
                </a:lnTo>
                <a:lnTo>
                  <a:pt x="483597" y="364776"/>
                </a:lnTo>
                <a:lnTo>
                  <a:pt x="456165" y="364776"/>
                </a:lnTo>
                <a:close/>
                <a:moveTo>
                  <a:pt x="340656" y="337344"/>
                </a:moveTo>
                <a:lnTo>
                  <a:pt x="368088" y="337344"/>
                </a:lnTo>
                <a:lnTo>
                  <a:pt x="368088" y="364776"/>
                </a:lnTo>
                <a:lnTo>
                  <a:pt x="340656" y="364776"/>
                </a:lnTo>
                <a:close/>
                <a:moveTo>
                  <a:pt x="226483" y="337344"/>
                </a:moveTo>
                <a:lnTo>
                  <a:pt x="253915" y="337344"/>
                </a:lnTo>
                <a:lnTo>
                  <a:pt x="253915" y="364776"/>
                </a:lnTo>
                <a:lnTo>
                  <a:pt x="226483" y="364776"/>
                </a:lnTo>
                <a:close/>
                <a:moveTo>
                  <a:pt x="114173" y="337344"/>
                </a:moveTo>
                <a:lnTo>
                  <a:pt x="141605" y="337344"/>
                </a:lnTo>
                <a:lnTo>
                  <a:pt x="141605" y="364776"/>
                </a:lnTo>
                <a:lnTo>
                  <a:pt x="114173" y="364776"/>
                </a:lnTo>
                <a:close/>
                <a:moveTo>
                  <a:pt x="0" y="337344"/>
                </a:moveTo>
                <a:lnTo>
                  <a:pt x="27432" y="337344"/>
                </a:lnTo>
                <a:lnTo>
                  <a:pt x="27432" y="364776"/>
                </a:lnTo>
                <a:lnTo>
                  <a:pt x="0" y="364776"/>
                </a:lnTo>
                <a:close/>
                <a:moveTo>
                  <a:pt x="1851331" y="223837"/>
                </a:moveTo>
                <a:lnTo>
                  <a:pt x="1878763" y="223837"/>
                </a:lnTo>
                <a:lnTo>
                  <a:pt x="1878763" y="251269"/>
                </a:lnTo>
                <a:lnTo>
                  <a:pt x="1851331" y="251269"/>
                </a:lnTo>
                <a:close/>
                <a:moveTo>
                  <a:pt x="1737031" y="223837"/>
                </a:moveTo>
                <a:lnTo>
                  <a:pt x="1764463" y="223837"/>
                </a:lnTo>
                <a:lnTo>
                  <a:pt x="1764463" y="251269"/>
                </a:lnTo>
                <a:lnTo>
                  <a:pt x="1737031" y="251269"/>
                </a:lnTo>
                <a:close/>
                <a:moveTo>
                  <a:pt x="1625112" y="223837"/>
                </a:moveTo>
                <a:lnTo>
                  <a:pt x="1652544" y="223837"/>
                </a:lnTo>
                <a:lnTo>
                  <a:pt x="1652544" y="251269"/>
                </a:lnTo>
                <a:lnTo>
                  <a:pt x="1625112" y="251269"/>
                </a:lnTo>
                <a:close/>
                <a:moveTo>
                  <a:pt x="1510812" y="223837"/>
                </a:moveTo>
                <a:lnTo>
                  <a:pt x="1538244" y="223837"/>
                </a:lnTo>
                <a:lnTo>
                  <a:pt x="1538244" y="251269"/>
                </a:lnTo>
                <a:lnTo>
                  <a:pt x="1510812" y="251269"/>
                </a:lnTo>
                <a:close/>
                <a:moveTo>
                  <a:pt x="1394702" y="223837"/>
                </a:moveTo>
                <a:lnTo>
                  <a:pt x="1422134" y="223837"/>
                </a:lnTo>
                <a:lnTo>
                  <a:pt x="1422134" y="251269"/>
                </a:lnTo>
                <a:lnTo>
                  <a:pt x="1394702" y="251269"/>
                </a:lnTo>
                <a:close/>
                <a:moveTo>
                  <a:pt x="1278592" y="223837"/>
                </a:moveTo>
                <a:lnTo>
                  <a:pt x="1306024" y="223837"/>
                </a:lnTo>
                <a:lnTo>
                  <a:pt x="1306024" y="251269"/>
                </a:lnTo>
                <a:lnTo>
                  <a:pt x="1278592" y="251269"/>
                </a:lnTo>
                <a:close/>
                <a:moveTo>
                  <a:pt x="1162482" y="223837"/>
                </a:moveTo>
                <a:lnTo>
                  <a:pt x="1189914" y="223837"/>
                </a:lnTo>
                <a:lnTo>
                  <a:pt x="1189914" y="251269"/>
                </a:lnTo>
                <a:lnTo>
                  <a:pt x="1162482" y="251269"/>
                </a:lnTo>
                <a:close/>
                <a:moveTo>
                  <a:pt x="1042307" y="223837"/>
                </a:moveTo>
                <a:lnTo>
                  <a:pt x="1069739" y="223837"/>
                </a:lnTo>
                <a:lnTo>
                  <a:pt x="1069739" y="251269"/>
                </a:lnTo>
                <a:lnTo>
                  <a:pt x="1042307" y="251269"/>
                </a:lnTo>
                <a:close/>
                <a:moveTo>
                  <a:pt x="926798" y="223837"/>
                </a:moveTo>
                <a:lnTo>
                  <a:pt x="954230" y="223837"/>
                </a:lnTo>
                <a:lnTo>
                  <a:pt x="954230" y="251269"/>
                </a:lnTo>
                <a:lnTo>
                  <a:pt x="926798" y="251269"/>
                </a:lnTo>
                <a:close/>
                <a:moveTo>
                  <a:pt x="812625" y="223837"/>
                </a:moveTo>
                <a:lnTo>
                  <a:pt x="840057" y="223837"/>
                </a:lnTo>
                <a:lnTo>
                  <a:pt x="840057" y="251269"/>
                </a:lnTo>
                <a:lnTo>
                  <a:pt x="812625" y="251269"/>
                </a:lnTo>
                <a:close/>
                <a:moveTo>
                  <a:pt x="692450" y="223837"/>
                </a:moveTo>
                <a:lnTo>
                  <a:pt x="719882" y="223837"/>
                </a:lnTo>
                <a:lnTo>
                  <a:pt x="719882" y="251269"/>
                </a:lnTo>
                <a:lnTo>
                  <a:pt x="692450" y="251269"/>
                </a:lnTo>
                <a:close/>
                <a:moveTo>
                  <a:pt x="576340" y="223837"/>
                </a:moveTo>
                <a:lnTo>
                  <a:pt x="603772" y="223837"/>
                </a:lnTo>
                <a:lnTo>
                  <a:pt x="603772" y="251269"/>
                </a:lnTo>
                <a:lnTo>
                  <a:pt x="576340" y="251269"/>
                </a:lnTo>
                <a:close/>
                <a:moveTo>
                  <a:pt x="456165" y="223837"/>
                </a:moveTo>
                <a:lnTo>
                  <a:pt x="483597" y="223837"/>
                </a:lnTo>
                <a:lnTo>
                  <a:pt x="483597" y="251269"/>
                </a:lnTo>
                <a:lnTo>
                  <a:pt x="456165" y="251269"/>
                </a:lnTo>
                <a:close/>
                <a:moveTo>
                  <a:pt x="340656" y="223837"/>
                </a:moveTo>
                <a:lnTo>
                  <a:pt x="368088" y="223837"/>
                </a:lnTo>
                <a:lnTo>
                  <a:pt x="368088" y="251269"/>
                </a:lnTo>
                <a:lnTo>
                  <a:pt x="340656" y="251269"/>
                </a:lnTo>
                <a:close/>
                <a:moveTo>
                  <a:pt x="226483" y="223837"/>
                </a:moveTo>
                <a:lnTo>
                  <a:pt x="253915" y="223837"/>
                </a:lnTo>
                <a:lnTo>
                  <a:pt x="253915" y="251269"/>
                </a:lnTo>
                <a:lnTo>
                  <a:pt x="226483" y="251269"/>
                </a:lnTo>
                <a:close/>
                <a:moveTo>
                  <a:pt x="114173" y="223837"/>
                </a:moveTo>
                <a:lnTo>
                  <a:pt x="141605" y="223837"/>
                </a:lnTo>
                <a:lnTo>
                  <a:pt x="141605" y="251269"/>
                </a:lnTo>
                <a:lnTo>
                  <a:pt x="114173" y="251269"/>
                </a:lnTo>
                <a:close/>
                <a:moveTo>
                  <a:pt x="0" y="223837"/>
                </a:moveTo>
                <a:lnTo>
                  <a:pt x="27432" y="223837"/>
                </a:lnTo>
                <a:lnTo>
                  <a:pt x="27432" y="251269"/>
                </a:lnTo>
                <a:lnTo>
                  <a:pt x="0" y="251269"/>
                </a:lnTo>
                <a:close/>
                <a:moveTo>
                  <a:pt x="1851331" y="113507"/>
                </a:moveTo>
                <a:lnTo>
                  <a:pt x="1878763" y="113507"/>
                </a:lnTo>
                <a:lnTo>
                  <a:pt x="1878763" y="140939"/>
                </a:lnTo>
                <a:lnTo>
                  <a:pt x="1851331" y="140939"/>
                </a:lnTo>
                <a:close/>
                <a:moveTo>
                  <a:pt x="1737031" y="113507"/>
                </a:moveTo>
                <a:lnTo>
                  <a:pt x="1764463" y="113507"/>
                </a:lnTo>
                <a:lnTo>
                  <a:pt x="1764463" y="140939"/>
                </a:lnTo>
                <a:lnTo>
                  <a:pt x="1737031" y="140939"/>
                </a:lnTo>
                <a:close/>
                <a:moveTo>
                  <a:pt x="1625112" y="113507"/>
                </a:moveTo>
                <a:lnTo>
                  <a:pt x="1652544" y="113507"/>
                </a:lnTo>
                <a:lnTo>
                  <a:pt x="1652544" y="140939"/>
                </a:lnTo>
                <a:lnTo>
                  <a:pt x="1625112" y="140939"/>
                </a:lnTo>
                <a:close/>
                <a:moveTo>
                  <a:pt x="1510812" y="113507"/>
                </a:moveTo>
                <a:lnTo>
                  <a:pt x="1538244" y="113507"/>
                </a:lnTo>
                <a:lnTo>
                  <a:pt x="1538244" y="140939"/>
                </a:lnTo>
                <a:lnTo>
                  <a:pt x="1510812" y="140939"/>
                </a:lnTo>
                <a:close/>
                <a:moveTo>
                  <a:pt x="1394702" y="113507"/>
                </a:moveTo>
                <a:lnTo>
                  <a:pt x="1422134" y="113507"/>
                </a:lnTo>
                <a:lnTo>
                  <a:pt x="1422134" y="140939"/>
                </a:lnTo>
                <a:lnTo>
                  <a:pt x="1394702" y="140939"/>
                </a:lnTo>
                <a:close/>
                <a:moveTo>
                  <a:pt x="1278592" y="113507"/>
                </a:moveTo>
                <a:lnTo>
                  <a:pt x="1306024" y="113507"/>
                </a:lnTo>
                <a:lnTo>
                  <a:pt x="1306024" y="140939"/>
                </a:lnTo>
                <a:lnTo>
                  <a:pt x="1278592" y="140939"/>
                </a:lnTo>
                <a:close/>
                <a:moveTo>
                  <a:pt x="1162482" y="113507"/>
                </a:moveTo>
                <a:lnTo>
                  <a:pt x="1189914" y="113507"/>
                </a:lnTo>
                <a:lnTo>
                  <a:pt x="1189914" y="140939"/>
                </a:lnTo>
                <a:lnTo>
                  <a:pt x="1162482" y="140939"/>
                </a:lnTo>
                <a:close/>
                <a:moveTo>
                  <a:pt x="1042307" y="113507"/>
                </a:moveTo>
                <a:lnTo>
                  <a:pt x="1069739" y="113507"/>
                </a:lnTo>
                <a:lnTo>
                  <a:pt x="1069739" y="140939"/>
                </a:lnTo>
                <a:lnTo>
                  <a:pt x="1042307" y="140939"/>
                </a:lnTo>
                <a:close/>
                <a:moveTo>
                  <a:pt x="926798" y="113507"/>
                </a:moveTo>
                <a:lnTo>
                  <a:pt x="954230" y="113507"/>
                </a:lnTo>
                <a:lnTo>
                  <a:pt x="954230" y="140939"/>
                </a:lnTo>
                <a:lnTo>
                  <a:pt x="926798" y="140939"/>
                </a:lnTo>
                <a:close/>
                <a:moveTo>
                  <a:pt x="812625" y="113507"/>
                </a:moveTo>
                <a:lnTo>
                  <a:pt x="840057" y="113507"/>
                </a:lnTo>
                <a:lnTo>
                  <a:pt x="840057" y="140939"/>
                </a:lnTo>
                <a:lnTo>
                  <a:pt x="812625" y="140939"/>
                </a:lnTo>
                <a:close/>
                <a:moveTo>
                  <a:pt x="692450" y="113507"/>
                </a:moveTo>
                <a:lnTo>
                  <a:pt x="719882" y="113507"/>
                </a:lnTo>
                <a:lnTo>
                  <a:pt x="719882" y="140939"/>
                </a:lnTo>
                <a:lnTo>
                  <a:pt x="692450" y="140939"/>
                </a:lnTo>
                <a:close/>
                <a:moveTo>
                  <a:pt x="576340" y="113507"/>
                </a:moveTo>
                <a:lnTo>
                  <a:pt x="603772" y="113507"/>
                </a:lnTo>
                <a:lnTo>
                  <a:pt x="603772" y="140939"/>
                </a:lnTo>
                <a:lnTo>
                  <a:pt x="576340" y="140939"/>
                </a:lnTo>
                <a:close/>
                <a:moveTo>
                  <a:pt x="456165" y="113507"/>
                </a:moveTo>
                <a:lnTo>
                  <a:pt x="483597" y="113507"/>
                </a:lnTo>
                <a:lnTo>
                  <a:pt x="483597" y="140939"/>
                </a:lnTo>
                <a:lnTo>
                  <a:pt x="456165" y="140939"/>
                </a:lnTo>
                <a:close/>
                <a:moveTo>
                  <a:pt x="340656" y="113507"/>
                </a:moveTo>
                <a:lnTo>
                  <a:pt x="368088" y="113507"/>
                </a:lnTo>
                <a:lnTo>
                  <a:pt x="368088" y="140939"/>
                </a:lnTo>
                <a:lnTo>
                  <a:pt x="340656" y="140939"/>
                </a:lnTo>
                <a:close/>
                <a:moveTo>
                  <a:pt x="226483" y="113507"/>
                </a:moveTo>
                <a:lnTo>
                  <a:pt x="253915" y="113507"/>
                </a:lnTo>
                <a:lnTo>
                  <a:pt x="253915" y="140939"/>
                </a:lnTo>
                <a:lnTo>
                  <a:pt x="226483" y="140939"/>
                </a:lnTo>
                <a:close/>
                <a:moveTo>
                  <a:pt x="114173" y="113507"/>
                </a:moveTo>
                <a:lnTo>
                  <a:pt x="141605" y="113507"/>
                </a:lnTo>
                <a:lnTo>
                  <a:pt x="141605" y="140939"/>
                </a:lnTo>
                <a:lnTo>
                  <a:pt x="114173" y="140939"/>
                </a:lnTo>
                <a:close/>
                <a:moveTo>
                  <a:pt x="0" y="113507"/>
                </a:moveTo>
                <a:lnTo>
                  <a:pt x="27432" y="113507"/>
                </a:lnTo>
                <a:lnTo>
                  <a:pt x="27432" y="140939"/>
                </a:lnTo>
                <a:lnTo>
                  <a:pt x="0" y="140939"/>
                </a:lnTo>
                <a:close/>
                <a:moveTo>
                  <a:pt x="1851331" y="0"/>
                </a:moveTo>
                <a:lnTo>
                  <a:pt x="1878763" y="0"/>
                </a:lnTo>
                <a:lnTo>
                  <a:pt x="1878763" y="27432"/>
                </a:lnTo>
                <a:lnTo>
                  <a:pt x="1851331" y="27432"/>
                </a:lnTo>
                <a:close/>
                <a:moveTo>
                  <a:pt x="1737031" y="0"/>
                </a:moveTo>
                <a:lnTo>
                  <a:pt x="1764463" y="0"/>
                </a:lnTo>
                <a:lnTo>
                  <a:pt x="1764463" y="27432"/>
                </a:lnTo>
                <a:lnTo>
                  <a:pt x="1737031" y="27432"/>
                </a:lnTo>
                <a:close/>
                <a:moveTo>
                  <a:pt x="1625112" y="0"/>
                </a:moveTo>
                <a:lnTo>
                  <a:pt x="1652544" y="0"/>
                </a:lnTo>
                <a:lnTo>
                  <a:pt x="1652544" y="27432"/>
                </a:lnTo>
                <a:lnTo>
                  <a:pt x="1625112" y="27432"/>
                </a:lnTo>
                <a:close/>
                <a:moveTo>
                  <a:pt x="1510812" y="0"/>
                </a:moveTo>
                <a:lnTo>
                  <a:pt x="1538244" y="0"/>
                </a:lnTo>
                <a:lnTo>
                  <a:pt x="1538244" y="27432"/>
                </a:lnTo>
                <a:lnTo>
                  <a:pt x="1510812" y="27432"/>
                </a:lnTo>
                <a:close/>
                <a:moveTo>
                  <a:pt x="1394702" y="0"/>
                </a:moveTo>
                <a:lnTo>
                  <a:pt x="1422134" y="0"/>
                </a:lnTo>
                <a:lnTo>
                  <a:pt x="1422134" y="27432"/>
                </a:lnTo>
                <a:lnTo>
                  <a:pt x="1394702" y="27432"/>
                </a:lnTo>
                <a:close/>
                <a:moveTo>
                  <a:pt x="1278592" y="0"/>
                </a:moveTo>
                <a:lnTo>
                  <a:pt x="1306024" y="0"/>
                </a:lnTo>
                <a:lnTo>
                  <a:pt x="1306024" y="27432"/>
                </a:lnTo>
                <a:lnTo>
                  <a:pt x="1278592" y="27432"/>
                </a:lnTo>
                <a:close/>
                <a:moveTo>
                  <a:pt x="1162482" y="0"/>
                </a:moveTo>
                <a:lnTo>
                  <a:pt x="1189914" y="0"/>
                </a:lnTo>
                <a:lnTo>
                  <a:pt x="1189914" y="27432"/>
                </a:lnTo>
                <a:lnTo>
                  <a:pt x="1162482" y="27432"/>
                </a:lnTo>
                <a:close/>
                <a:moveTo>
                  <a:pt x="1042307" y="0"/>
                </a:moveTo>
                <a:lnTo>
                  <a:pt x="1069739" y="0"/>
                </a:lnTo>
                <a:lnTo>
                  <a:pt x="1069739" y="27432"/>
                </a:lnTo>
                <a:lnTo>
                  <a:pt x="1042307" y="27432"/>
                </a:lnTo>
                <a:close/>
                <a:moveTo>
                  <a:pt x="926798" y="0"/>
                </a:moveTo>
                <a:lnTo>
                  <a:pt x="954230" y="0"/>
                </a:lnTo>
                <a:lnTo>
                  <a:pt x="954230" y="27432"/>
                </a:lnTo>
                <a:lnTo>
                  <a:pt x="926798" y="27432"/>
                </a:lnTo>
                <a:close/>
                <a:moveTo>
                  <a:pt x="812625" y="0"/>
                </a:moveTo>
                <a:lnTo>
                  <a:pt x="840057" y="0"/>
                </a:lnTo>
                <a:lnTo>
                  <a:pt x="840057" y="27432"/>
                </a:lnTo>
                <a:lnTo>
                  <a:pt x="812625" y="27432"/>
                </a:lnTo>
                <a:close/>
                <a:moveTo>
                  <a:pt x="692450" y="0"/>
                </a:moveTo>
                <a:lnTo>
                  <a:pt x="719882" y="0"/>
                </a:lnTo>
                <a:lnTo>
                  <a:pt x="719882" y="27432"/>
                </a:lnTo>
                <a:lnTo>
                  <a:pt x="692450" y="27432"/>
                </a:lnTo>
                <a:close/>
                <a:moveTo>
                  <a:pt x="576340" y="0"/>
                </a:moveTo>
                <a:lnTo>
                  <a:pt x="603772" y="0"/>
                </a:lnTo>
                <a:lnTo>
                  <a:pt x="603772" y="27432"/>
                </a:lnTo>
                <a:lnTo>
                  <a:pt x="576340" y="27432"/>
                </a:lnTo>
                <a:close/>
                <a:moveTo>
                  <a:pt x="456165" y="0"/>
                </a:moveTo>
                <a:lnTo>
                  <a:pt x="483597" y="0"/>
                </a:lnTo>
                <a:lnTo>
                  <a:pt x="483597" y="27432"/>
                </a:lnTo>
                <a:lnTo>
                  <a:pt x="456165" y="27432"/>
                </a:lnTo>
                <a:close/>
                <a:moveTo>
                  <a:pt x="340656" y="0"/>
                </a:moveTo>
                <a:lnTo>
                  <a:pt x="368088" y="0"/>
                </a:lnTo>
                <a:lnTo>
                  <a:pt x="368088" y="27432"/>
                </a:lnTo>
                <a:lnTo>
                  <a:pt x="340656" y="27432"/>
                </a:lnTo>
                <a:close/>
                <a:moveTo>
                  <a:pt x="226483" y="0"/>
                </a:moveTo>
                <a:lnTo>
                  <a:pt x="253915" y="0"/>
                </a:lnTo>
                <a:lnTo>
                  <a:pt x="253915" y="27432"/>
                </a:lnTo>
                <a:lnTo>
                  <a:pt x="226483" y="27432"/>
                </a:lnTo>
                <a:close/>
                <a:moveTo>
                  <a:pt x="114173" y="0"/>
                </a:moveTo>
                <a:lnTo>
                  <a:pt x="141605" y="0"/>
                </a:lnTo>
                <a:lnTo>
                  <a:pt x="141605" y="27432"/>
                </a:lnTo>
                <a:lnTo>
                  <a:pt x="114173" y="27432"/>
                </a:lnTo>
                <a:close/>
                <a:moveTo>
                  <a:pt x="0" y="0"/>
                </a:moveTo>
                <a:lnTo>
                  <a:pt x="27432" y="0"/>
                </a:lnTo>
                <a:lnTo>
                  <a:pt x="27432" y="27432"/>
                </a:lnTo>
                <a:lnTo>
                  <a:pt x="0" y="2743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21" name="Freeform: Shape 5">
            <a:extLst>
              <a:ext uri="{FF2B5EF4-FFF2-40B4-BE49-F238E27FC236}">
                <a16:creationId xmlns:a16="http://schemas.microsoft.com/office/drawing/2014/main" id="{F15FE9E6-17EE-DC28-CF88-64320E35FC29}"/>
              </a:ext>
            </a:extLst>
          </p:cNvPr>
          <p:cNvSpPr/>
          <p:nvPr userDrawn="1"/>
        </p:nvSpPr>
        <p:spPr>
          <a:xfrm>
            <a:off x="10206717" y="6319438"/>
            <a:ext cx="3150503" cy="2835453"/>
          </a:xfrm>
          <a:custGeom>
            <a:avLst/>
            <a:gdLst>
              <a:gd name="connsiteX0" fmla="*/ 1851331 w 1878763"/>
              <a:gd name="connsiteY0" fmla="*/ 1692867 h 1720299"/>
              <a:gd name="connsiteX1" fmla="*/ 1878763 w 1878763"/>
              <a:gd name="connsiteY1" fmla="*/ 1692867 h 1720299"/>
              <a:gd name="connsiteX2" fmla="*/ 1878763 w 1878763"/>
              <a:gd name="connsiteY2" fmla="*/ 1720299 h 1720299"/>
              <a:gd name="connsiteX3" fmla="*/ 1851331 w 1878763"/>
              <a:gd name="connsiteY3" fmla="*/ 1720299 h 1720299"/>
              <a:gd name="connsiteX4" fmla="*/ 1737031 w 1878763"/>
              <a:gd name="connsiteY4" fmla="*/ 1692867 h 1720299"/>
              <a:gd name="connsiteX5" fmla="*/ 1764463 w 1878763"/>
              <a:gd name="connsiteY5" fmla="*/ 1692867 h 1720299"/>
              <a:gd name="connsiteX6" fmla="*/ 1764463 w 1878763"/>
              <a:gd name="connsiteY6" fmla="*/ 1720299 h 1720299"/>
              <a:gd name="connsiteX7" fmla="*/ 1737031 w 1878763"/>
              <a:gd name="connsiteY7" fmla="*/ 1720299 h 1720299"/>
              <a:gd name="connsiteX8" fmla="*/ 1625112 w 1878763"/>
              <a:gd name="connsiteY8" fmla="*/ 1692867 h 1720299"/>
              <a:gd name="connsiteX9" fmla="*/ 1652544 w 1878763"/>
              <a:gd name="connsiteY9" fmla="*/ 1692867 h 1720299"/>
              <a:gd name="connsiteX10" fmla="*/ 1652544 w 1878763"/>
              <a:gd name="connsiteY10" fmla="*/ 1720299 h 1720299"/>
              <a:gd name="connsiteX11" fmla="*/ 1625112 w 1878763"/>
              <a:gd name="connsiteY11" fmla="*/ 1720299 h 1720299"/>
              <a:gd name="connsiteX12" fmla="*/ 1510812 w 1878763"/>
              <a:gd name="connsiteY12" fmla="*/ 1692867 h 1720299"/>
              <a:gd name="connsiteX13" fmla="*/ 1538244 w 1878763"/>
              <a:gd name="connsiteY13" fmla="*/ 1692867 h 1720299"/>
              <a:gd name="connsiteX14" fmla="*/ 1538244 w 1878763"/>
              <a:gd name="connsiteY14" fmla="*/ 1720299 h 1720299"/>
              <a:gd name="connsiteX15" fmla="*/ 1510812 w 1878763"/>
              <a:gd name="connsiteY15" fmla="*/ 1720299 h 1720299"/>
              <a:gd name="connsiteX16" fmla="*/ 1394702 w 1878763"/>
              <a:gd name="connsiteY16" fmla="*/ 1692867 h 1720299"/>
              <a:gd name="connsiteX17" fmla="*/ 1422134 w 1878763"/>
              <a:gd name="connsiteY17" fmla="*/ 1692867 h 1720299"/>
              <a:gd name="connsiteX18" fmla="*/ 1422134 w 1878763"/>
              <a:gd name="connsiteY18" fmla="*/ 1720299 h 1720299"/>
              <a:gd name="connsiteX19" fmla="*/ 1394702 w 1878763"/>
              <a:gd name="connsiteY19" fmla="*/ 1720299 h 1720299"/>
              <a:gd name="connsiteX20" fmla="*/ 1278592 w 1878763"/>
              <a:gd name="connsiteY20" fmla="*/ 1692867 h 1720299"/>
              <a:gd name="connsiteX21" fmla="*/ 1306024 w 1878763"/>
              <a:gd name="connsiteY21" fmla="*/ 1692867 h 1720299"/>
              <a:gd name="connsiteX22" fmla="*/ 1306024 w 1878763"/>
              <a:gd name="connsiteY22" fmla="*/ 1720299 h 1720299"/>
              <a:gd name="connsiteX23" fmla="*/ 1278592 w 1878763"/>
              <a:gd name="connsiteY23" fmla="*/ 1720299 h 1720299"/>
              <a:gd name="connsiteX24" fmla="*/ 1162482 w 1878763"/>
              <a:gd name="connsiteY24" fmla="*/ 1692867 h 1720299"/>
              <a:gd name="connsiteX25" fmla="*/ 1189914 w 1878763"/>
              <a:gd name="connsiteY25" fmla="*/ 1692867 h 1720299"/>
              <a:gd name="connsiteX26" fmla="*/ 1189914 w 1878763"/>
              <a:gd name="connsiteY26" fmla="*/ 1720299 h 1720299"/>
              <a:gd name="connsiteX27" fmla="*/ 1162482 w 1878763"/>
              <a:gd name="connsiteY27" fmla="*/ 1720299 h 1720299"/>
              <a:gd name="connsiteX28" fmla="*/ 1042307 w 1878763"/>
              <a:gd name="connsiteY28" fmla="*/ 1692867 h 1720299"/>
              <a:gd name="connsiteX29" fmla="*/ 1069739 w 1878763"/>
              <a:gd name="connsiteY29" fmla="*/ 1692867 h 1720299"/>
              <a:gd name="connsiteX30" fmla="*/ 1069739 w 1878763"/>
              <a:gd name="connsiteY30" fmla="*/ 1720299 h 1720299"/>
              <a:gd name="connsiteX31" fmla="*/ 1042307 w 1878763"/>
              <a:gd name="connsiteY31" fmla="*/ 1720299 h 1720299"/>
              <a:gd name="connsiteX32" fmla="*/ 926798 w 1878763"/>
              <a:gd name="connsiteY32" fmla="*/ 1692867 h 1720299"/>
              <a:gd name="connsiteX33" fmla="*/ 954230 w 1878763"/>
              <a:gd name="connsiteY33" fmla="*/ 1692867 h 1720299"/>
              <a:gd name="connsiteX34" fmla="*/ 954230 w 1878763"/>
              <a:gd name="connsiteY34" fmla="*/ 1720299 h 1720299"/>
              <a:gd name="connsiteX35" fmla="*/ 926798 w 1878763"/>
              <a:gd name="connsiteY35" fmla="*/ 1720299 h 1720299"/>
              <a:gd name="connsiteX36" fmla="*/ 812625 w 1878763"/>
              <a:gd name="connsiteY36" fmla="*/ 1692867 h 1720299"/>
              <a:gd name="connsiteX37" fmla="*/ 840057 w 1878763"/>
              <a:gd name="connsiteY37" fmla="*/ 1692867 h 1720299"/>
              <a:gd name="connsiteX38" fmla="*/ 840057 w 1878763"/>
              <a:gd name="connsiteY38" fmla="*/ 1720299 h 1720299"/>
              <a:gd name="connsiteX39" fmla="*/ 812625 w 1878763"/>
              <a:gd name="connsiteY39" fmla="*/ 1720299 h 1720299"/>
              <a:gd name="connsiteX40" fmla="*/ 692450 w 1878763"/>
              <a:gd name="connsiteY40" fmla="*/ 1692867 h 1720299"/>
              <a:gd name="connsiteX41" fmla="*/ 719882 w 1878763"/>
              <a:gd name="connsiteY41" fmla="*/ 1692867 h 1720299"/>
              <a:gd name="connsiteX42" fmla="*/ 719882 w 1878763"/>
              <a:gd name="connsiteY42" fmla="*/ 1720299 h 1720299"/>
              <a:gd name="connsiteX43" fmla="*/ 692450 w 1878763"/>
              <a:gd name="connsiteY43" fmla="*/ 1720299 h 1720299"/>
              <a:gd name="connsiteX44" fmla="*/ 576340 w 1878763"/>
              <a:gd name="connsiteY44" fmla="*/ 1692867 h 1720299"/>
              <a:gd name="connsiteX45" fmla="*/ 603772 w 1878763"/>
              <a:gd name="connsiteY45" fmla="*/ 1692867 h 1720299"/>
              <a:gd name="connsiteX46" fmla="*/ 603772 w 1878763"/>
              <a:gd name="connsiteY46" fmla="*/ 1720299 h 1720299"/>
              <a:gd name="connsiteX47" fmla="*/ 576340 w 1878763"/>
              <a:gd name="connsiteY47" fmla="*/ 1720299 h 1720299"/>
              <a:gd name="connsiteX48" fmla="*/ 456165 w 1878763"/>
              <a:gd name="connsiteY48" fmla="*/ 1692867 h 1720299"/>
              <a:gd name="connsiteX49" fmla="*/ 483597 w 1878763"/>
              <a:gd name="connsiteY49" fmla="*/ 1692867 h 1720299"/>
              <a:gd name="connsiteX50" fmla="*/ 483597 w 1878763"/>
              <a:gd name="connsiteY50" fmla="*/ 1720299 h 1720299"/>
              <a:gd name="connsiteX51" fmla="*/ 456165 w 1878763"/>
              <a:gd name="connsiteY51" fmla="*/ 1720299 h 1720299"/>
              <a:gd name="connsiteX52" fmla="*/ 340656 w 1878763"/>
              <a:gd name="connsiteY52" fmla="*/ 1692867 h 1720299"/>
              <a:gd name="connsiteX53" fmla="*/ 368088 w 1878763"/>
              <a:gd name="connsiteY53" fmla="*/ 1692867 h 1720299"/>
              <a:gd name="connsiteX54" fmla="*/ 368088 w 1878763"/>
              <a:gd name="connsiteY54" fmla="*/ 1720299 h 1720299"/>
              <a:gd name="connsiteX55" fmla="*/ 340656 w 1878763"/>
              <a:gd name="connsiteY55" fmla="*/ 1720299 h 1720299"/>
              <a:gd name="connsiteX56" fmla="*/ 226483 w 1878763"/>
              <a:gd name="connsiteY56" fmla="*/ 1692867 h 1720299"/>
              <a:gd name="connsiteX57" fmla="*/ 253915 w 1878763"/>
              <a:gd name="connsiteY57" fmla="*/ 1692867 h 1720299"/>
              <a:gd name="connsiteX58" fmla="*/ 253915 w 1878763"/>
              <a:gd name="connsiteY58" fmla="*/ 1720299 h 1720299"/>
              <a:gd name="connsiteX59" fmla="*/ 226483 w 1878763"/>
              <a:gd name="connsiteY59" fmla="*/ 1720299 h 1720299"/>
              <a:gd name="connsiteX60" fmla="*/ 114173 w 1878763"/>
              <a:gd name="connsiteY60" fmla="*/ 1692867 h 1720299"/>
              <a:gd name="connsiteX61" fmla="*/ 141605 w 1878763"/>
              <a:gd name="connsiteY61" fmla="*/ 1692867 h 1720299"/>
              <a:gd name="connsiteX62" fmla="*/ 141605 w 1878763"/>
              <a:gd name="connsiteY62" fmla="*/ 1720299 h 1720299"/>
              <a:gd name="connsiteX63" fmla="*/ 114173 w 1878763"/>
              <a:gd name="connsiteY63" fmla="*/ 1720299 h 1720299"/>
              <a:gd name="connsiteX64" fmla="*/ 0 w 1878763"/>
              <a:gd name="connsiteY64" fmla="*/ 1692867 h 1720299"/>
              <a:gd name="connsiteX65" fmla="*/ 27432 w 1878763"/>
              <a:gd name="connsiteY65" fmla="*/ 1692867 h 1720299"/>
              <a:gd name="connsiteX66" fmla="*/ 27432 w 1878763"/>
              <a:gd name="connsiteY66" fmla="*/ 1720299 h 1720299"/>
              <a:gd name="connsiteX67" fmla="*/ 0 w 1878763"/>
              <a:gd name="connsiteY67" fmla="*/ 1720299 h 1720299"/>
              <a:gd name="connsiteX68" fmla="*/ 1851331 w 1878763"/>
              <a:gd name="connsiteY68" fmla="*/ 1579360 h 1720299"/>
              <a:gd name="connsiteX69" fmla="*/ 1878763 w 1878763"/>
              <a:gd name="connsiteY69" fmla="*/ 1579360 h 1720299"/>
              <a:gd name="connsiteX70" fmla="*/ 1878763 w 1878763"/>
              <a:gd name="connsiteY70" fmla="*/ 1606792 h 1720299"/>
              <a:gd name="connsiteX71" fmla="*/ 1851331 w 1878763"/>
              <a:gd name="connsiteY71" fmla="*/ 1606792 h 1720299"/>
              <a:gd name="connsiteX72" fmla="*/ 1737031 w 1878763"/>
              <a:gd name="connsiteY72" fmla="*/ 1579360 h 1720299"/>
              <a:gd name="connsiteX73" fmla="*/ 1764463 w 1878763"/>
              <a:gd name="connsiteY73" fmla="*/ 1579360 h 1720299"/>
              <a:gd name="connsiteX74" fmla="*/ 1764463 w 1878763"/>
              <a:gd name="connsiteY74" fmla="*/ 1606792 h 1720299"/>
              <a:gd name="connsiteX75" fmla="*/ 1737031 w 1878763"/>
              <a:gd name="connsiteY75" fmla="*/ 1606792 h 1720299"/>
              <a:gd name="connsiteX76" fmla="*/ 1625112 w 1878763"/>
              <a:gd name="connsiteY76" fmla="*/ 1579360 h 1720299"/>
              <a:gd name="connsiteX77" fmla="*/ 1652544 w 1878763"/>
              <a:gd name="connsiteY77" fmla="*/ 1579360 h 1720299"/>
              <a:gd name="connsiteX78" fmla="*/ 1652544 w 1878763"/>
              <a:gd name="connsiteY78" fmla="*/ 1606792 h 1720299"/>
              <a:gd name="connsiteX79" fmla="*/ 1625112 w 1878763"/>
              <a:gd name="connsiteY79" fmla="*/ 1606792 h 1720299"/>
              <a:gd name="connsiteX80" fmla="*/ 1510812 w 1878763"/>
              <a:gd name="connsiteY80" fmla="*/ 1579360 h 1720299"/>
              <a:gd name="connsiteX81" fmla="*/ 1538244 w 1878763"/>
              <a:gd name="connsiteY81" fmla="*/ 1579360 h 1720299"/>
              <a:gd name="connsiteX82" fmla="*/ 1538244 w 1878763"/>
              <a:gd name="connsiteY82" fmla="*/ 1606792 h 1720299"/>
              <a:gd name="connsiteX83" fmla="*/ 1510812 w 1878763"/>
              <a:gd name="connsiteY83" fmla="*/ 1606792 h 1720299"/>
              <a:gd name="connsiteX84" fmla="*/ 1394702 w 1878763"/>
              <a:gd name="connsiteY84" fmla="*/ 1579360 h 1720299"/>
              <a:gd name="connsiteX85" fmla="*/ 1422134 w 1878763"/>
              <a:gd name="connsiteY85" fmla="*/ 1579360 h 1720299"/>
              <a:gd name="connsiteX86" fmla="*/ 1422134 w 1878763"/>
              <a:gd name="connsiteY86" fmla="*/ 1606792 h 1720299"/>
              <a:gd name="connsiteX87" fmla="*/ 1394702 w 1878763"/>
              <a:gd name="connsiteY87" fmla="*/ 1606792 h 1720299"/>
              <a:gd name="connsiteX88" fmla="*/ 1278592 w 1878763"/>
              <a:gd name="connsiteY88" fmla="*/ 1579360 h 1720299"/>
              <a:gd name="connsiteX89" fmla="*/ 1306024 w 1878763"/>
              <a:gd name="connsiteY89" fmla="*/ 1579360 h 1720299"/>
              <a:gd name="connsiteX90" fmla="*/ 1306024 w 1878763"/>
              <a:gd name="connsiteY90" fmla="*/ 1606792 h 1720299"/>
              <a:gd name="connsiteX91" fmla="*/ 1278592 w 1878763"/>
              <a:gd name="connsiteY91" fmla="*/ 1606792 h 1720299"/>
              <a:gd name="connsiteX92" fmla="*/ 1162482 w 1878763"/>
              <a:gd name="connsiteY92" fmla="*/ 1579360 h 1720299"/>
              <a:gd name="connsiteX93" fmla="*/ 1189914 w 1878763"/>
              <a:gd name="connsiteY93" fmla="*/ 1579360 h 1720299"/>
              <a:gd name="connsiteX94" fmla="*/ 1189914 w 1878763"/>
              <a:gd name="connsiteY94" fmla="*/ 1606792 h 1720299"/>
              <a:gd name="connsiteX95" fmla="*/ 1162482 w 1878763"/>
              <a:gd name="connsiteY95" fmla="*/ 1606792 h 1720299"/>
              <a:gd name="connsiteX96" fmla="*/ 1042307 w 1878763"/>
              <a:gd name="connsiteY96" fmla="*/ 1579360 h 1720299"/>
              <a:gd name="connsiteX97" fmla="*/ 1069739 w 1878763"/>
              <a:gd name="connsiteY97" fmla="*/ 1579360 h 1720299"/>
              <a:gd name="connsiteX98" fmla="*/ 1069739 w 1878763"/>
              <a:gd name="connsiteY98" fmla="*/ 1606792 h 1720299"/>
              <a:gd name="connsiteX99" fmla="*/ 1042307 w 1878763"/>
              <a:gd name="connsiteY99" fmla="*/ 1606792 h 1720299"/>
              <a:gd name="connsiteX100" fmla="*/ 926798 w 1878763"/>
              <a:gd name="connsiteY100" fmla="*/ 1579360 h 1720299"/>
              <a:gd name="connsiteX101" fmla="*/ 954230 w 1878763"/>
              <a:gd name="connsiteY101" fmla="*/ 1579360 h 1720299"/>
              <a:gd name="connsiteX102" fmla="*/ 954230 w 1878763"/>
              <a:gd name="connsiteY102" fmla="*/ 1606792 h 1720299"/>
              <a:gd name="connsiteX103" fmla="*/ 926798 w 1878763"/>
              <a:gd name="connsiteY103" fmla="*/ 1606792 h 1720299"/>
              <a:gd name="connsiteX104" fmla="*/ 812625 w 1878763"/>
              <a:gd name="connsiteY104" fmla="*/ 1579360 h 1720299"/>
              <a:gd name="connsiteX105" fmla="*/ 840057 w 1878763"/>
              <a:gd name="connsiteY105" fmla="*/ 1579360 h 1720299"/>
              <a:gd name="connsiteX106" fmla="*/ 840057 w 1878763"/>
              <a:gd name="connsiteY106" fmla="*/ 1606792 h 1720299"/>
              <a:gd name="connsiteX107" fmla="*/ 812625 w 1878763"/>
              <a:gd name="connsiteY107" fmla="*/ 1606792 h 1720299"/>
              <a:gd name="connsiteX108" fmla="*/ 692450 w 1878763"/>
              <a:gd name="connsiteY108" fmla="*/ 1579360 h 1720299"/>
              <a:gd name="connsiteX109" fmla="*/ 719882 w 1878763"/>
              <a:gd name="connsiteY109" fmla="*/ 1579360 h 1720299"/>
              <a:gd name="connsiteX110" fmla="*/ 719882 w 1878763"/>
              <a:gd name="connsiteY110" fmla="*/ 1606792 h 1720299"/>
              <a:gd name="connsiteX111" fmla="*/ 692450 w 1878763"/>
              <a:gd name="connsiteY111" fmla="*/ 1606792 h 1720299"/>
              <a:gd name="connsiteX112" fmla="*/ 576340 w 1878763"/>
              <a:gd name="connsiteY112" fmla="*/ 1579360 h 1720299"/>
              <a:gd name="connsiteX113" fmla="*/ 603772 w 1878763"/>
              <a:gd name="connsiteY113" fmla="*/ 1579360 h 1720299"/>
              <a:gd name="connsiteX114" fmla="*/ 603772 w 1878763"/>
              <a:gd name="connsiteY114" fmla="*/ 1606792 h 1720299"/>
              <a:gd name="connsiteX115" fmla="*/ 576340 w 1878763"/>
              <a:gd name="connsiteY115" fmla="*/ 1606792 h 1720299"/>
              <a:gd name="connsiteX116" fmla="*/ 456165 w 1878763"/>
              <a:gd name="connsiteY116" fmla="*/ 1579360 h 1720299"/>
              <a:gd name="connsiteX117" fmla="*/ 483597 w 1878763"/>
              <a:gd name="connsiteY117" fmla="*/ 1579360 h 1720299"/>
              <a:gd name="connsiteX118" fmla="*/ 483597 w 1878763"/>
              <a:gd name="connsiteY118" fmla="*/ 1606792 h 1720299"/>
              <a:gd name="connsiteX119" fmla="*/ 456165 w 1878763"/>
              <a:gd name="connsiteY119" fmla="*/ 1606792 h 1720299"/>
              <a:gd name="connsiteX120" fmla="*/ 340656 w 1878763"/>
              <a:gd name="connsiteY120" fmla="*/ 1579360 h 1720299"/>
              <a:gd name="connsiteX121" fmla="*/ 368088 w 1878763"/>
              <a:gd name="connsiteY121" fmla="*/ 1579360 h 1720299"/>
              <a:gd name="connsiteX122" fmla="*/ 368088 w 1878763"/>
              <a:gd name="connsiteY122" fmla="*/ 1606792 h 1720299"/>
              <a:gd name="connsiteX123" fmla="*/ 340656 w 1878763"/>
              <a:gd name="connsiteY123" fmla="*/ 1606792 h 1720299"/>
              <a:gd name="connsiteX124" fmla="*/ 226483 w 1878763"/>
              <a:gd name="connsiteY124" fmla="*/ 1579360 h 1720299"/>
              <a:gd name="connsiteX125" fmla="*/ 253915 w 1878763"/>
              <a:gd name="connsiteY125" fmla="*/ 1579360 h 1720299"/>
              <a:gd name="connsiteX126" fmla="*/ 253915 w 1878763"/>
              <a:gd name="connsiteY126" fmla="*/ 1606792 h 1720299"/>
              <a:gd name="connsiteX127" fmla="*/ 226483 w 1878763"/>
              <a:gd name="connsiteY127" fmla="*/ 1606792 h 1720299"/>
              <a:gd name="connsiteX128" fmla="*/ 114173 w 1878763"/>
              <a:gd name="connsiteY128" fmla="*/ 1579360 h 1720299"/>
              <a:gd name="connsiteX129" fmla="*/ 141605 w 1878763"/>
              <a:gd name="connsiteY129" fmla="*/ 1579360 h 1720299"/>
              <a:gd name="connsiteX130" fmla="*/ 141605 w 1878763"/>
              <a:gd name="connsiteY130" fmla="*/ 1606792 h 1720299"/>
              <a:gd name="connsiteX131" fmla="*/ 114173 w 1878763"/>
              <a:gd name="connsiteY131" fmla="*/ 1606792 h 1720299"/>
              <a:gd name="connsiteX132" fmla="*/ 0 w 1878763"/>
              <a:gd name="connsiteY132" fmla="*/ 1579360 h 1720299"/>
              <a:gd name="connsiteX133" fmla="*/ 27432 w 1878763"/>
              <a:gd name="connsiteY133" fmla="*/ 1579360 h 1720299"/>
              <a:gd name="connsiteX134" fmla="*/ 27432 w 1878763"/>
              <a:gd name="connsiteY134" fmla="*/ 1606792 h 1720299"/>
              <a:gd name="connsiteX135" fmla="*/ 0 w 1878763"/>
              <a:gd name="connsiteY135" fmla="*/ 1606792 h 1720299"/>
              <a:gd name="connsiteX136" fmla="*/ 1851331 w 1878763"/>
              <a:gd name="connsiteY136" fmla="*/ 1469030 h 1720299"/>
              <a:gd name="connsiteX137" fmla="*/ 1878763 w 1878763"/>
              <a:gd name="connsiteY137" fmla="*/ 1469030 h 1720299"/>
              <a:gd name="connsiteX138" fmla="*/ 1878763 w 1878763"/>
              <a:gd name="connsiteY138" fmla="*/ 1496462 h 1720299"/>
              <a:gd name="connsiteX139" fmla="*/ 1851331 w 1878763"/>
              <a:gd name="connsiteY139" fmla="*/ 1496462 h 1720299"/>
              <a:gd name="connsiteX140" fmla="*/ 1737031 w 1878763"/>
              <a:gd name="connsiteY140" fmla="*/ 1469030 h 1720299"/>
              <a:gd name="connsiteX141" fmla="*/ 1764463 w 1878763"/>
              <a:gd name="connsiteY141" fmla="*/ 1469030 h 1720299"/>
              <a:gd name="connsiteX142" fmla="*/ 1764463 w 1878763"/>
              <a:gd name="connsiteY142" fmla="*/ 1496462 h 1720299"/>
              <a:gd name="connsiteX143" fmla="*/ 1737031 w 1878763"/>
              <a:gd name="connsiteY143" fmla="*/ 1496462 h 1720299"/>
              <a:gd name="connsiteX144" fmla="*/ 1625112 w 1878763"/>
              <a:gd name="connsiteY144" fmla="*/ 1469030 h 1720299"/>
              <a:gd name="connsiteX145" fmla="*/ 1652544 w 1878763"/>
              <a:gd name="connsiteY145" fmla="*/ 1469030 h 1720299"/>
              <a:gd name="connsiteX146" fmla="*/ 1652544 w 1878763"/>
              <a:gd name="connsiteY146" fmla="*/ 1496462 h 1720299"/>
              <a:gd name="connsiteX147" fmla="*/ 1625112 w 1878763"/>
              <a:gd name="connsiteY147" fmla="*/ 1496462 h 1720299"/>
              <a:gd name="connsiteX148" fmla="*/ 1510812 w 1878763"/>
              <a:gd name="connsiteY148" fmla="*/ 1469030 h 1720299"/>
              <a:gd name="connsiteX149" fmla="*/ 1538244 w 1878763"/>
              <a:gd name="connsiteY149" fmla="*/ 1469030 h 1720299"/>
              <a:gd name="connsiteX150" fmla="*/ 1538244 w 1878763"/>
              <a:gd name="connsiteY150" fmla="*/ 1496462 h 1720299"/>
              <a:gd name="connsiteX151" fmla="*/ 1510812 w 1878763"/>
              <a:gd name="connsiteY151" fmla="*/ 1496462 h 1720299"/>
              <a:gd name="connsiteX152" fmla="*/ 1394702 w 1878763"/>
              <a:gd name="connsiteY152" fmla="*/ 1469030 h 1720299"/>
              <a:gd name="connsiteX153" fmla="*/ 1422134 w 1878763"/>
              <a:gd name="connsiteY153" fmla="*/ 1469030 h 1720299"/>
              <a:gd name="connsiteX154" fmla="*/ 1422134 w 1878763"/>
              <a:gd name="connsiteY154" fmla="*/ 1496462 h 1720299"/>
              <a:gd name="connsiteX155" fmla="*/ 1394702 w 1878763"/>
              <a:gd name="connsiteY155" fmla="*/ 1496462 h 1720299"/>
              <a:gd name="connsiteX156" fmla="*/ 1278592 w 1878763"/>
              <a:gd name="connsiteY156" fmla="*/ 1469030 h 1720299"/>
              <a:gd name="connsiteX157" fmla="*/ 1306024 w 1878763"/>
              <a:gd name="connsiteY157" fmla="*/ 1469030 h 1720299"/>
              <a:gd name="connsiteX158" fmla="*/ 1306024 w 1878763"/>
              <a:gd name="connsiteY158" fmla="*/ 1496462 h 1720299"/>
              <a:gd name="connsiteX159" fmla="*/ 1278592 w 1878763"/>
              <a:gd name="connsiteY159" fmla="*/ 1496462 h 1720299"/>
              <a:gd name="connsiteX160" fmla="*/ 1162482 w 1878763"/>
              <a:gd name="connsiteY160" fmla="*/ 1469030 h 1720299"/>
              <a:gd name="connsiteX161" fmla="*/ 1189914 w 1878763"/>
              <a:gd name="connsiteY161" fmla="*/ 1469030 h 1720299"/>
              <a:gd name="connsiteX162" fmla="*/ 1189914 w 1878763"/>
              <a:gd name="connsiteY162" fmla="*/ 1496462 h 1720299"/>
              <a:gd name="connsiteX163" fmla="*/ 1162482 w 1878763"/>
              <a:gd name="connsiteY163" fmla="*/ 1496462 h 1720299"/>
              <a:gd name="connsiteX164" fmla="*/ 1042307 w 1878763"/>
              <a:gd name="connsiteY164" fmla="*/ 1469030 h 1720299"/>
              <a:gd name="connsiteX165" fmla="*/ 1069739 w 1878763"/>
              <a:gd name="connsiteY165" fmla="*/ 1469030 h 1720299"/>
              <a:gd name="connsiteX166" fmla="*/ 1069739 w 1878763"/>
              <a:gd name="connsiteY166" fmla="*/ 1496462 h 1720299"/>
              <a:gd name="connsiteX167" fmla="*/ 1042307 w 1878763"/>
              <a:gd name="connsiteY167" fmla="*/ 1496462 h 1720299"/>
              <a:gd name="connsiteX168" fmla="*/ 926798 w 1878763"/>
              <a:gd name="connsiteY168" fmla="*/ 1469030 h 1720299"/>
              <a:gd name="connsiteX169" fmla="*/ 954230 w 1878763"/>
              <a:gd name="connsiteY169" fmla="*/ 1469030 h 1720299"/>
              <a:gd name="connsiteX170" fmla="*/ 954230 w 1878763"/>
              <a:gd name="connsiteY170" fmla="*/ 1496462 h 1720299"/>
              <a:gd name="connsiteX171" fmla="*/ 926798 w 1878763"/>
              <a:gd name="connsiteY171" fmla="*/ 1496462 h 1720299"/>
              <a:gd name="connsiteX172" fmla="*/ 812625 w 1878763"/>
              <a:gd name="connsiteY172" fmla="*/ 1469030 h 1720299"/>
              <a:gd name="connsiteX173" fmla="*/ 840057 w 1878763"/>
              <a:gd name="connsiteY173" fmla="*/ 1469030 h 1720299"/>
              <a:gd name="connsiteX174" fmla="*/ 840057 w 1878763"/>
              <a:gd name="connsiteY174" fmla="*/ 1496462 h 1720299"/>
              <a:gd name="connsiteX175" fmla="*/ 812625 w 1878763"/>
              <a:gd name="connsiteY175" fmla="*/ 1496462 h 1720299"/>
              <a:gd name="connsiteX176" fmla="*/ 692450 w 1878763"/>
              <a:gd name="connsiteY176" fmla="*/ 1469030 h 1720299"/>
              <a:gd name="connsiteX177" fmla="*/ 719882 w 1878763"/>
              <a:gd name="connsiteY177" fmla="*/ 1469030 h 1720299"/>
              <a:gd name="connsiteX178" fmla="*/ 719882 w 1878763"/>
              <a:gd name="connsiteY178" fmla="*/ 1496462 h 1720299"/>
              <a:gd name="connsiteX179" fmla="*/ 692450 w 1878763"/>
              <a:gd name="connsiteY179" fmla="*/ 1496462 h 1720299"/>
              <a:gd name="connsiteX180" fmla="*/ 576340 w 1878763"/>
              <a:gd name="connsiteY180" fmla="*/ 1469030 h 1720299"/>
              <a:gd name="connsiteX181" fmla="*/ 603772 w 1878763"/>
              <a:gd name="connsiteY181" fmla="*/ 1469030 h 1720299"/>
              <a:gd name="connsiteX182" fmla="*/ 603772 w 1878763"/>
              <a:gd name="connsiteY182" fmla="*/ 1496462 h 1720299"/>
              <a:gd name="connsiteX183" fmla="*/ 576340 w 1878763"/>
              <a:gd name="connsiteY183" fmla="*/ 1496462 h 1720299"/>
              <a:gd name="connsiteX184" fmla="*/ 456165 w 1878763"/>
              <a:gd name="connsiteY184" fmla="*/ 1469030 h 1720299"/>
              <a:gd name="connsiteX185" fmla="*/ 483597 w 1878763"/>
              <a:gd name="connsiteY185" fmla="*/ 1469030 h 1720299"/>
              <a:gd name="connsiteX186" fmla="*/ 483597 w 1878763"/>
              <a:gd name="connsiteY186" fmla="*/ 1496462 h 1720299"/>
              <a:gd name="connsiteX187" fmla="*/ 456165 w 1878763"/>
              <a:gd name="connsiteY187" fmla="*/ 1496462 h 1720299"/>
              <a:gd name="connsiteX188" fmla="*/ 340656 w 1878763"/>
              <a:gd name="connsiteY188" fmla="*/ 1469030 h 1720299"/>
              <a:gd name="connsiteX189" fmla="*/ 368088 w 1878763"/>
              <a:gd name="connsiteY189" fmla="*/ 1469030 h 1720299"/>
              <a:gd name="connsiteX190" fmla="*/ 368088 w 1878763"/>
              <a:gd name="connsiteY190" fmla="*/ 1496462 h 1720299"/>
              <a:gd name="connsiteX191" fmla="*/ 340656 w 1878763"/>
              <a:gd name="connsiteY191" fmla="*/ 1496462 h 1720299"/>
              <a:gd name="connsiteX192" fmla="*/ 226483 w 1878763"/>
              <a:gd name="connsiteY192" fmla="*/ 1469030 h 1720299"/>
              <a:gd name="connsiteX193" fmla="*/ 253915 w 1878763"/>
              <a:gd name="connsiteY193" fmla="*/ 1469030 h 1720299"/>
              <a:gd name="connsiteX194" fmla="*/ 253915 w 1878763"/>
              <a:gd name="connsiteY194" fmla="*/ 1496462 h 1720299"/>
              <a:gd name="connsiteX195" fmla="*/ 226483 w 1878763"/>
              <a:gd name="connsiteY195" fmla="*/ 1496462 h 1720299"/>
              <a:gd name="connsiteX196" fmla="*/ 114173 w 1878763"/>
              <a:gd name="connsiteY196" fmla="*/ 1469030 h 1720299"/>
              <a:gd name="connsiteX197" fmla="*/ 141605 w 1878763"/>
              <a:gd name="connsiteY197" fmla="*/ 1469030 h 1720299"/>
              <a:gd name="connsiteX198" fmla="*/ 141605 w 1878763"/>
              <a:gd name="connsiteY198" fmla="*/ 1496462 h 1720299"/>
              <a:gd name="connsiteX199" fmla="*/ 114173 w 1878763"/>
              <a:gd name="connsiteY199" fmla="*/ 1496462 h 1720299"/>
              <a:gd name="connsiteX200" fmla="*/ 0 w 1878763"/>
              <a:gd name="connsiteY200" fmla="*/ 1469030 h 1720299"/>
              <a:gd name="connsiteX201" fmla="*/ 27432 w 1878763"/>
              <a:gd name="connsiteY201" fmla="*/ 1469030 h 1720299"/>
              <a:gd name="connsiteX202" fmla="*/ 27432 w 1878763"/>
              <a:gd name="connsiteY202" fmla="*/ 1496462 h 1720299"/>
              <a:gd name="connsiteX203" fmla="*/ 0 w 1878763"/>
              <a:gd name="connsiteY203" fmla="*/ 1496462 h 1720299"/>
              <a:gd name="connsiteX204" fmla="*/ 1851331 w 1878763"/>
              <a:gd name="connsiteY204" fmla="*/ 1355523 h 1720299"/>
              <a:gd name="connsiteX205" fmla="*/ 1878763 w 1878763"/>
              <a:gd name="connsiteY205" fmla="*/ 1355523 h 1720299"/>
              <a:gd name="connsiteX206" fmla="*/ 1878763 w 1878763"/>
              <a:gd name="connsiteY206" fmla="*/ 1382955 h 1720299"/>
              <a:gd name="connsiteX207" fmla="*/ 1851331 w 1878763"/>
              <a:gd name="connsiteY207" fmla="*/ 1382955 h 1720299"/>
              <a:gd name="connsiteX208" fmla="*/ 1737031 w 1878763"/>
              <a:gd name="connsiteY208" fmla="*/ 1355523 h 1720299"/>
              <a:gd name="connsiteX209" fmla="*/ 1764463 w 1878763"/>
              <a:gd name="connsiteY209" fmla="*/ 1355523 h 1720299"/>
              <a:gd name="connsiteX210" fmla="*/ 1764463 w 1878763"/>
              <a:gd name="connsiteY210" fmla="*/ 1382955 h 1720299"/>
              <a:gd name="connsiteX211" fmla="*/ 1737031 w 1878763"/>
              <a:gd name="connsiteY211" fmla="*/ 1382955 h 1720299"/>
              <a:gd name="connsiteX212" fmla="*/ 1625112 w 1878763"/>
              <a:gd name="connsiteY212" fmla="*/ 1355523 h 1720299"/>
              <a:gd name="connsiteX213" fmla="*/ 1652544 w 1878763"/>
              <a:gd name="connsiteY213" fmla="*/ 1355523 h 1720299"/>
              <a:gd name="connsiteX214" fmla="*/ 1652544 w 1878763"/>
              <a:gd name="connsiteY214" fmla="*/ 1382955 h 1720299"/>
              <a:gd name="connsiteX215" fmla="*/ 1625112 w 1878763"/>
              <a:gd name="connsiteY215" fmla="*/ 1382955 h 1720299"/>
              <a:gd name="connsiteX216" fmla="*/ 1510812 w 1878763"/>
              <a:gd name="connsiteY216" fmla="*/ 1355523 h 1720299"/>
              <a:gd name="connsiteX217" fmla="*/ 1538244 w 1878763"/>
              <a:gd name="connsiteY217" fmla="*/ 1355523 h 1720299"/>
              <a:gd name="connsiteX218" fmla="*/ 1538244 w 1878763"/>
              <a:gd name="connsiteY218" fmla="*/ 1382955 h 1720299"/>
              <a:gd name="connsiteX219" fmla="*/ 1510812 w 1878763"/>
              <a:gd name="connsiteY219" fmla="*/ 1382955 h 1720299"/>
              <a:gd name="connsiteX220" fmla="*/ 1394702 w 1878763"/>
              <a:gd name="connsiteY220" fmla="*/ 1355523 h 1720299"/>
              <a:gd name="connsiteX221" fmla="*/ 1422134 w 1878763"/>
              <a:gd name="connsiteY221" fmla="*/ 1355523 h 1720299"/>
              <a:gd name="connsiteX222" fmla="*/ 1422134 w 1878763"/>
              <a:gd name="connsiteY222" fmla="*/ 1382955 h 1720299"/>
              <a:gd name="connsiteX223" fmla="*/ 1394702 w 1878763"/>
              <a:gd name="connsiteY223" fmla="*/ 1382955 h 1720299"/>
              <a:gd name="connsiteX224" fmla="*/ 1278592 w 1878763"/>
              <a:gd name="connsiteY224" fmla="*/ 1355523 h 1720299"/>
              <a:gd name="connsiteX225" fmla="*/ 1306024 w 1878763"/>
              <a:gd name="connsiteY225" fmla="*/ 1355523 h 1720299"/>
              <a:gd name="connsiteX226" fmla="*/ 1306024 w 1878763"/>
              <a:gd name="connsiteY226" fmla="*/ 1382955 h 1720299"/>
              <a:gd name="connsiteX227" fmla="*/ 1278592 w 1878763"/>
              <a:gd name="connsiteY227" fmla="*/ 1382955 h 1720299"/>
              <a:gd name="connsiteX228" fmla="*/ 1162482 w 1878763"/>
              <a:gd name="connsiteY228" fmla="*/ 1355523 h 1720299"/>
              <a:gd name="connsiteX229" fmla="*/ 1189914 w 1878763"/>
              <a:gd name="connsiteY229" fmla="*/ 1355523 h 1720299"/>
              <a:gd name="connsiteX230" fmla="*/ 1189914 w 1878763"/>
              <a:gd name="connsiteY230" fmla="*/ 1382955 h 1720299"/>
              <a:gd name="connsiteX231" fmla="*/ 1162482 w 1878763"/>
              <a:gd name="connsiteY231" fmla="*/ 1382955 h 1720299"/>
              <a:gd name="connsiteX232" fmla="*/ 1042307 w 1878763"/>
              <a:gd name="connsiteY232" fmla="*/ 1355523 h 1720299"/>
              <a:gd name="connsiteX233" fmla="*/ 1069739 w 1878763"/>
              <a:gd name="connsiteY233" fmla="*/ 1355523 h 1720299"/>
              <a:gd name="connsiteX234" fmla="*/ 1069739 w 1878763"/>
              <a:gd name="connsiteY234" fmla="*/ 1382955 h 1720299"/>
              <a:gd name="connsiteX235" fmla="*/ 1042307 w 1878763"/>
              <a:gd name="connsiteY235" fmla="*/ 1382955 h 1720299"/>
              <a:gd name="connsiteX236" fmla="*/ 926798 w 1878763"/>
              <a:gd name="connsiteY236" fmla="*/ 1355523 h 1720299"/>
              <a:gd name="connsiteX237" fmla="*/ 954230 w 1878763"/>
              <a:gd name="connsiteY237" fmla="*/ 1355523 h 1720299"/>
              <a:gd name="connsiteX238" fmla="*/ 954230 w 1878763"/>
              <a:gd name="connsiteY238" fmla="*/ 1382955 h 1720299"/>
              <a:gd name="connsiteX239" fmla="*/ 926798 w 1878763"/>
              <a:gd name="connsiteY239" fmla="*/ 1382955 h 1720299"/>
              <a:gd name="connsiteX240" fmla="*/ 812625 w 1878763"/>
              <a:gd name="connsiteY240" fmla="*/ 1355523 h 1720299"/>
              <a:gd name="connsiteX241" fmla="*/ 840057 w 1878763"/>
              <a:gd name="connsiteY241" fmla="*/ 1355523 h 1720299"/>
              <a:gd name="connsiteX242" fmla="*/ 840057 w 1878763"/>
              <a:gd name="connsiteY242" fmla="*/ 1382955 h 1720299"/>
              <a:gd name="connsiteX243" fmla="*/ 812625 w 1878763"/>
              <a:gd name="connsiteY243" fmla="*/ 1382955 h 1720299"/>
              <a:gd name="connsiteX244" fmla="*/ 692450 w 1878763"/>
              <a:gd name="connsiteY244" fmla="*/ 1355523 h 1720299"/>
              <a:gd name="connsiteX245" fmla="*/ 719882 w 1878763"/>
              <a:gd name="connsiteY245" fmla="*/ 1355523 h 1720299"/>
              <a:gd name="connsiteX246" fmla="*/ 719882 w 1878763"/>
              <a:gd name="connsiteY246" fmla="*/ 1382955 h 1720299"/>
              <a:gd name="connsiteX247" fmla="*/ 692450 w 1878763"/>
              <a:gd name="connsiteY247" fmla="*/ 1382955 h 1720299"/>
              <a:gd name="connsiteX248" fmla="*/ 576340 w 1878763"/>
              <a:gd name="connsiteY248" fmla="*/ 1355523 h 1720299"/>
              <a:gd name="connsiteX249" fmla="*/ 603772 w 1878763"/>
              <a:gd name="connsiteY249" fmla="*/ 1355523 h 1720299"/>
              <a:gd name="connsiteX250" fmla="*/ 603772 w 1878763"/>
              <a:gd name="connsiteY250" fmla="*/ 1382955 h 1720299"/>
              <a:gd name="connsiteX251" fmla="*/ 576340 w 1878763"/>
              <a:gd name="connsiteY251" fmla="*/ 1382955 h 1720299"/>
              <a:gd name="connsiteX252" fmla="*/ 456165 w 1878763"/>
              <a:gd name="connsiteY252" fmla="*/ 1355523 h 1720299"/>
              <a:gd name="connsiteX253" fmla="*/ 483597 w 1878763"/>
              <a:gd name="connsiteY253" fmla="*/ 1355523 h 1720299"/>
              <a:gd name="connsiteX254" fmla="*/ 483597 w 1878763"/>
              <a:gd name="connsiteY254" fmla="*/ 1382955 h 1720299"/>
              <a:gd name="connsiteX255" fmla="*/ 456165 w 1878763"/>
              <a:gd name="connsiteY255" fmla="*/ 1382955 h 1720299"/>
              <a:gd name="connsiteX256" fmla="*/ 340656 w 1878763"/>
              <a:gd name="connsiteY256" fmla="*/ 1355523 h 1720299"/>
              <a:gd name="connsiteX257" fmla="*/ 368088 w 1878763"/>
              <a:gd name="connsiteY257" fmla="*/ 1355523 h 1720299"/>
              <a:gd name="connsiteX258" fmla="*/ 368088 w 1878763"/>
              <a:gd name="connsiteY258" fmla="*/ 1382955 h 1720299"/>
              <a:gd name="connsiteX259" fmla="*/ 340656 w 1878763"/>
              <a:gd name="connsiteY259" fmla="*/ 1382955 h 1720299"/>
              <a:gd name="connsiteX260" fmla="*/ 226483 w 1878763"/>
              <a:gd name="connsiteY260" fmla="*/ 1355523 h 1720299"/>
              <a:gd name="connsiteX261" fmla="*/ 253915 w 1878763"/>
              <a:gd name="connsiteY261" fmla="*/ 1355523 h 1720299"/>
              <a:gd name="connsiteX262" fmla="*/ 253915 w 1878763"/>
              <a:gd name="connsiteY262" fmla="*/ 1382955 h 1720299"/>
              <a:gd name="connsiteX263" fmla="*/ 226483 w 1878763"/>
              <a:gd name="connsiteY263" fmla="*/ 1382955 h 1720299"/>
              <a:gd name="connsiteX264" fmla="*/ 114173 w 1878763"/>
              <a:gd name="connsiteY264" fmla="*/ 1355523 h 1720299"/>
              <a:gd name="connsiteX265" fmla="*/ 141605 w 1878763"/>
              <a:gd name="connsiteY265" fmla="*/ 1355523 h 1720299"/>
              <a:gd name="connsiteX266" fmla="*/ 141605 w 1878763"/>
              <a:gd name="connsiteY266" fmla="*/ 1382955 h 1720299"/>
              <a:gd name="connsiteX267" fmla="*/ 114173 w 1878763"/>
              <a:gd name="connsiteY267" fmla="*/ 1382955 h 1720299"/>
              <a:gd name="connsiteX268" fmla="*/ 0 w 1878763"/>
              <a:gd name="connsiteY268" fmla="*/ 1355523 h 1720299"/>
              <a:gd name="connsiteX269" fmla="*/ 27432 w 1878763"/>
              <a:gd name="connsiteY269" fmla="*/ 1355523 h 1720299"/>
              <a:gd name="connsiteX270" fmla="*/ 27432 w 1878763"/>
              <a:gd name="connsiteY270" fmla="*/ 1382955 h 1720299"/>
              <a:gd name="connsiteX271" fmla="*/ 0 w 1878763"/>
              <a:gd name="connsiteY271" fmla="*/ 1382955 h 1720299"/>
              <a:gd name="connsiteX272" fmla="*/ 1851331 w 1878763"/>
              <a:gd name="connsiteY272" fmla="*/ 1242220 h 1720299"/>
              <a:gd name="connsiteX273" fmla="*/ 1878763 w 1878763"/>
              <a:gd name="connsiteY273" fmla="*/ 1242220 h 1720299"/>
              <a:gd name="connsiteX274" fmla="*/ 1878763 w 1878763"/>
              <a:gd name="connsiteY274" fmla="*/ 1269652 h 1720299"/>
              <a:gd name="connsiteX275" fmla="*/ 1851331 w 1878763"/>
              <a:gd name="connsiteY275" fmla="*/ 1269652 h 1720299"/>
              <a:gd name="connsiteX276" fmla="*/ 1737031 w 1878763"/>
              <a:gd name="connsiteY276" fmla="*/ 1242220 h 1720299"/>
              <a:gd name="connsiteX277" fmla="*/ 1764463 w 1878763"/>
              <a:gd name="connsiteY277" fmla="*/ 1242220 h 1720299"/>
              <a:gd name="connsiteX278" fmla="*/ 1764463 w 1878763"/>
              <a:gd name="connsiteY278" fmla="*/ 1269652 h 1720299"/>
              <a:gd name="connsiteX279" fmla="*/ 1737031 w 1878763"/>
              <a:gd name="connsiteY279" fmla="*/ 1269652 h 1720299"/>
              <a:gd name="connsiteX280" fmla="*/ 1625112 w 1878763"/>
              <a:gd name="connsiteY280" fmla="*/ 1242220 h 1720299"/>
              <a:gd name="connsiteX281" fmla="*/ 1652544 w 1878763"/>
              <a:gd name="connsiteY281" fmla="*/ 1242220 h 1720299"/>
              <a:gd name="connsiteX282" fmla="*/ 1652544 w 1878763"/>
              <a:gd name="connsiteY282" fmla="*/ 1269652 h 1720299"/>
              <a:gd name="connsiteX283" fmla="*/ 1625112 w 1878763"/>
              <a:gd name="connsiteY283" fmla="*/ 1269652 h 1720299"/>
              <a:gd name="connsiteX284" fmla="*/ 1510812 w 1878763"/>
              <a:gd name="connsiteY284" fmla="*/ 1242220 h 1720299"/>
              <a:gd name="connsiteX285" fmla="*/ 1538244 w 1878763"/>
              <a:gd name="connsiteY285" fmla="*/ 1242220 h 1720299"/>
              <a:gd name="connsiteX286" fmla="*/ 1538244 w 1878763"/>
              <a:gd name="connsiteY286" fmla="*/ 1269652 h 1720299"/>
              <a:gd name="connsiteX287" fmla="*/ 1510812 w 1878763"/>
              <a:gd name="connsiteY287" fmla="*/ 1269652 h 1720299"/>
              <a:gd name="connsiteX288" fmla="*/ 1394702 w 1878763"/>
              <a:gd name="connsiteY288" fmla="*/ 1242220 h 1720299"/>
              <a:gd name="connsiteX289" fmla="*/ 1422134 w 1878763"/>
              <a:gd name="connsiteY289" fmla="*/ 1242220 h 1720299"/>
              <a:gd name="connsiteX290" fmla="*/ 1422134 w 1878763"/>
              <a:gd name="connsiteY290" fmla="*/ 1269652 h 1720299"/>
              <a:gd name="connsiteX291" fmla="*/ 1394702 w 1878763"/>
              <a:gd name="connsiteY291" fmla="*/ 1269652 h 1720299"/>
              <a:gd name="connsiteX292" fmla="*/ 1278592 w 1878763"/>
              <a:gd name="connsiteY292" fmla="*/ 1242220 h 1720299"/>
              <a:gd name="connsiteX293" fmla="*/ 1306024 w 1878763"/>
              <a:gd name="connsiteY293" fmla="*/ 1242220 h 1720299"/>
              <a:gd name="connsiteX294" fmla="*/ 1306024 w 1878763"/>
              <a:gd name="connsiteY294" fmla="*/ 1269652 h 1720299"/>
              <a:gd name="connsiteX295" fmla="*/ 1278592 w 1878763"/>
              <a:gd name="connsiteY295" fmla="*/ 1269652 h 1720299"/>
              <a:gd name="connsiteX296" fmla="*/ 1162482 w 1878763"/>
              <a:gd name="connsiteY296" fmla="*/ 1242220 h 1720299"/>
              <a:gd name="connsiteX297" fmla="*/ 1189914 w 1878763"/>
              <a:gd name="connsiteY297" fmla="*/ 1242220 h 1720299"/>
              <a:gd name="connsiteX298" fmla="*/ 1189914 w 1878763"/>
              <a:gd name="connsiteY298" fmla="*/ 1269652 h 1720299"/>
              <a:gd name="connsiteX299" fmla="*/ 1162482 w 1878763"/>
              <a:gd name="connsiteY299" fmla="*/ 1269652 h 1720299"/>
              <a:gd name="connsiteX300" fmla="*/ 1042307 w 1878763"/>
              <a:gd name="connsiteY300" fmla="*/ 1242220 h 1720299"/>
              <a:gd name="connsiteX301" fmla="*/ 1069739 w 1878763"/>
              <a:gd name="connsiteY301" fmla="*/ 1242220 h 1720299"/>
              <a:gd name="connsiteX302" fmla="*/ 1069739 w 1878763"/>
              <a:gd name="connsiteY302" fmla="*/ 1269652 h 1720299"/>
              <a:gd name="connsiteX303" fmla="*/ 1042307 w 1878763"/>
              <a:gd name="connsiteY303" fmla="*/ 1269652 h 1720299"/>
              <a:gd name="connsiteX304" fmla="*/ 926798 w 1878763"/>
              <a:gd name="connsiteY304" fmla="*/ 1242220 h 1720299"/>
              <a:gd name="connsiteX305" fmla="*/ 954230 w 1878763"/>
              <a:gd name="connsiteY305" fmla="*/ 1242220 h 1720299"/>
              <a:gd name="connsiteX306" fmla="*/ 954230 w 1878763"/>
              <a:gd name="connsiteY306" fmla="*/ 1269652 h 1720299"/>
              <a:gd name="connsiteX307" fmla="*/ 926798 w 1878763"/>
              <a:gd name="connsiteY307" fmla="*/ 1269652 h 1720299"/>
              <a:gd name="connsiteX308" fmla="*/ 812625 w 1878763"/>
              <a:gd name="connsiteY308" fmla="*/ 1242220 h 1720299"/>
              <a:gd name="connsiteX309" fmla="*/ 840057 w 1878763"/>
              <a:gd name="connsiteY309" fmla="*/ 1242220 h 1720299"/>
              <a:gd name="connsiteX310" fmla="*/ 840057 w 1878763"/>
              <a:gd name="connsiteY310" fmla="*/ 1269652 h 1720299"/>
              <a:gd name="connsiteX311" fmla="*/ 812625 w 1878763"/>
              <a:gd name="connsiteY311" fmla="*/ 1269652 h 1720299"/>
              <a:gd name="connsiteX312" fmla="*/ 692450 w 1878763"/>
              <a:gd name="connsiteY312" fmla="*/ 1242220 h 1720299"/>
              <a:gd name="connsiteX313" fmla="*/ 719882 w 1878763"/>
              <a:gd name="connsiteY313" fmla="*/ 1242220 h 1720299"/>
              <a:gd name="connsiteX314" fmla="*/ 719882 w 1878763"/>
              <a:gd name="connsiteY314" fmla="*/ 1269652 h 1720299"/>
              <a:gd name="connsiteX315" fmla="*/ 692450 w 1878763"/>
              <a:gd name="connsiteY315" fmla="*/ 1269652 h 1720299"/>
              <a:gd name="connsiteX316" fmla="*/ 576340 w 1878763"/>
              <a:gd name="connsiteY316" fmla="*/ 1242220 h 1720299"/>
              <a:gd name="connsiteX317" fmla="*/ 603772 w 1878763"/>
              <a:gd name="connsiteY317" fmla="*/ 1242220 h 1720299"/>
              <a:gd name="connsiteX318" fmla="*/ 603772 w 1878763"/>
              <a:gd name="connsiteY318" fmla="*/ 1269652 h 1720299"/>
              <a:gd name="connsiteX319" fmla="*/ 576340 w 1878763"/>
              <a:gd name="connsiteY319" fmla="*/ 1269652 h 1720299"/>
              <a:gd name="connsiteX320" fmla="*/ 456165 w 1878763"/>
              <a:gd name="connsiteY320" fmla="*/ 1242220 h 1720299"/>
              <a:gd name="connsiteX321" fmla="*/ 483597 w 1878763"/>
              <a:gd name="connsiteY321" fmla="*/ 1242220 h 1720299"/>
              <a:gd name="connsiteX322" fmla="*/ 483597 w 1878763"/>
              <a:gd name="connsiteY322" fmla="*/ 1269652 h 1720299"/>
              <a:gd name="connsiteX323" fmla="*/ 456165 w 1878763"/>
              <a:gd name="connsiteY323" fmla="*/ 1269652 h 1720299"/>
              <a:gd name="connsiteX324" fmla="*/ 340656 w 1878763"/>
              <a:gd name="connsiteY324" fmla="*/ 1242220 h 1720299"/>
              <a:gd name="connsiteX325" fmla="*/ 368088 w 1878763"/>
              <a:gd name="connsiteY325" fmla="*/ 1242220 h 1720299"/>
              <a:gd name="connsiteX326" fmla="*/ 368088 w 1878763"/>
              <a:gd name="connsiteY326" fmla="*/ 1269652 h 1720299"/>
              <a:gd name="connsiteX327" fmla="*/ 340656 w 1878763"/>
              <a:gd name="connsiteY327" fmla="*/ 1269652 h 1720299"/>
              <a:gd name="connsiteX328" fmla="*/ 226483 w 1878763"/>
              <a:gd name="connsiteY328" fmla="*/ 1242220 h 1720299"/>
              <a:gd name="connsiteX329" fmla="*/ 253915 w 1878763"/>
              <a:gd name="connsiteY329" fmla="*/ 1242220 h 1720299"/>
              <a:gd name="connsiteX330" fmla="*/ 253915 w 1878763"/>
              <a:gd name="connsiteY330" fmla="*/ 1269652 h 1720299"/>
              <a:gd name="connsiteX331" fmla="*/ 226483 w 1878763"/>
              <a:gd name="connsiteY331" fmla="*/ 1269652 h 1720299"/>
              <a:gd name="connsiteX332" fmla="*/ 114173 w 1878763"/>
              <a:gd name="connsiteY332" fmla="*/ 1242220 h 1720299"/>
              <a:gd name="connsiteX333" fmla="*/ 141605 w 1878763"/>
              <a:gd name="connsiteY333" fmla="*/ 1242220 h 1720299"/>
              <a:gd name="connsiteX334" fmla="*/ 141605 w 1878763"/>
              <a:gd name="connsiteY334" fmla="*/ 1269652 h 1720299"/>
              <a:gd name="connsiteX335" fmla="*/ 114173 w 1878763"/>
              <a:gd name="connsiteY335" fmla="*/ 1269652 h 1720299"/>
              <a:gd name="connsiteX336" fmla="*/ 0 w 1878763"/>
              <a:gd name="connsiteY336" fmla="*/ 1242220 h 1720299"/>
              <a:gd name="connsiteX337" fmla="*/ 27432 w 1878763"/>
              <a:gd name="connsiteY337" fmla="*/ 1242220 h 1720299"/>
              <a:gd name="connsiteX338" fmla="*/ 27432 w 1878763"/>
              <a:gd name="connsiteY338" fmla="*/ 1269652 h 1720299"/>
              <a:gd name="connsiteX339" fmla="*/ 0 w 1878763"/>
              <a:gd name="connsiteY339" fmla="*/ 1269652 h 1720299"/>
              <a:gd name="connsiteX340" fmla="*/ 1851331 w 1878763"/>
              <a:gd name="connsiteY340" fmla="*/ 1128713 h 1720299"/>
              <a:gd name="connsiteX341" fmla="*/ 1878763 w 1878763"/>
              <a:gd name="connsiteY341" fmla="*/ 1128713 h 1720299"/>
              <a:gd name="connsiteX342" fmla="*/ 1878763 w 1878763"/>
              <a:gd name="connsiteY342" fmla="*/ 1156145 h 1720299"/>
              <a:gd name="connsiteX343" fmla="*/ 1851331 w 1878763"/>
              <a:gd name="connsiteY343" fmla="*/ 1156145 h 1720299"/>
              <a:gd name="connsiteX344" fmla="*/ 1737031 w 1878763"/>
              <a:gd name="connsiteY344" fmla="*/ 1128713 h 1720299"/>
              <a:gd name="connsiteX345" fmla="*/ 1764463 w 1878763"/>
              <a:gd name="connsiteY345" fmla="*/ 1128713 h 1720299"/>
              <a:gd name="connsiteX346" fmla="*/ 1764463 w 1878763"/>
              <a:gd name="connsiteY346" fmla="*/ 1156145 h 1720299"/>
              <a:gd name="connsiteX347" fmla="*/ 1737031 w 1878763"/>
              <a:gd name="connsiteY347" fmla="*/ 1156145 h 1720299"/>
              <a:gd name="connsiteX348" fmla="*/ 1625112 w 1878763"/>
              <a:gd name="connsiteY348" fmla="*/ 1128713 h 1720299"/>
              <a:gd name="connsiteX349" fmla="*/ 1652544 w 1878763"/>
              <a:gd name="connsiteY349" fmla="*/ 1128713 h 1720299"/>
              <a:gd name="connsiteX350" fmla="*/ 1652544 w 1878763"/>
              <a:gd name="connsiteY350" fmla="*/ 1156145 h 1720299"/>
              <a:gd name="connsiteX351" fmla="*/ 1625112 w 1878763"/>
              <a:gd name="connsiteY351" fmla="*/ 1156145 h 1720299"/>
              <a:gd name="connsiteX352" fmla="*/ 1510812 w 1878763"/>
              <a:gd name="connsiteY352" fmla="*/ 1128713 h 1720299"/>
              <a:gd name="connsiteX353" fmla="*/ 1538244 w 1878763"/>
              <a:gd name="connsiteY353" fmla="*/ 1128713 h 1720299"/>
              <a:gd name="connsiteX354" fmla="*/ 1538244 w 1878763"/>
              <a:gd name="connsiteY354" fmla="*/ 1156145 h 1720299"/>
              <a:gd name="connsiteX355" fmla="*/ 1510812 w 1878763"/>
              <a:gd name="connsiteY355" fmla="*/ 1156145 h 1720299"/>
              <a:gd name="connsiteX356" fmla="*/ 1394702 w 1878763"/>
              <a:gd name="connsiteY356" fmla="*/ 1128713 h 1720299"/>
              <a:gd name="connsiteX357" fmla="*/ 1422134 w 1878763"/>
              <a:gd name="connsiteY357" fmla="*/ 1128713 h 1720299"/>
              <a:gd name="connsiteX358" fmla="*/ 1422134 w 1878763"/>
              <a:gd name="connsiteY358" fmla="*/ 1156145 h 1720299"/>
              <a:gd name="connsiteX359" fmla="*/ 1394702 w 1878763"/>
              <a:gd name="connsiteY359" fmla="*/ 1156145 h 1720299"/>
              <a:gd name="connsiteX360" fmla="*/ 1278592 w 1878763"/>
              <a:gd name="connsiteY360" fmla="*/ 1128713 h 1720299"/>
              <a:gd name="connsiteX361" fmla="*/ 1306024 w 1878763"/>
              <a:gd name="connsiteY361" fmla="*/ 1128713 h 1720299"/>
              <a:gd name="connsiteX362" fmla="*/ 1306024 w 1878763"/>
              <a:gd name="connsiteY362" fmla="*/ 1156145 h 1720299"/>
              <a:gd name="connsiteX363" fmla="*/ 1278592 w 1878763"/>
              <a:gd name="connsiteY363" fmla="*/ 1156145 h 1720299"/>
              <a:gd name="connsiteX364" fmla="*/ 1162482 w 1878763"/>
              <a:gd name="connsiteY364" fmla="*/ 1128713 h 1720299"/>
              <a:gd name="connsiteX365" fmla="*/ 1189914 w 1878763"/>
              <a:gd name="connsiteY365" fmla="*/ 1128713 h 1720299"/>
              <a:gd name="connsiteX366" fmla="*/ 1189914 w 1878763"/>
              <a:gd name="connsiteY366" fmla="*/ 1156145 h 1720299"/>
              <a:gd name="connsiteX367" fmla="*/ 1162482 w 1878763"/>
              <a:gd name="connsiteY367" fmla="*/ 1156145 h 1720299"/>
              <a:gd name="connsiteX368" fmla="*/ 1042307 w 1878763"/>
              <a:gd name="connsiteY368" fmla="*/ 1128713 h 1720299"/>
              <a:gd name="connsiteX369" fmla="*/ 1069739 w 1878763"/>
              <a:gd name="connsiteY369" fmla="*/ 1128713 h 1720299"/>
              <a:gd name="connsiteX370" fmla="*/ 1069739 w 1878763"/>
              <a:gd name="connsiteY370" fmla="*/ 1156145 h 1720299"/>
              <a:gd name="connsiteX371" fmla="*/ 1042307 w 1878763"/>
              <a:gd name="connsiteY371" fmla="*/ 1156145 h 1720299"/>
              <a:gd name="connsiteX372" fmla="*/ 926798 w 1878763"/>
              <a:gd name="connsiteY372" fmla="*/ 1128713 h 1720299"/>
              <a:gd name="connsiteX373" fmla="*/ 954230 w 1878763"/>
              <a:gd name="connsiteY373" fmla="*/ 1128713 h 1720299"/>
              <a:gd name="connsiteX374" fmla="*/ 954230 w 1878763"/>
              <a:gd name="connsiteY374" fmla="*/ 1156145 h 1720299"/>
              <a:gd name="connsiteX375" fmla="*/ 926798 w 1878763"/>
              <a:gd name="connsiteY375" fmla="*/ 1156145 h 1720299"/>
              <a:gd name="connsiteX376" fmla="*/ 812625 w 1878763"/>
              <a:gd name="connsiteY376" fmla="*/ 1128713 h 1720299"/>
              <a:gd name="connsiteX377" fmla="*/ 840057 w 1878763"/>
              <a:gd name="connsiteY377" fmla="*/ 1128713 h 1720299"/>
              <a:gd name="connsiteX378" fmla="*/ 840057 w 1878763"/>
              <a:gd name="connsiteY378" fmla="*/ 1156145 h 1720299"/>
              <a:gd name="connsiteX379" fmla="*/ 812625 w 1878763"/>
              <a:gd name="connsiteY379" fmla="*/ 1156145 h 1720299"/>
              <a:gd name="connsiteX380" fmla="*/ 692450 w 1878763"/>
              <a:gd name="connsiteY380" fmla="*/ 1128713 h 1720299"/>
              <a:gd name="connsiteX381" fmla="*/ 719882 w 1878763"/>
              <a:gd name="connsiteY381" fmla="*/ 1128713 h 1720299"/>
              <a:gd name="connsiteX382" fmla="*/ 719882 w 1878763"/>
              <a:gd name="connsiteY382" fmla="*/ 1156145 h 1720299"/>
              <a:gd name="connsiteX383" fmla="*/ 692450 w 1878763"/>
              <a:gd name="connsiteY383" fmla="*/ 1156145 h 1720299"/>
              <a:gd name="connsiteX384" fmla="*/ 576340 w 1878763"/>
              <a:gd name="connsiteY384" fmla="*/ 1128713 h 1720299"/>
              <a:gd name="connsiteX385" fmla="*/ 603772 w 1878763"/>
              <a:gd name="connsiteY385" fmla="*/ 1128713 h 1720299"/>
              <a:gd name="connsiteX386" fmla="*/ 603772 w 1878763"/>
              <a:gd name="connsiteY386" fmla="*/ 1156145 h 1720299"/>
              <a:gd name="connsiteX387" fmla="*/ 576340 w 1878763"/>
              <a:gd name="connsiteY387" fmla="*/ 1156145 h 1720299"/>
              <a:gd name="connsiteX388" fmla="*/ 456165 w 1878763"/>
              <a:gd name="connsiteY388" fmla="*/ 1128713 h 1720299"/>
              <a:gd name="connsiteX389" fmla="*/ 483597 w 1878763"/>
              <a:gd name="connsiteY389" fmla="*/ 1128713 h 1720299"/>
              <a:gd name="connsiteX390" fmla="*/ 483597 w 1878763"/>
              <a:gd name="connsiteY390" fmla="*/ 1156145 h 1720299"/>
              <a:gd name="connsiteX391" fmla="*/ 456165 w 1878763"/>
              <a:gd name="connsiteY391" fmla="*/ 1156145 h 1720299"/>
              <a:gd name="connsiteX392" fmla="*/ 340656 w 1878763"/>
              <a:gd name="connsiteY392" fmla="*/ 1128713 h 1720299"/>
              <a:gd name="connsiteX393" fmla="*/ 368088 w 1878763"/>
              <a:gd name="connsiteY393" fmla="*/ 1128713 h 1720299"/>
              <a:gd name="connsiteX394" fmla="*/ 368088 w 1878763"/>
              <a:gd name="connsiteY394" fmla="*/ 1156145 h 1720299"/>
              <a:gd name="connsiteX395" fmla="*/ 340656 w 1878763"/>
              <a:gd name="connsiteY395" fmla="*/ 1156145 h 1720299"/>
              <a:gd name="connsiteX396" fmla="*/ 226483 w 1878763"/>
              <a:gd name="connsiteY396" fmla="*/ 1128713 h 1720299"/>
              <a:gd name="connsiteX397" fmla="*/ 253915 w 1878763"/>
              <a:gd name="connsiteY397" fmla="*/ 1128713 h 1720299"/>
              <a:gd name="connsiteX398" fmla="*/ 253915 w 1878763"/>
              <a:gd name="connsiteY398" fmla="*/ 1156145 h 1720299"/>
              <a:gd name="connsiteX399" fmla="*/ 226483 w 1878763"/>
              <a:gd name="connsiteY399" fmla="*/ 1156145 h 1720299"/>
              <a:gd name="connsiteX400" fmla="*/ 114173 w 1878763"/>
              <a:gd name="connsiteY400" fmla="*/ 1128713 h 1720299"/>
              <a:gd name="connsiteX401" fmla="*/ 141605 w 1878763"/>
              <a:gd name="connsiteY401" fmla="*/ 1128713 h 1720299"/>
              <a:gd name="connsiteX402" fmla="*/ 141605 w 1878763"/>
              <a:gd name="connsiteY402" fmla="*/ 1156145 h 1720299"/>
              <a:gd name="connsiteX403" fmla="*/ 114173 w 1878763"/>
              <a:gd name="connsiteY403" fmla="*/ 1156145 h 1720299"/>
              <a:gd name="connsiteX404" fmla="*/ 0 w 1878763"/>
              <a:gd name="connsiteY404" fmla="*/ 1128713 h 1720299"/>
              <a:gd name="connsiteX405" fmla="*/ 27432 w 1878763"/>
              <a:gd name="connsiteY405" fmla="*/ 1128713 h 1720299"/>
              <a:gd name="connsiteX406" fmla="*/ 27432 w 1878763"/>
              <a:gd name="connsiteY406" fmla="*/ 1156145 h 1720299"/>
              <a:gd name="connsiteX407" fmla="*/ 0 w 1878763"/>
              <a:gd name="connsiteY407" fmla="*/ 1156145 h 1720299"/>
              <a:gd name="connsiteX408" fmla="*/ 1851331 w 1878763"/>
              <a:gd name="connsiteY408" fmla="*/ 1018383 h 1720299"/>
              <a:gd name="connsiteX409" fmla="*/ 1878763 w 1878763"/>
              <a:gd name="connsiteY409" fmla="*/ 1018383 h 1720299"/>
              <a:gd name="connsiteX410" fmla="*/ 1878763 w 1878763"/>
              <a:gd name="connsiteY410" fmla="*/ 1045815 h 1720299"/>
              <a:gd name="connsiteX411" fmla="*/ 1851331 w 1878763"/>
              <a:gd name="connsiteY411" fmla="*/ 1045815 h 1720299"/>
              <a:gd name="connsiteX412" fmla="*/ 1737031 w 1878763"/>
              <a:gd name="connsiteY412" fmla="*/ 1018383 h 1720299"/>
              <a:gd name="connsiteX413" fmla="*/ 1764463 w 1878763"/>
              <a:gd name="connsiteY413" fmla="*/ 1018383 h 1720299"/>
              <a:gd name="connsiteX414" fmla="*/ 1764463 w 1878763"/>
              <a:gd name="connsiteY414" fmla="*/ 1045815 h 1720299"/>
              <a:gd name="connsiteX415" fmla="*/ 1737031 w 1878763"/>
              <a:gd name="connsiteY415" fmla="*/ 1045815 h 1720299"/>
              <a:gd name="connsiteX416" fmla="*/ 1625112 w 1878763"/>
              <a:gd name="connsiteY416" fmla="*/ 1018383 h 1720299"/>
              <a:gd name="connsiteX417" fmla="*/ 1652544 w 1878763"/>
              <a:gd name="connsiteY417" fmla="*/ 1018383 h 1720299"/>
              <a:gd name="connsiteX418" fmla="*/ 1652544 w 1878763"/>
              <a:gd name="connsiteY418" fmla="*/ 1045815 h 1720299"/>
              <a:gd name="connsiteX419" fmla="*/ 1625112 w 1878763"/>
              <a:gd name="connsiteY419" fmla="*/ 1045815 h 1720299"/>
              <a:gd name="connsiteX420" fmla="*/ 1510812 w 1878763"/>
              <a:gd name="connsiteY420" fmla="*/ 1018383 h 1720299"/>
              <a:gd name="connsiteX421" fmla="*/ 1538244 w 1878763"/>
              <a:gd name="connsiteY421" fmla="*/ 1018383 h 1720299"/>
              <a:gd name="connsiteX422" fmla="*/ 1538244 w 1878763"/>
              <a:gd name="connsiteY422" fmla="*/ 1045815 h 1720299"/>
              <a:gd name="connsiteX423" fmla="*/ 1510812 w 1878763"/>
              <a:gd name="connsiteY423" fmla="*/ 1045815 h 1720299"/>
              <a:gd name="connsiteX424" fmla="*/ 1394702 w 1878763"/>
              <a:gd name="connsiteY424" fmla="*/ 1018383 h 1720299"/>
              <a:gd name="connsiteX425" fmla="*/ 1422134 w 1878763"/>
              <a:gd name="connsiteY425" fmla="*/ 1018383 h 1720299"/>
              <a:gd name="connsiteX426" fmla="*/ 1422134 w 1878763"/>
              <a:gd name="connsiteY426" fmla="*/ 1045815 h 1720299"/>
              <a:gd name="connsiteX427" fmla="*/ 1394702 w 1878763"/>
              <a:gd name="connsiteY427" fmla="*/ 1045815 h 1720299"/>
              <a:gd name="connsiteX428" fmla="*/ 1278592 w 1878763"/>
              <a:gd name="connsiteY428" fmla="*/ 1018383 h 1720299"/>
              <a:gd name="connsiteX429" fmla="*/ 1306024 w 1878763"/>
              <a:gd name="connsiteY429" fmla="*/ 1018383 h 1720299"/>
              <a:gd name="connsiteX430" fmla="*/ 1306024 w 1878763"/>
              <a:gd name="connsiteY430" fmla="*/ 1045815 h 1720299"/>
              <a:gd name="connsiteX431" fmla="*/ 1278592 w 1878763"/>
              <a:gd name="connsiteY431" fmla="*/ 1045815 h 1720299"/>
              <a:gd name="connsiteX432" fmla="*/ 1162482 w 1878763"/>
              <a:gd name="connsiteY432" fmla="*/ 1018383 h 1720299"/>
              <a:gd name="connsiteX433" fmla="*/ 1189914 w 1878763"/>
              <a:gd name="connsiteY433" fmla="*/ 1018383 h 1720299"/>
              <a:gd name="connsiteX434" fmla="*/ 1189914 w 1878763"/>
              <a:gd name="connsiteY434" fmla="*/ 1045815 h 1720299"/>
              <a:gd name="connsiteX435" fmla="*/ 1162482 w 1878763"/>
              <a:gd name="connsiteY435" fmla="*/ 1045815 h 1720299"/>
              <a:gd name="connsiteX436" fmla="*/ 1042307 w 1878763"/>
              <a:gd name="connsiteY436" fmla="*/ 1018383 h 1720299"/>
              <a:gd name="connsiteX437" fmla="*/ 1069739 w 1878763"/>
              <a:gd name="connsiteY437" fmla="*/ 1018383 h 1720299"/>
              <a:gd name="connsiteX438" fmla="*/ 1069739 w 1878763"/>
              <a:gd name="connsiteY438" fmla="*/ 1045815 h 1720299"/>
              <a:gd name="connsiteX439" fmla="*/ 1042307 w 1878763"/>
              <a:gd name="connsiteY439" fmla="*/ 1045815 h 1720299"/>
              <a:gd name="connsiteX440" fmla="*/ 926798 w 1878763"/>
              <a:gd name="connsiteY440" fmla="*/ 1018383 h 1720299"/>
              <a:gd name="connsiteX441" fmla="*/ 954230 w 1878763"/>
              <a:gd name="connsiteY441" fmla="*/ 1018383 h 1720299"/>
              <a:gd name="connsiteX442" fmla="*/ 954230 w 1878763"/>
              <a:gd name="connsiteY442" fmla="*/ 1045815 h 1720299"/>
              <a:gd name="connsiteX443" fmla="*/ 926798 w 1878763"/>
              <a:gd name="connsiteY443" fmla="*/ 1045815 h 1720299"/>
              <a:gd name="connsiteX444" fmla="*/ 812625 w 1878763"/>
              <a:gd name="connsiteY444" fmla="*/ 1018383 h 1720299"/>
              <a:gd name="connsiteX445" fmla="*/ 840057 w 1878763"/>
              <a:gd name="connsiteY445" fmla="*/ 1018383 h 1720299"/>
              <a:gd name="connsiteX446" fmla="*/ 840057 w 1878763"/>
              <a:gd name="connsiteY446" fmla="*/ 1045815 h 1720299"/>
              <a:gd name="connsiteX447" fmla="*/ 812625 w 1878763"/>
              <a:gd name="connsiteY447" fmla="*/ 1045815 h 1720299"/>
              <a:gd name="connsiteX448" fmla="*/ 692450 w 1878763"/>
              <a:gd name="connsiteY448" fmla="*/ 1018383 h 1720299"/>
              <a:gd name="connsiteX449" fmla="*/ 719882 w 1878763"/>
              <a:gd name="connsiteY449" fmla="*/ 1018383 h 1720299"/>
              <a:gd name="connsiteX450" fmla="*/ 719882 w 1878763"/>
              <a:gd name="connsiteY450" fmla="*/ 1045815 h 1720299"/>
              <a:gd name="connsiteX451" fmla="*/ 692450 w 1878763"/>
              <a:gd name="connsiteY451" fmla="*/ 1045815 h 1720299"/>
              <a:gd name="connsiteX452" fmla="*/ 576340 w 1878763"/>
              <a:gd name="connsiteY452" fmla="*/ 1018383 h 1720299"/>
              <a:gd name="connsiteX453" fmla="*/ 603772 w 1878763"/>
              <a:gd name="connsiteY453" fmla="*/ 1018383 h 1720299"/>
              <a:gd name="connsiteX454" fmla="*/ 603772 w 1878763"/>
              <a:gd name="connsiteY454" fmla="*/ 1045815 h 1720299"/>
              <a:gd name="connsiteX455" fmla="*/ 576340 w 1878763"/>
              <a:gd name="connsiteY455" fmla="*/ 1045815 h 1720299"/>
              <a:gd name="connsiteX456" fmla="*/ 456165 w 1878763"/>
              <a:gd name="connsiteY456" fmla="*/ 1018383 h 1720299"/>
              <a:gd name="connsiteX457" fmla="*/ 483597 w 1878763"/>
              <a:gd name="connsiteY457" fmla="*/ 1018383 h 1720299"/>
              <a:gd name="connsiteX458" fmla="*/ 483597 w 1878763"/>
              <a:gd name="connsiteY458" fmla="*/ 1045815 h 1720299"/>
              <a:gd name="connsiteX459" fmla="*/ 456165 w 1878763"/>
              <a:gd name="connsiteY459" fmla="*/ 1045815 h 1720299"/>
              <a:gd name="connsiteX460" fmla="*/ 340656 w 1878763"/>
              <a:gd name="connsiteY460" fmla="*/ 1018383 h 1720299"/>
              <a:gd name="connsiteX461" fmla="*/ 368088 w 1878763"/>
              <a:gd name="connsiteY461" fmla="*/ 1018383 h 1720299"/>
              <a:gd name="connsiteX462" fmla="*/ 368088 w 1878763"/>
              <a:gd name="connsiteY462" fmla="*/ 1045815 h 1720299"/>
              <a:gd name="connsiteX463" fmla="*/ 340656 w 1878763"/>
              <a:gd name="connsiteY463" fmla="*/ 1045815 h 1720299"/>
              <a:gd name="connsiteX464" fmla="*/ 226483 w 1878763"/>
              <a:gd name="connsiteY464" fmla="*/ 1018383 h 1720299"/>
              <a:gd name="connsiteX465" fmla="*/ 253915 w 1878763"/>
              <a:gd name="connsiteY465" fmla="*/ 1018383 h 1720299"/>
              <a:gd name="connsiteX466" fmla="*/ 253915 w 1878763"/>
              <a:gd name="connsiteY466" fmla="*/ 1045815 h 1720299"/>
              <a:gd name="connsiteX467" fmla="*/ 226483 w 1878763"/>
              <a:gd name="connsiteY467" fmla="*/ 1045815 h 1720299"/>
              <a:gd name="connsiteX468" fmla="*/ 114173 w 1878763"/>
              <a:gd name="connsiteY468" fmla="*/ 1018383 h 1720299"/>
              <a:gd name="connsiteX469" fmla="*/ 141605 w 1878763"/>
              <a:gd name="connsiteY469" fmla="*/ 1018383 h 1720299"/>
              <a:gd name="connsiteX470" fmla="*/ 141605 w 1878763"/>
              <a:gd name="connsiteY470" fmla="*/ 1045815 h 1720299"/>
              <a:gd name="connsiteX471" fmla="*/ 114173 w 1878763"/>
              <a:gd name="connsiteY471" fmla="*/ 1045815 h 1720299"/>
              <a:gd name="connsiteX472" fmla="*/ 0 w 1878763"/>
              <a:gd name="connsiteY472" fmla="*/ 1018383 h 1720299"/>
              <a:gd name="connsiteX473" fmla="*/ 27432 w 1878763"/>
              <a:gd name="connsiteY473" fmla="*/ 1018383 h 1720299"/>
              <a:gd name="connsiteX474" fmla="*/ 27432 w 1878763"/>
              <a:gd name="connsiteY474" fmla="*/ 1045815 h 1720299"/>
              <a:gd name="connsiteX475" fmla="*/ 0 w 1878763"/>
              <a:gd name="connsiteY475" fmla="*/ 1045815 h 1720299"/>
              <a:gd name="connsiteX476" fmla="*/ 1851331 w 1878763"/>
              <a:gd name="connsiteY476" fmla="*/ 904876 h 1720299"/>
              <a:gd name="connsiteX477" fmla="*/ 1878763 w 1878763"/>
              <a:gd name="connsiteY477" fmla="*/ 904876 h 1720299"/>
              <a:gd name="connsiteX478" fmla="*/ 1878763 w 1878763"/>
              <a:gd name="connsiteY478" fmla="*/ 932308 h 1720299"/>
              <a:gd name="connsiteX479" fmla="*/ 1851331 w 1878763"/>
              <a:gd name="connsiteY479" fmla="*/ 932308 h 1720299"/>
              <a:gd name="connsiteX480" fmla="*/ 1737031 w 1878763"/>
              <a:gd name="connsiteY480" fmla="*/ 904876 h 1720299"/>
              <a:gd name="connsiteX481" fmla="*/ 1764463 w 1878763"/>
              <a:gd name="connsiteY481" fmla="*/ 904876 h 1720299"/>
              <a:gd name="connsiteX482" fmla="*/ 1764463 w 1878763"/>
              <a:gd name="connsiteY482" fmla="*/ 932308 h 1720299"/>
              <a:gd name="connsiteX483" fmla="*/ 1737031 w 1878763"/>
              <a:gd name="connsiteY483" fmla="*/ 932308 h 1720299"/>
              <a:gd name="connsiteX484" fmla="*/ 1625112 w 1878763"/>
              <a:gd name="connsiteY484" fmla="*/ 904876 h 1720299"/>
              <a:gd name="connsiteX485" fmla="*/ 1652544 w 1878763"/>
              <a:gd name="connsiteY485" fmla="*/ 904876 h 1720299"/>
              <a:gd name="connsiteX486" fmla="*/ 1652544 w 1878763"/>
              <a:gd name="connsiteY486" fmla="*/ 932308 h 1720299"/>
              <a:gd name="connsiteX487" fmla="*/ 1625112 w 1878763"/>
              <a:gd name="connsiteY487" fmla="*/ 932308 h 1720299"/>
              <a:gd name="connsiteX488" fmla="*/ 1510812 w 1878763"/>
              <a:gd name="connsiteY488" fmla="*/ 904876 h 1720299"/>
              <a:gd name="connsiteX489" fmla="*/ 1538244 w 1878763"/>
              <a:gd name="connsiteY489" fmla="*/ 904876 h 1720299"/>
              <a:gd name="connsiteX490" fmla="*/ 1538244 w 1878763"/>
              <a:gd name="connsiteY490" fmla="*/ 932308 h 1720299"/>
              <a:gd name="connsiteX491" fmla="*/ 1510812 w 1878763"/>
              <a:gd name="connsiteY491" fmla="*/ 932308 h 1720299"/>
              <a:gd name="connsiteX492" fmla="*/ 1394702 w 1878763"/>
              <a:gd name="connsiteY492" fmla="*/ 904876 h 1720299"/>
              <a:gd name="connsiteX493" fmla="*/ 1422134 w 1878763"/>
              <a:gd name="connsiteY493" fmla="*/ 904876 h 1720299"/>
              <a:gd name="connsiteX494" fmla="*/ 1422134 w 1878763"/>
              <a:gd name="connsiteY494" fmla="*/ 932308 h 1720299"/>
              <a:gd name="connsiteX495" fmla="*/ 1394702 w 1878763"/>
              <a:gd name="connsiteY495" fmla="*/ 932308 h 1720299"/>
              <a:gd name="connsiteX496" fmla="*/ 1278592 w 1878763"/>
              <a:gd name="connsiteY496" fmla="*/ 904876 h 1720299"/>
              <a:gd name="connsiteX497" fmla="*/ 1306024 w 1878763"/>
              <a:gd name="connsiteY497" fmla="*/ 904876 h 1720299"/>
              <a:gd name="connsiteX498" fmla="*/ 1306024 w 1878763"/>
              <a:gd name="connsiteY498" fmla="*/ 932308 h 1720299"/>
              <a:gd name="connsiteX499" fmla="*/ 1278592 w 1878763"/>
              <a:gd name="connsiteY499" fmla="*/ 932308 h 1720299"/>
              <a:gd name="connsiteX500" fmla="*/ 1162482 w 1878763"/>
              <a:gd name="connsiteY500" fmla="*/ 904876 h 1720299"/>
              <a:gd name="connsiteX501" fmla="*/ 1189914 w 1878763"/>
              <a:gd name="connsiteY501" fmla="*/ 904876 h 1720299"/>
              <a:gd name="connsiteX502" fmla="*/ 1189914 w 1878763"/>
              <a:gd name="connsiteY502" fmla="*/ 932308 h 1720299"/>
              <a:gd name="connsiteX503" fmla="*/ 1162482 w 1878763"/>
              <a:gd name="connsiteY503" fmla="*/ 932308 h 1720299"/>
              <a:gd name="connsiteX504" fmla="*/ 1042307 w 1878763"/>
              <a:gd name="connsiteY504" fmla="*/ 904876 h 1720299"/>
              <a:gd name="connsiteX505" fmla="*/ 1069739 w 1878763"/>
              <a:gd name="connsiteY505" fmla="*/ 904876 h 1720299"/>
              <a:gd name="connsiteX506" fmla="*/ 1069739 w 1878763"/>
              <a:gd name="connsiteY506" fmla="*/ 932308 h 1720299"/>
              <a:gd name="connsiteX507" fmla="*/ 1042307 w 1878763"/>
              <a:gd name="connsiteY507" fmla="*/ 932308 h 1720299"/>
              <a:gd name="connsiteX508" fmla="*/ 926798 w 1878763"/>
              <a:gd name="connsiteY508" fmla="*/ 904876 h 1720299"/>
              <a:gd name="connsiteX509" fmla="*/ 954230 w 1878763"/>
              <a:gd name="connsiteY509" fmla="*/ 904876 h 1720299"/>
              <a:gd name="connsiteX510" fmla="*/ 954230 w 1878763"/>
              <a:gd name="connsiteY510" fmla="*/ 932308 h 1720299"/>
              <a:gd name="connsiteX511" fmla="*/ 926798 w 1878763"/>
              <a:gd name="connsiteY511" fmla="*/ 932308 h 1720299"/>
              <a:gd name="connsiteX512" fmla="*/ 812625 w 1878763"/>
              <a:gd name="connsiteY512" fmla="*/ 904876 h 1720299"/>
              <a:gd name="connsiteX513" fmla="*/ 840057 w 1878763"/>
              <a:gd name="connsiteY513" fmla="*/ 904876 h 1720299"/>
              <a:gd name="connsiteX514" fmla="*/ 840057 w 1878763"/>
              <a:gd name="connsiteY514" fmla="*/ 932308 h 1720299"/>
              <a:gd name="connsiteX515" fmla="*/ 812625 w 1878763"/>
              <a:gd name="connsiteY515" fmla="*/ 932308 h 1720299"/>
              <a:gd name="connsiteX516" fmla="*/ 692450 w 1878763"/>
              <a:gd name="connsiteY516" fmla="*/ 904876 h 1720299"/>
              <a:gd name="connsiteX517" fmla="*/ 719882 w 1878763"/>
              <a:gd name="connsiteY517" fmla="*/ 904876 h 1720299"/>
              <a:gd name="connsiteX518" fmla="*/ 719882 w 1878763"/>
              <a:gd name="connsiteY518" fmla="*/ 932308 h 1720299"/>
              <a:gd name="connsiteX519" fmla="*/ 692450 w 1878763"/>
              <a:gd name="connsiteY519" fmla="*/ 932308 h 1720299"/>
              <a:gd name="connsiteX520" fmla="*/ 576340 w 1878763"/>
              <a:gd name="connsiteY520" fmla="*/ 904876 h 1720299"/>
              <a:gd name="connsiteX521" fmla="*/ 603772 w 1878763"/>
              <a:gd name="connsiteY521" fmla="*/ 904876 h 1720299"/>
              <a:gd name="connsiteX522" fmla="*/ 603772 w 1878763"/>
              <a:gd name="connsiteY522" fmla="*/ 932308 h 1720299"/>
              <a:gd name="connsiteX523" fmla="*/ 576340 w 1878763"/>
              <a:gd name="connsiteY523" fmla="*/ 932308 h 1720299"/>
              <a:gd name="connsiteX524" fmla="*/ 456165 w 1878763"/>
              <a:gd name="connsiteY524" fmla="*/ 904876 h 1720299"/>
              <a:gd name="connsiteX525" fmla="*/ 483597 w 1878763"/>
              <a:gd name="connsiteY525" fmla="*/ 904876 h 1720299"/>
              <a:gd name="connsiteX526" fmla="*/ 483597 w 1878763"/>
              <a:gd name="connsiteY526" fmla="*/ 932308 h 1720299"/>
              <a:gd name="connsiteX527" fmla="*/ 456165 w 1878763"/>
              <a:gd name="connsiteY527" fmla="*/ 932308 h 1720299"/>
              <a:gd name="connsiteX528" fmla="*/ 340656 w 1878763"/>
              <a:gd name="connsiteY528" fmla="*/ 904876 h 1720299"/>
              <a:gd name="connsiteX529" fmla="*/ 368088 w 1878763"/>
              <a:gd name="connsiteY529" fmla="*/ 904876 h 1720299"/>
              <a:gd name="connsiteX530" fmla="*/ 368088 w 1878763"/>
              <a:gd name="connsiteY530" fmla="*/ 932308 h 1720299"/>
              <a:gd name="connsiteX531" fmla="*/ 340656 w 1878763"/>
              <a:gd name="connsiteY531" fmla="*/ 932308 h 1720299"/>
              <a:gd name="connsiteX532" fmla="*/ 226483 w 1878763"/>
              <a:gd name="connsiteY532" fmla="*/ 904876 h 1720299"/>
              <a:gd name="connsiteX533" fmla="*/ 253915 w 1878763"/>
              <a:gd name="connsiteY533" fmla="*/ 904876 h 1720299"/>
              <a:gd name="connsiteX534" fmla="*/ 253915 w 1878763"/>
              <a:gd name="connsiteY534" fmla="*/ 932308 h 1720299"/>
              <a:gd name="connsiteX535" fmla="*/ 226483 w 1878763"/>
              <a:gd name="connsiteY535" fmla="*/ 932308 h 1720299"/>
              <a:gd name="connsiteX536" fmla="*/ 114173 w 1878763"/>
              <a:gd name="connsiteY536" fmla="*/ 904876 h 1720299"/>
              <a:gd name="connsiteX537" fmla="*/ 141605 w 1878763"/>
              <a:gd name="connsiteY537" fmla="*/ 904876 h 1720299"/>
              <a:gd name="connsiteX538" fmla="*/ 141605 w 1878763"/>
              <a:gd name="connsiteY538" fmla="*/ 932308 h 1720299"/>
              <a:gd name="connsiteX539" fmla="*/ 114173 w 1878763"/>
              <a:gd name="connsiteY539" fmla="*/ 932308 h 1720299"/>
              <a:gd name="connsiteX540" fmla="*/ 0 w 1878763"/>
              <a:gd name="connsiteY540" fmla="*/ 904876 h 1720299"/>
              <a:gd name="connsiteX541" fmla="*/ 27432 w 1878763"/>
              <a:gd name="connsiteY541" fmla="*/ 904876 h 1720299"/>
              <a:gd name="connsiteX542" fmla="*/ 27432 w 1878763"/>
              <a:gd name="connsiteY542" fmla="*/ 932308 h 1720299"/>
              <a:gd name="connsiteX543" fmla="*/ 0 w 1878763"/>
              <a:gd name="connsiteY543" fmla="*/ 932308 h 1720299"/>
              <a:gd name="connsiteX544" fmla="*/ 1851331 w 1878763"/>
              <a:gd name="connsiteY544" fmla="*/ 789782 h 1720299"/>
              <a:gd name="connsiteX545" fmla="*/ 1878763 w 1878763"/>
              <a:gd name="connsiteY545" fmla="*/ 789782 h 1720299"/>
              <a:gd name="connsiteX546" fmla="*/ 1878763 w 1878763"/>
              <a:gd name="connsiteY546" fmla="*/ 817214 h 1720299"/>
              <a:gd name="connsiteX547" fmla="*/ 1851331 w 1878763"/>
              <a:gd name="connsiteY547" fmla="*/ 817214 h 1720299"/>
              <a:gd name="connsiteX548" fmla="*/ 1737031 w 1878763"/>
              <a:gd name="connsiteY548" fmla="*/ 789782 h 1720299"/>
              <a:gd name="connsiteX549" fmla="*/ 1764463 w 1878763"/>
              <a:gd name="connsiteY549" fmla="*/ 789782 h 1720299"/>
              <a:gd name="connsiteX550" fmla="*/ 1764463 w 1878763"/>
              <a:gd name="connsiteY550" fmla="*/ 817214 h 1720299"/>
              <a:gd name="connsiteX551" fmla="*/ 1737031 w 1878763"/>
              <a:gd name="connsiteY551" fmla="*/ 817214 h 1720299"/>
              <a:gd name="connsiteX552" fmla="*/ 1625112 w 1878763"/>
              <a:gd name="connsiteY552" fmla="*/ 789782 h 1720299"/>
              <a:gd name="connsiteX553" fmla="*/ 1652544 w 1878763"/>
              <a:gd name="connsiteY553" fmla="*/ 789782 h 1720299"/>
              <a:gd name="connsiteX554" fmla="*/ 1652544 w 1878763"/>
              <a:gd name="connsiteY554" fmla="*/ 817214 h 1720299"/>
              <a:gd name="connsiteX555" fmla="*/ 1625112 w 1878763"/>
              <a:gd name="connsiteY555" fmla="*/ 817214 h 1720299"/>
              <a:gd name="connsiteX556" fmla="*/ 1510812 w 1878763"/>
              <a:gd name="connsiteY556" fmla="*/ 789782 h 1720299"/>
              <a:gd name="connsiteX557" fmla="*/ 1538244 w 1878763"/>
              <a:gd name="connsiteY557" fmla="*/ 789782 h 1720299"/>
              <a:gd name="connsiteX558" fmla="*/ 1538244 w 1878763"/>
              <a:gd name="connsiteY558" fmla="*/ 817214 h 1720299"/>
              <a:gd name="connsiteX559" fmla="*/ 1510812 w 1878763"/>
              <a:gd name="connsiteY559" fmla="*/ 817214 h 1720299"/>
              <a:gd name="connsiteX560" fmla="*/ 1394702 w 1878763"/>
              <a:gd name="connsiteY560" fmla="*/ 789782 h 1720299"/>
              <a:gd name="connsiteX561" fmla="*/ 1422134 w 1878763"/>
              <a:gd name="connsiteY561" fmla="*/ 789782 h 1720299"/>
              <a:gd name="connsiteX562" fmla="*/ 1422134 w 1878763"/>
              <a:gd name="connsiteY562" fmla="*/ 817214 h 1720299"/>
              <a:gd name="connsiteX563" fmla="*/ 1394702 w 1878763"/>
              <a:gd name="connsiteY563" fmla="*/ 817214 h 1720299"/>
              <a:gd name="connsiteX564" fmla="*/ 1278592 w 1878763"/>
              <a:gd name="connsiteY564" fmla="*/ 789782 h 1720299"/>
              <a:gd name="connsiteX565" fmla="*/ 1306024 w 1878763"/>
              <a:gd name="connsiteY565" fmla="*/ 789782 h 1720299"/>
              <a:gd name="connsiteX566" fmla="*/ 1306024 w 1878763"/>
              <a:gd name="connsiteY566" fmla="*/ 817214 h 1720299"/>
              <a:gd name="connsiteX567" fmla="*/ 1278592 w 1878763"/>
              <a:gd name="connsiteY567" fmla="*/ 817214 h 1720299"/>
              <a:gd name="connsiteX568" fmla="*/ 1162482 w 1878763"/>
              <a:gd name="connsiteY568" fmla="*/ 789782 h 1720299"/>
              <a:gd name="connsiteX569" fmla="*/ 1189914 w 1878763"/>
              <a:gd name="connsiteY569" fmla="*/ 789782 h 1720299"/>
              <a:gd name="connsiteX570" fmla="*/ 1189914 w 1878763"/>
              <a:gd name="connsiteY570" fmla="*/ 817214 h 1720299"/>
              <a:gd name="connsiteX571" fmla="*/ 1162482 w 1878763"/>
              <a:gd name="connsiteY571" fmla="*/ 817214 h 1720299"/>
              <a:gd name="connsiteX572" fmla="*/ 1042307 w 1878763"/>
              <a:gd name="connsiteY572" fmla="*/ 789782 h 1720299"/>
              <a:gd name="connsiteX573" fmla="*/ 1069739 w 1878763"/>
              <a:gd name="connsiteY573" fmla="*/ 789782 h 1720299"/>
              <a:gd name="connsiteX574" fmla="*/ 1069739 w 1878763"/>
              <a:gd name="connsiteY574" fmla="*/ 817214 h 1720299"/>
              <a:gd name="connsiteX575" fmla="*/ 1042307 w 1878763"/>
              <a:gd name="connsiteY575" fmla="*/ 817214 h 1720299"/>
              <a:gd name="connsiteX576" fmla="*/ 926798 w 1878763"/>
              <a:gd name="connsiteY576" fmla="*/ 789782 h 1720299"/>
              <a:gd name="connsiteX577" fmla="*/ 954230 w 1878763"/>
              <a:gd name="connsiteY577" fmla="*/ 789782 h 1720299"/>
              <a:gd name="connsiteX578" fmla="*/ 954230 w 1878763"/>
              <a:gd name="connsiteY578" fmla="*/ 817214 h 1720299"/>
              <a:gd name="connsiteX579" fmla="*/ 926798 w 1878763"/>
              <a:gd name="connsiteY579" fmla="*/ 817214 h 1720299"/>
              <a:gd name="connsiteX580" fmla="*/ 812625 w 1878763"/>
              <a:gd name="connsiteY580" fmla="*/ 789782 h 1720299"/>
              <a:gd name="connsiteX581" fmla="*/ 840057 w 1878763"/>
              <a:gd name="connsiteY581" fmla="*/ 789782 h 1720299"/>
              <a:gd name="connsiteX582" fmla="*/ 840057 w 1878763"/>
              <a:gd name="connsiteY582" fmla="*/ 817214 h 1720299"/>
              <a:gd name="connsiteX583" fmla="*/ 812625 w 1878763"/>
              <a:gd name="connsiteY583" fmla="*/ 817214 h 1720299"/>
              <a:gd name="connsiteX584" fmla="*/ 692450 w 1878763"/>
              <a:gd name="connsiteY584" fmla="*/ 789782 h 1720299"/>
              <a:gd name="connsiteX585" fmla="*/ 719882 w 1878763"/>
              <a:gd name="connsiteY585" fmla="*/ 789782 h 1720299"/>
              <a:gd name="connsiteX586" fmla="*/ 719882 w 1878763"/>
              <a:gd name="connsiteY586" fmla="*/ 817214 h 1720299"/>
              <a:gd name="connsiteX587" fmla="*/ 692450 w 1878763"/>
              <a:gd name="connsiteY587" fmla="*/ 817214 h 1720299"/>
              <a:gd name="connsiteX588" fmla="*/ 576340 w 1878763"/>
              <a:gd name="connsiteY588" fmla="*/ 789782 h 1720299"/>
              <a:gd name="connsiteX589" fmla="*/ 603772 w 1878763"/>
              <a:gd name="connsiteY589" fmla="*/ 789782 h 1720299"/>
              <a:gd name="connsiteX590" fmla="*/ 603772 w 1878763"/>
              <a:gd name="connsiteY590" fmla="*/ 817214 h 1720299"/>
              <a:gd name="connsiteX591" fmla="*/ 576340 w 1878763"/>
              <a:gd name="connsiteY591" fmla="*/ 817214 h 1720299"/>
              <a:gd name="connsiteX592" fmla="*/ 456165 w 1878763"/>
              <a:gd name="connsiteY592" fmla="*/ 789782 h 1720299"/>
              <a:gd name="connsiteX593" fmla="*/ 483597 w 1878763"/>
              <a:gd name="connsiteY593" fmla="*/ 789782 h 1720299"/>
              <a:gd name="connsiteX594" fmla="*/ 483597 w 1878763"/>
              <a:gd name="connsiteY594" fmla="*/ 817214 h 1720299"/>
              <a:gd name="connsiteX595" fmla="*/ 456165 w 1878763"/>
              <a:gd name="connsiteY595" fmla="*/ 817214 h 1720299"/>
              <a:gd name="connsiteX596" fmla="*/ 340656 w 1878763"/>
              <a:gd name="connsiteY596" fmla="*/ 789782 h 1720299"/>
              <a:gd name="connsiteX597" fmla="*/ 368088 w 1878763"/>
              <a:gd name="connsiteY597" fmla="*/ 789782 h 1720299"/>
              <a:gd name="connsiteX598" fmla="*/ 368088 w 1878763"/>
              <a:gd name="connsiteY598" fmla="*/ 817214 h 1720299"/>
              <a:gd name="connsiteX599" fmla="*/ 340656 w 1878763"/>
              <a:gd name="connsiteY599" fmla="*/ 817214 h 1720299"/>
              <a:gd name="connsiteX600" fmla="*/ 226483 w 1878763"/>
              <a:gd name="connsiteY600" fmla="*/ 789782 h 1720299"/>
              <a:gd name="connsiteX601" fmla="*/ 253915 w 1878763"/>
              <a:gd name="connsiteY601" fmla="*/ 789782 h 1720299"/>
              <a:gd name="connsiteX602" fmla="*/ 253915 w 1878763"/>
              <a:gd name="connsiteY602" fmla="*/ 817214 h 1720299"/>
              <a:gd name="connsiteX603" fmla="*/ 226483 w 1878763"/>
              <a:gd name="connsiteY603" fmla="*/ 817214 h 1720299"/>
              <a:gd name="connsiteX604" fmla="*/ 114173 w 1878763"/>
              <a:gd name="connsiteY604" fmla="*/ 789782 h 1720299"/>
              <a:gd name="connsiteX605" fmla="*/ 141605 w 1878763"/>
              <a:gd name="connsiteY605" fmla="*/ 789782 h 1720299"/>
              <a:gd name="connsiteX606" fmla="*/ 141605 w 1878763"/>
              <a:gd name="connsiteY606" fmla="*/ 817214 h 1720299"/>
              <a:gd name="connsiteX607" fmla="*/ 114173 w 1878763"/>
              <a:gd name="connsiteY607" fmla="*/ 817214 h 1720299"/>
              <a:gd name="connsiteX608" fmla="*/ 0 w 1878763"/>
              <a:gd name="connsiteY608" fmla="*/ 789782 h 1720299"/>
              <a:gd name="connsiteX609" fmla="*/ 27432 w 1878763"/>
              <a:gd name="connsiteY609" fmla="*/ 789782 h 1720299"/>
              <a:gd name="connsiteX610" fmla="*/ 27432 w 1878763"/>
              <a:gd name="connsiteY610" fmla="*/ 817214 h 1720299"/>
              <a:gd name="connsiteX611" fmla="*/ 0 w 1878763"/>
              <a:gd name="connsiteY611" fmla="*/ 817214 h 1720299"/>
              <a:gd name="connsiteX612" fmla="*/ 1851331 w 1878763"/>
              <a:gd name="connsiteY612" fmla="*/ 676275 h 1720299"/>
              <a:gd name="connsiteX613" fmla="*/ 1878763 w 1878763"/>
              <a:gd name="connsiteY613" fmla="*/ 676275 h 1720299"/>
              <a:gd name="connsiteX614" fmla="*/ 1878763 w 1878763"/>
              <a:gd name="connsiteY614" fmla="*/ 703707 h 1720299"/>
              <a:gd name="connsiteX615" fmla="*/ 1851331 w 1878763"/>
              <a:gd name="connsiteY615" fmla="*/ 703707 h 1720299"/>
              <a:gd name="connsiteX616" fmla="*/ 1737031 w 1878763"/>
              <a:gd name="connsiteY616" fmla="*/ 676275 h 1720299"/>
              <a:gd name="connsiteX617" fmla="*/ 1764463 w 1878763"/>
              <a:gd name="connsiteY617" fmla="*/ 676275 h 1720299"/>
              <a:gd name="connsiteX618" fmla="*/ 1764463 w 1878763"/>
              <a:gd name="connsiteY618" fmla="*/ 703707 h 1720299"/>
              <a:gd name="connsiteX619" fmla="*/ 1737031 w 1878763"/>
              <a:gd name="connsiteY619" fmla="*/ 703707 h 1720299"/>
              <a:gd name="connsiteX620" fmla="*/ 1625112 w 1878763"/>
              <a:gd name="connsiteY620" fmla="*/ 676275 h 1720299"/>
              <a:gd name="connsiteX621" fmla="*/ 1652544 w 1878763"/>
              <a:gd name="connsiteY621" fmla="*/ 676275 h 1720299"/>
              <a:gd name="connsiteX622" fmla="*/ 1652544 w 1878763"/>
              <a:gd name="connsiteY622" fmla="*/ 703707 h 1720299"/>
              <a:gd name="connsiteX623" fmla="*/ 1625112 w 1878763"/>
              <a:gd name="connsiteY623" fmla="*/ 703707 h 1720299"/>
              <a:gd name="connsiteX624" fmla="*/ 1510812 w 1878763"/>
              <a:gd name="connsiteY624" fmla="*/ 676275 h 1720299"/>
              <a:gd name="connsiteX625" fmla="*/ 1538244 w 1878763"/>
              <a:gd name="connsiteY625" fmla="*/ 676275 h 1720299"/>
              <a:gd name="connsiteX626" fmla="*/ 1538244 w 1878763"/>
              <a:gd name="connsiteY626" fmla="*/ 703707 h 1720299"/>
              <a:gd name="connsiteX627" fmla="*/ 1510812 w 1878763"/>
              <a:gd name="connsiteY627" fmla="*/ 703707 h 1720299"/>
              <a:gd name="connsiteX628" fmla="*/ 1394702 w 1878763"/>
              <a:gd name="connsiteY628" fmla="*/ 676275 h 1720299"/>
              <a:gd name="connsiteX629" fmla="*/ 1422134 w 1878763"/>
              <a:gd name="connsiteY629" fmla="*/ 676275 h 1720299"/>
              <a:gd name="connsiteX630" fmla="*/ 1422134 w 1878763"/>
              <a:gd name="connsiteY630" fmla="*/ 703707 h 1720299"/>
              <a:gd name="connsiteX631" fmla="*/ 1394702 w 1878763"/>
              <a:gd name="connsiteY631" fmla="*/ 703707 h 1720299"/>
              <a:gd name="connsiteX632" fmla="*/ 1278592 w 1878763"/>
              <a:gd name="connsiteY632" fmla="*/ 676275 h 1720299"/>
              <a:gd name="connsiteX633" fmla="*/ 1306024 w 1878763"/>
              <a:gd name="connsiteY633" fmla="*/ 676275 h 1720299"/>
              <a:gd name="connsiteX634" fmla="*/ 1306024 w 1878763"/>
              <a:gd name="connsiteY634" fmla="*/ 703707 h 1720299"/>
              <a:gd name="connsiteX635" fmla="*/ 1278592 w 1878763"/>
              <a:gd name="connsiteY635" fmla="*/ 703707 h 1720299"/>
              <a:gd name="connsiteX636" fmla="*/ 1162482 w 1878763"/>
              <a:gd name="connsiteY636" fmla="*/ 676275 h 1720299"/>
              <a:gd name="connsiteX637" fmla="*/ 1189914 w 1878763"/>
              <a:gd name="connsiteY637" fmla="*/ 676275 h 1720299"/>
              <a:gd name="connsiteX638" fmla="*/ 1189914 w 1878763"/>
              <a:gd name="connsiteY638" fmla="*/ 703707 h 1720299"/>
              <a:gd name="connsiteX639" fmla="*/ 1162482 w 1878763"/>
              <a:gd name="connsiteY639" fmla="*/ 703707 h 1720299"/>
              <a:gd name="connsiteX640" fmla="*/ 1042307 w 1878763"/>
              <a:gd name="connsiteY640" fmla="*/ 676275 h 1720299"/>
              <a:gd name="connsiteX641" fmla="*/ 1069739 w 1878763"/>
              <a:gd name="connsiteY641" fmla="*/ 676275 h 1720299"/>
              <a:gd name="connsiteX642" fmla="*/ 1069739 w 1878763"/>
              <a:gd name="connsiteY642" fmla="*/ 703707 h 1720299"/>
              <a:gd name="connsiteX643" fmla="*/ 1042307 w 1878763"/>
              <a:gd name="connsiteY643" fmla="*/ 703707 h 1720299"/>
              <a:gd name="connsiteX644" fmla="*/ 926798 w 1878763"/>
              <a:gd name="connsiteY644" fmla="*/ 676275 h 1720299"/>
              <a:gd name="connsiteX645" fmla="*/ 954230 w 1878763"/>
              <a:gd name="connsiteY645" fmla="*/ 676275 h 1720299"/>
              <a:gd name="connsiteX646" fmla="*/ 954230 w 1878763"/>
              <a:gd name="connsiteY646" fmla="*/ 703707 h 1720299"/>
              <a:gd name="connsiteX647" fmla="*/ 926798 w 1878763"/>
              <a:gd name="connsiteY647" fmla="*/ 703707 h 1720299"/>
              <a:gd name="connsiteX648" fmla="*/ 812625 w 1878763"/>
              <a:gd name="connsiteY648" fmla="*/ 676275 h 1720299"/>
              <a:gd name="connsiteX649" fmla="*/ 840057 w 1878763"/>
              <a:gd name="connsiteY649" fmla="*/ 676275 h 1720299"/>
              <a:gd name="connsiteX650" fmla="*/ 840057 w 1878763"/>
              <a:gd name="connsiteY650" fmla="*/ 703707 h 1720299"/>
              <a:gd name="connsiteX651" fmla="*/ 812625 w 1878763"/>
              <a:gd name="connsiteY651" fmla="*/ 703707 h 1720299"/>
              <a:gd name="connsiteX652" fmla="*/ 692450 w 1878763"/>
              <a:gd name="connsiteY652" fmla="*/ 676275 h 1720299"/>
              <a:gd name="connsiteX653" fmla="*/ 719882 w 1878763"/>
              <a:gd name="connsiteY653" fmla="*/ 676275 h 1720299"/>
              <a:gd name="connsiteX654" fmla="*/ 719882 w 1878763"/>
              <a:gd name="connsiteY654" fmla="*/ 703707 h 1720299"/>
              <a:gd name="connsiteX655" fmla="*/ 692450 w 1878763"/>
              <a:gd name="connsiteY655" fmla="*/ 703707 h 1720299"/>
              <a:gd name="connsiteX656" fmla="*/ 576340 w 1878763"/>
              <a:gd name="connsiteY656" fmla="*/ 676275 h 1720299"/>
              <a:gd name="connsiteX657" fmla="*/ 603772 w 1878763"/>
              <a:gd name="connsiteY657" fmla="*/ 676275 h 1720299"/>
              <a:gd name="connsiteX658" fmla="*/ 603772 w 1878763"/>
              <a:gd name="connsiteY658" fmla="*/ 703707 h 1720299"/>
              <a:gd name="connsiteX659" fmla="*/ 576340 w 1878763"/>
              <a:gd name="connsiteY659" fmla="*/ 703707 h 1720299"/>
              <a:gd name="connsiteX660" fmla="*/ 456165 w 1878763"/>
              <a:gd name="connsiteY660" fmla="*/ 676275 h 1720299"/>
              <a:gd name="connsiteX661" fmla="*/ 483597 w 1878763"/>
              <a:gd name="connsiteY661" fmla="*/ 676275 h 1720299"/>
              <a:gd name="connsiteX662" fmla="*/ 483597 w 1878763"/>
              <a:gd name="connsiteY662" fmla="*/ 703707 h 1720299"/>
              <a:gd name="connsiteX663" fmla="*/ 456165 w 1878763"/>
              <a:gd name="connsiteY663" fmla="*/ 703707 h 1720299"/>
              <a:gd name="connsiteX664" fmla="*/ 340656 w 1878763"/>
              <a:gd name="connsiteY664" fmla="*/ 676275 h 1720299"/>
              <a:gd name="connsiteX665" fmla="*/ 368088 w 1878763"/>
              <a:gd name="connsiteY665" fmla="*/ 676275 h 1720299"/>
              <a:gd name="connsiteX666" fmla="*/ 368088 w 1878763"/>
              <a:gd name="connsiteY666" fmla="*/ 703707 h 1720299"/>
              <a:gd name="connsiteX667" fmla="*/ 340656 w 1878763"/>
              <a:gd name="connsiteY667" fmla="*/ 703707 h 1720299"/>
              <a:gd name="connsiteX668" fmla="*/ 226483 w 1878763"/>
              <a:gd name="connsiteY668" fmla="*/ 676275 h 1720299"/>
              <a:gd name="connsiteX669" fmla="*/ 253915 w 1878763"/>
              <a:gd name="connsiteY669" fmla="*/ 676275 h 1720299"/>
              <a:gd name="connsiteX670" fmla="*/ 253915 w 1878763"/>
              <a:gd name="connsiteY670" fmla="*/ 703707 h 1720299"/>
              <a:gd name="connsiteX671" fmla="*/ 226483 w 1878763"/>
              <a:gd name="connsiteY671" fmla="*/ 703707 h 1720299"/>
              <a:gd name="connsiteX672" fmla="*/ 114173 w 1878763"/>
              <a:gd name="connsiteY672" fmla="*/ 676275 h 1720299"/>
              <a:gd name="connsiteX673" fmla="*/ 141605 w 1878763"/>
              <a:gd name="connsiteY673" fmla="*/ 676275 h 1720299"/>
              <a:gd name="connsiteX674" fmla="*/ 141605 w 1878763"/>
              <a:gd name="connsiteY674" fmla="*/ 703707 h 1720299"/>
              <a:gd name="connsiteX675" fmla="*/ 114173 w 1878763"/>
              <a:gd name="connsiteY675" fmla="*/ 703707 h 1720299"/>
              <a:gd name="connsiteX676" fmla="*/ 0 w 1878763"/>
              <a:gd name="connsiteY676" fmla="*/ 676275 h 1720299"/>
              <a:gd name="connsiteX677" fmla="*/ 27432 w 1878763"/>
              <a:gd name="connsiteY677" fmla="*/ 676275 h 1720299"/>
              <a:gd name="connsiteX678" fmla="*/ 27432 w 1878763"/>
              <a:gd name="connsiteY678" fmla="*/ 703707 h 1720299"/>
              <a:gd name="connsiteX679" fmla="*/ 0 w 1878763"/>
              <a:gd name="connsiteY679" fmla="*/ 703707 h 1720299"/>
              <a:gd name="connsiteX680" fmla="*/ 1851331 w 1878763"/>
              <a:gd name="connsiteY680" fmla="*/ 565945 h 1720299"/>
              <a:gd name="connsiteX681" fmla="*/ 1878763 w 1878763"/>
              <a:gd name="connsiteY681" fmla="*/ 565945 h 1720299"/>
              <a:gd name="connsiteX682" fmla="*/ 1878763 w 1878763"/>
              <a:gd name="connsiteY682" fmla="*/ 593377 h 1720299"/>
              <a:gd name="connsiteX683" fmla="*/ 1851331 w 1878763"/>
              <a:gd name="connsiteY683" fmla="*/ 593377 h 1720299"/>
              <a:gd name="connsiteX684" fmla="*/ 1737031 w 1878763"/>
              <a:gd name="connsiteY684" fmla="*/ 565945 h 1720299"/>
              <a:gd name="connsiteX685" fmla="*/ 1764463 w 1878763"/>
              <a:gd name="connsiteY685" fmla="*/ 565945 h 1720299"/>
              <a:gd name="connsiteX686" fmla="*/ 1764463 w 1878763"/>
              <a:gd name="connsiteY686" fmla="*/ 593377 h 1720299"/>
              <a:gd name="connsiteX687" fmla="*/ 1737031 w 1878763"/>
              <a:gd name="connsiteY687" fmla="*/ 593377 h 1720299"/>
              <a:gd name="connsiteX688" fmla="*/ 1625112 w 1878763"/>
              <a:gd name="connsiteY688" fmla="*/ 565945 h 1720299"/>
              <a:gd name="connsiteX689" fmla="*/ 1652544 w 1878763"/>
              <a:gd name="connsiteY689" fmla="*/ 565945 h 1720299"/>
              <a:gd name="connsiteX690" fmla="*/ 1652544 w 1878763"/>
              <a:gd name="connsiteY690" fmla="*/ 593377 h 1720299"/>
              <a:gd name="connsiteX691" fmla="*/ 1625112 w 1878763"/>
              <a:gd name="connsiteY691" fmla="*/ 593377 h 1720299"/>
              <a:gd name="connsiteX692" fmla="*/ 1510812 w 1878763"/>
              <a:gd name="connsiteY692" fmla="*/ 565945 h 1720299"/>
              <a:gd name="connsiteX693" fmla="*/ 1538244 w 1878763"/>
              <a:gd name="connsiteY693" fmla="*/ 565945 h 1720299"/>
              <a:gd name="connsiteX694" fmla="*/ 1538244 w 1878763"/>
              <a:gd name="connsiteY694" fmla="*/ 593377 h 1720299"/>
              <a:gd name="connsiteX695" fmla="*/ 1510812 w 1878763"/>
              <a:gd name="connsiteY695" fmla="*/ 593377 h 1720299"/>
              <a:gd name="connsiteX696" fmla="*/ 1394702 w 1878763"/>
              <a:gd name="connsiteY696" fmla="*/ 565945 h 1720299"/>
              <a:gd name="connsiteX697" fmla="*/ 1422134 w 1878763"/>
              <a:gd name="connsiteY697" fmla="*/ 565945 h 1720299"/>
              <a:gd name="connsiteX698" fmla="*/ 1422134 w 1878763"/>
              <a:gd name="connsiteY698" fmla="*/ 593377 h 1720299"/>
              <a:gd name="connsiteX699" fmla="*/ 1394702 w 1878763"/>
              <a:gd name="connsiteY699" fmla="*/ 593377 h 1720299"/>
              <a:gd name="connsiteX700" fmla="*/ 1278592 w 1878763"/>
              <a:gd name="connsiteY700" fmla="*/ 565945 h 1720299"/>
              <a:gd name="connsiteX701" fmla="*/ 1306024 w 1878763"/>
              <a:gd name="connsiteY701" fmla="*/ 565945 h 1720299"/>
              <a:gd name="connsiteX702" fmla="*/ 1306024 w 1878763"/>
              <a:gd name="connsiteY702" fmla="*/ 593377 h 1720299"/>
              <a:gd name="connsiteX703" fmla="*/ 1278592 w 1878763"/>
              <a:gd name="connsiteY703" fmla="*/ 593377 h 1720299"/>
              <a:gd name="connsiteX704" fmla="*/ 1162482 w 1878763"/>
              <a:gd name="connsiteY704" fmla="*/ 565945 h 1720299"/>
              <a:gd name="connsiteX705" fmla="*/ 1189914 w 1878763"/>
              <a:gd name="connsiteY705" fmla="*/ 565945 h 1720299"/>
              <a:gd name="connsiteX706" fmla="*/ 1189914 w 1878763"/>
              <a:gd name="connsiteY706" fmla="*/ 593377 h 1720299"/>
              <a:gd name="connsiteX707" fmla="*/ 1162482 w 1878763"/>
              <a:gd name="connsiteY707" fmla="*/ 593377 h 1720299"/>
              <a:gd name="connsiteX708" fmla="*/ 1042307 w 1878763"/>
              <a:gd name="connsiteY708" fmla="*/ 565945 h 1720299"/>
              <a:gd name="connsiteX709" fmla="*/ 1069739 w 1878763"/>
              <a:gd name="connsiteY709" fmla="*/ 565945 h 1720299"/>
              <a:gd name="connsiteX710" fmla="*/ 1069739 w 1878763"/>
              <a:gd name="connsiteY710" fmla="*/ 593377 h 1720299"/>
              <a:gd name="connsiteX711" fmla="*/ 1042307 w 1878763"/>
              <a:gd name="connsiteY711" fmla="*/ 593377 h 1720299"/>
              <a:gd name="connsiteX712" fmla="*/ 926798 w 1878763"/>
              <a:gd name="connsiteY712" fmla="*/ 565945 h 1720299"/>
              <a:gd name="connsiteX713" fmla="*/ 954230 w 1878763"/>
              <a:gd name="connsiteY713" fmla="*/ 565945 h 1720299"/>
              <a:gd name="connsiteX714" fmla="*/ 954230 w 1878763"/>
              <a:gd name="connsiteY714" fmla="*/ 593377 h 1720299"/>
              <a:gd name="connsiteX715" fmla="*/ 926798 w 1878763"/>
              <a:gd name="connsiteY715" fmla="*/ 593377 h 1720299"/>
              <a:gd name="connsiteX716" fmla="*/ 812625 w 1878763"/>
              <a:gd name="connsiteY716" fmla="*/ 565945 h 1720299"/>
              <a:gd name="connsiteX717" fmla="*/ 840057 w 1878763"/>
              <a:gd name="connsiteY717" fmla="*/ 565945 h 1720299"/>
              <a:gd name="connsiteX718" fmla="*/ 840057 w 1878763"/>
              <a:gd name="connsiteY718" fmla="*/ 593377 h 1720299"/>
              <a:gd name="connsiteX719" fmla="*/ 812625 w 1878763"/>
              <a:gd name="connsiteY719" fmla="*/ 593377 h 1720299"/>
              <a:gd name="connsiteX720" fmla="*/ 692450 w 1878763"/>
              <a:gd name="connsiteY720" fmla="*/ 565945 h 1720299"/>
              <a:gd name="connsiteX721" fmla="*/ 719882 w 1878763"/>
              <a:gd name="connsiteY721" fmla="*/ 565945 h 1720299"/>
              <a:gd name="connsiteX722" fmla="*/ 719882 w 1878763"/>
              <a:gd name="connsiteY722" fmla="*/ 593377 h 1720299"/>
              <a:gd name="connsiteX723" fmla="*/ 692450 w 1878763"/>
              <a:gd name="connsiteY723" fmla="*/ 593377 h 1720299"/>
              <a:gd name="connsiteX724" fmla="*/ 576340 w 1878763"/>
              <a:gd name="connsiteY724" fmla="*/ 565945 h 1720299"/>
              <a:gd name="connsiteX725" fmla="*/ 603772 w 1878763"/>
              <a:gd name="connsiteY725" fmla="*/ 565945 h 1720299"/>
              <a:gd name="connsiteX726" fmla="*/ 603772 w 1878763"/>
              <a:gd name="connsiteY726" fmla="*/ 593377 h 1720299"/>
              <a:gd name="connsiteX727" fmla="*/ 576340 w 1878763"/>
              <a:gd name="connsiteY727" fmla="*/ 593377 h 1720299"/>
              <a:gd name="connsiteX728" fmla="*/ 456165 w 1878763"/>
              <a:gd name="connsiteY728" fmla="*/ 565945 h 1720299"/>
              <a:gd name="connsiteX729" fmla="*/ 483597 w 1878763"/>
              <a:gd name="connsiteY729" fmla="*/ 565945 h 1720299"/>
              <a:gd name="connsiteX730" fmla="*/ 483597 w 1878763"/>
              <a:gd name="connsiteY730" fmla="*/ 593377 h 1720299"/>
              <a:gd name="connsiteX731" fmla="*/ 456165 w 1878763"/>
              <a:gd name="connsiteY731" fmla="*/ 593377 h 1720299"/>
              <a:gd name="connsiteX732" fmla="*/ 340656 w 1878763"/>
              <a:gd name="connsiteY732" fmla="*/ 565945 h 1720299"/>
              <a:gd name="connsiteX733" fmla="*/ 368088 w 1878763"/>
              <a:gd name="connsiteY733" fmla="*/ 565945 h 1720299"/>
              <a:gd name="connsiteX734" fmla="*/ 368088 w 1878763"/>
              <a:gd name="connsiteY734" fmla="*/ 593377 h 1720299"/>
              <a:gd name="connsiteX735" fmla="*/ 340656 w 1878763"/>
              <a:gd name="connsiteY735" fmla="*/ 593377 h 1720299"/>
              <a:gd name="connsiteX736" fmla="*/ 226483 w 1878763"/>
              <a:gd name="connsiteY736" fmla="*/ 565945 h 1720299"/>
              <a:gd name="connsiteX737" fmla="*/ 253915 w 1878763"/>
              <a:gd name="connsiteY737" fmla="*/ 565945 h 1720299"/>
              <a:gd name="connsiteX738" fmla="*/ 253915 w 1878763"/>
              <a:gd name="connsiteY738" fmla="*/ 593377 h 1720299"/>
              <a:gd name="connsiteX739" fmla="*/ 226483 w 1878763"/>
              <a:gd name="connsiteY739" fmla="*/ 593377 h 1720299"/>
              <a:gd name="connsiteX740" fmla="*/ 114173 w 1878763"/>
              <a:gd name="connsiteY740" fmla="*/ 565945 h 1720299"/>
              <a:gd name="connsiteX741" fmla="*/ 141605 w 1878763"/>
              <a:gd name="connsiteY741" fmla="*/ 565945 h 1720299"/>
              <a:gd name="connsiteX742" fmla="*/ 141605 w 1878763"/>
              <a:gd name="connsiteY742" fmla="*/ 593377 h 1720299"/>
              <a:gd name="connsiteX743" fmla="*/ 114173 w 1878763"/>
              <a:gd name="connsiteY743" fmla="*/ 593377 h 1720299"/>
              <a:gd name="connsiteX744" fmla="*/ 0 w 1878763"/>
              <a:gd name="connsiteY744" fmla="*/ 565945 h 1720299"/>
              <a:gd name="connsiteX745" fmla="*/ 27432 w 1878763"/>
              <a:gd name="connsiteY745" fmla="*/ 565945 h 1720299"/>
              <a:gd name="connsiteX746" fmla="*/ 27432 w 1878763"/>
              <a:gd name="connsiteY746" fmla="*/ 593377 h 1720299"/>
              <a:gd name="connsiteX747" fmla="*/ 0 w 1878763"/>
              <a:gd name="connsiteY747" fmla="*/ 593377 h 1720299"/>
              <a:gd name="connsiteX748" fmla="*/ 1851331 w 1878763"/>
              <a:gd name="connsiteY748" fmla="*/ 452438 h 1720299"/>
              <a:gd name="connsiteX749" fmla="*/ 1878763 w 1878763"/>
              <a:gd name="connsiteY749" fmla="*/ 452438 h 1720299"/>
              <a:gd name="connsiteX750" fmla="*/ 1878763 w 1878763"/>
              <a:gd name="connsiteY750" fmla="*/ 479870 h 1720299"/>
              <a:gd name="connsiteX751" fmla="*/ 1851331 w 1878763"/>
              <a:gd name="connsiteY751" fmla="*/ 479870 h 1720299"/>
              <a:gd name="connsiteX752" fmla="*/ 1737031 w 1878763"/>
              <a:gd name="connsiteY752" fmla="*/ 452438 h 1720299"/>
              <a:gd name="connsiteX753" fmla="*/ 1764463 w 1878763"/>
              <a:gd name="connsiteY753" fmla="*/ 452438 h 1720299"/>
              <a:gd name="connsiteX754" fmla="*/ 1764463 w 1878763"/>
              <a:gd name="connsiteY754" fmla="*/ 479870 h 1720299"/>
              <a:gd name="connsiteX755" fmla="*/ 1737031 w 1878763"/>
              <a:gd name="connsiteY755" fmla="*/ 479870 h 1720299"/>
              <a:gd name="connsiteX756" fmla="*/ 1625112 w 1878763"/>
              <a:gd name="connsiteY756" fmla="*/ 452438 h 1720299"/>
              <a:gd name="connsiteX757" fmla="*/ 1652544 w 1878763"/>
              <a:gd name="connsiteY757" fmla="*/ 452438 h 1720299"/>
              <a:gd name="connsiteX758" fmla="*/ 1652544 w 1878763"/>
              <a:gd name="connsiteY758" fmla="*/ 479870 h 1720299"/>
              <a:gd name="connsiteX759" fmla="*/ 1625112 w 1878763"/>
              <a:gd name="connsiteY759" fmla="*/ 479870 h 1720299"/>
              <a:gd name="connsiteX760" fmla="*/ 1510812 w 1878763"/>
              <a:gd name="connsiteY760" fmla="*/ 452438 h 1720299"/>
              <a:gd name="connsiteX761" fmla="*/ 1538244 w 1878763"/>
              <a:gd name="connsiteY761" fmla="*/ 452438 h 1720299"/>
              <a:gd name="connsiteX762" fmla="*/ 1538244 w 1878763"/>
              <a:gd name="connsiteY762" fmla="*/ 479870 h 1720299"/>
              <a:gd name="connsiteX763" fmla="*/ 1510812 w 1878763"/>
              <a:gd name="connsiteY763" fmla="*/ 479870 h 1720299"/>
              <a:gd name="connsiteX764" fmla="*/ 1394702 w 1878763"/>
              <a:gd name="connsiteY764" fmla="*/ 452438 h 1720299"/>
              <a:gd name="connsiteX765" fmla="*/ 1422134 w 1878763"/>
              <a:gd name="connsiteY765" fmla="*/ 452438 h 1720299"/>
              <a:gd name="connsiteX766" fmla="*/ 1422134 w 1878763"/>
              <a:gd name="connsiteY766" fmla="*/ 479870 h 1720299"/>
              <a:gd name="connsiteX767" fmla="*/ 1394702 w 1878763"/>
              <a:gd name="connsiteY767" fmla="*/ 479870 h 1720299"/>
              <a:gd name="connsiteX768" fmla="*/ 1278592 w 1878763"/>
              <a:gd name="connsiteY768" fmla="*/ 452438 h 1720299"/>
              <a:gd name="connsiteX769" fmla="*/ 1306024 w 1878763"/>
              <a:gd name="connsiteY769" fmla="*/ 452438 h 1720299"/>
              <a:gd name="connsiteX770" fmla="*/ 1306024 w 1878763"/>
              <a:gd name="connsiteY770" fmla="*/ 479870 h 1720299"/>
              <a:gd name="connsiteX771" fmla="*/ 1278592 w 1878763"/>
              <a:gd name="connsiteY771" fmla="*/ 479870 h 1720299"/>
              <a:gd name="connsiteX772" fmla="*/ 1162482 w 1878763"/>
              <a:gd name="connsiteY772" fmla="*/ 452438 h 1720299"/>
              <a:gd name="connsiteX773" fmla="*/ 1189914 w 1878763"/>
              <a:gd name="connsiteY773" fmla="*/ 452438 h 1720299"/>
              <a:gd name="connsiteX774" fmla="*/ 1189914 w 1878763"/>
              <a:gd name="connsiteY774" fmla="*/ 479870 h 1720299"/>
              <a:gd name="connsiteX775" fmla="*/ 1162482 w 1878763"/>
              <a:gd name="connsiteY775" fmla="*/ 479870 h 1720299"/>
              <a:gd name="connsiteX776" fmla="*/ 1042307 w 1878763"/>
              <a:gd name="connsiteY776" fmla="*/ 452438 h 1720299"/>
              <a:gd name="connsiteX777" fmla="*/ 1069739 w 1878763"/>
              <a:gd name="connsiteY777" fmla="*/ 452438 h 1720299"/>
              <a:gd name="connsiteX778" fmla="*/ 1069739 w 1878763"/>
              <a:gd name="connsiteY778" fmla="*/ 479870 h 1720299"/>
              <a:gd name="connsiteX779" fmla="*/ 1042307 w 1878763"/>
              <a:gd name="connsiteY779" fmla="*/ 479870 h 1720299"/>
              <a:gd name="connsiteX780" fmla="*/ 926798 w 1878763"/>
              <a:gd name="connsiteY780" fmla="*/ 452438 h 1720299"/>
              <a:gd name="connsiteX781" fmla="*/ 954230 w 1878763"/>
              <a:gd name="connsiteY781" fmla="*/ 452438 h 1720299"/>
              <a:gd name="connsiteX782" fmla="*/ 954230 w 1878763"/>
              <a:gd name="connsiteY782" fmla="*/ 479870 h 1720299"/>
              <a:gd name="connsiteX783" fmla="*/ 926798 w 1878763"/>
              <a:gd name="connsiteY783" fmla="*/ 479870 h 1720299"/>
              <a:gd name="connsiteX784" fmla="*/ 812625 w 1878763"/>
              <a:gd name="connsiteY784" fmla="*/ 452438 h 1720299"/>
              <a:gd name="connsiteX785" fmla="*/ 840057 w 1878763"/>
              <a:gd name="connsiteY785" fmla="*/ 452438 h 1720299"/>
              <a:gd name="connsiteX786" fmla="*/ 840057 w 1878763"/>
              <a:gd name="connsiteY786" fmla="*/ 479870 h 1720299"/>
              <a:gd name="connsiteX787" fmla="*/ 812625 w 1878763"/>
              <a:gd name="connsiteY787" fmla="*/ 479870 h 1720299"/>
              <a:gd name="connsiteX788" fmla="*/ 692450 w 1878763"/>
              <a:gd name="connsiteY788" fmla="*/ 452438 h 1720299"/>
              <a:gd name="connsiteX789" fmla="*/ 719882 w 1878763"/>
              <a:gd name="connsiteY789" fmla="*/ 452438 h 1720299"/>
              <a:gd name="connsiteX790" fmla="*/ 719882 w 1878763"/>
              <a:gd name="connsiteY790" fmla="*/ 479870 h 1720299"/>
              <a:gd name="connsiteX791" fmla="*/ 692450 w 1878763"/>
              <a:gd name="connsiteY791" fmla="*/ 479870 h 1720299"/>
              <a:gd name="connsiteX792" fmla="*/ 576340 w 1878763"/>
              <a:gd name="connsiteY792" fmla="*/ 452438 h 1720299"/>
              <a:gd name="connsiteX793" fmla="*/ 603772 w 1878763"/>
              <a:gd name="connsiteY793" fmla="*/ 452438 h 1720299"/>
              <a:gd name="connsiteX794" fmla="*/ 603772 w 1878763"/>
              <a:gd name="connsiteY794" fmla="*/ 479870 h 1720299"/>
              <a:gd name="connsiteX795" fmla="*/ 576340 w 1878763"/>
              <a:gd name="connsiteY795" fmla="*/ 479870 h 1720299"/>
              <a:gd name="connsiteX796" fmla="*/ 456165 w 1878763"/>
              <a:gd name="connsiteY796" fmla="*/ 452438 h 1720299"/>
              <a:gd name="connsiteX797" fmla="*/ 483597 w 1878763"/>
              <a:gd name="connsiteY797" fmla="*/ 452438 h 1720299"/>
              <a:gd name="connsiteX798" fmla="*/ 483597 w 1878763"/>
              <a:gd name="connsiteY798" fmla="*/ 479870 h 1720299"/>
              <a:gd name="connsiteX799" fmla="*/ 456165 w 1878763"/>
              <a:gd name="connsiteY799" fmla="*/ 479870 h 1720299"/>
              <a:gd name="connsiteX800" fmla="*/ 340656 w 1878763"/>
              <a:gd name="connsiteY800" fmla="*/ 452438 h 1720299"/>
              <a:gd name="connsiteX801" fmla="*/ 368088 w 1878763"/>
              <a:gd name="connsiteY801" fmla="*/ 452438 h 1720299"/>
              <a:gd name="connsiteX802" fmla="*/ 368088 w 1878763"/>
              <a:gd name="connsiteY802" fmla="*/ 479870 h 1720299"/>
              <a:gd name="connsiteX803" fmla="*/ 340656 w 1878763"/>
              <a:gd name="connsiteY803" fmla="*/ 479870 h 1720299"/>
              <a:gd name="connsiteX804" fmla="*/ 226483 w 1878763"/>
              <a:gd name="connsiteY804" fmla="*/ 452438 h 1720299"/>
              <a:gd name="connsiteX805" fmla="*/ 253915 w 1878763"/>
              <a:gd name="connsiteY805" fmla="*/ 452438 h 1720299"/>
              <a:gd name="connsiteX806" fmla="*/ 253915 w 1878763"/>
              <a:gd name="connsiteY806" fmla="*/ 479870 h 1720299"/>
              <a:gd name="connsiteX807" fmla="*/ 226483 w 1878763"/>
              <a:gd name="connsiteY807" fmla="*/ 479870 h 1720299"/>
              <a:gd name="connsiteX808" fmla="*/ 114173 w 1878763"/>
              <a:gd name="connsiteY808" fmla="*/ 452438 h 1720299"/>
              <a:gd name="connsiteX809" fmla="*/ 141605 w 1878763"/>
              <a:gd name="connsiteY809" fmla="*/ 452438 h 1720299"/>
              <a:gd name="connsiteX810" fmla="*/ 141605 w 1878763"/>
              <a:gd name="connsiteY810" fmla="*/ 479870 h 1720299"/>
              <a:gd name="connsiteX811" fmla="*/ 114173 w 1878763"/>
              <a:gd name="connsiteY811" fmla="*/ 479870 h 1720299"/>
              <a:gd name="connsiteX812" fmla="*/ 0 w 1878763"/>
              <a:gd name="connsiteY812" fmla="*/ 452438 h 1720299"/>
              <a:gd name="connsiteX813" fmla="*/ 27432 w 1878763"/>
              <a:gd name="connsiteY813" fmla="*/ 452438 h 1720299"/>
              <a:gd name="connsiteX814" fmla="*/ 27432 w 1878763"/>
              <a:gd name="connsiteY814" fmla="*/ 479870 h 1720299"/>
              <a:gd name="connsiteX815" fmla="*/ 0 w 1878763"/>
              <a:gd name="connsiteY815" fmla="*/ 479870 h 1720299"/>
              <a:gd name="connsiteX816" fmla="*/ 1851331 w 1878763"/>
              <a:gd name="connsiteY816" fmla="*/ 337344 h 1720299"/>
              <a:gd name="connsiteX817" fmla="*/ 1878763 w 1878763"/>
              <a:gd name="connsiteY817" fmla="*/ 337344 h 1720299"/>
              <a:gd name="connsiteX818" fmla="*/ 1878763 w 1878763"/>
              <a:gd name="connsiteY818" fmla="*/ 364776 h 1720299"/>
              <a:gd name="connsiteX819" fmla="*/ 1851331 w 1878763"/>
              <a:gd name="connsiteY819" fmla="*/ 364776 h 1720299"/>
              <a:gd name="connsiteX820" fmla="*/ 1737031 w 1878763"/>
              <a:gd name="connsiteY820" fmla="*/ 337344 h 1720299"/>
              <a:gd name="connsiteX821" fmla="*/ 1764463 w 1878763"/>
              <a:gd name="connsiteY821" fmla="*/ 337344 h 1720299"/>
              <a:gd name="connsiteX822" fmla="*/ 1764463 w 1878763"/>
              <a:gd name="connsiteY822" fmla="*/ 364776 h 1720299"/>
              <a:gd name="connsiteX823" fmla="*/ 1737031 w 1878763"/>
              <a:gd name="connsiteY823" fmla="*/ 364776 h 1720299"/>
              <a:gd name="connsiteX824" fmla="*/ 1625112 w 1878763"/>
              <a:gd name="connsiteY824" fmla="*/ 337344 h 1720299"/>
              <a:gd name="connsiteX825" fmla="*/ 1652544 w 1878763"/>
              <a:gd name="connsiteY825" fmla="*/ 337344 h 1720299"/>
              <a:gd name="connsiteX826" fmla="*/ 1652544 w 1878763"/>
              <a:gd name="connsiteY826" fmla="*/ 364776 h 1720299"/>
              <a:gd name="connsiteX827" fmla="*/ 1625112 w 1878763"/>
              <a:gd name="connsiteY827" fmla="*/ 364776 h 1720299"/>
              <a:gd name="connsiteX828" fmla="*/ 1510812 w 1878763"/>
              <a:gd name="connsiteY828" fmla="*/ 337344 h 1720299"/>
              <a:gd name="connsiteX829" fmla="*/ 1538244 w 1878763"/>
              <a:gd name="connsiteY829" fmla="*/ 337344 h 1720299"/>
              <a:gd name="connsiteX830" fmla="*/ 1538244 w 1878763"/>
              <a:gd name="connsiteY830" fmla="*/ 364776 h 1720299"/>
              <a:gd name="connsiteX831" fmla="*/ 1510812 w 1878763"/>
              <a:gd name="connsiteY831" fmla="*/ 364776 h 1720299"/>
              <a:gd name="connsiteX832" fmla="*/ 1394702 w 1878763"/>
              <a:gd name="connsiteY832" fmla="*/ 337344 h 1720299"/>
              <a:gd name="connsiteX833" fmla="*/ 1422134 w 1878763"/>
              <a:gd name="connsiteY833" fmla="*/ 337344 h 1720299"/>
              <a:gd name="connsiteX834" fmla="*/ 1422134 w 1878763"/>
              <a:gd name="connsiteY834" fmla="*/ 364776 h 1720299"/>
              <a:gd name="connsiteX835" fmla="*/ 1394702 w 1878763"/>
              <a:gd name="connsiteY835" fmla="*/ 364776 h 1720299"/>
              <a:gd name="connsiteX836" fmla="*/ 1278592 w 1878763"/>
              <a:gd name="connsiteY836" fmla="*/ 337344 h 1720299"/>
              <a:gd name="connsiteX837" fmla="*/ 1306024 w 1878763"/>
              <a:gd name="connsiteY837" fmla="*/ 337344 h 1720299"/>
              <a:gd name="connsiteX838" fmla="*/ 1306024 w 1878763"/>
              <a:gd name="connsiteY838" fmla="*/ 364776 h 1720299"/>
              <a:gd name="connsiteX839" fmla="*/ 1278592 w 1878763"/>
              <a:gd name="connsiteY839" fmla="*/ 364776 h 1720299"/>
              <a:gd name="connsiteX840" fmla="*/ 1162482 w 1878763"/>
              <a:gd name="connsiteY840" fmla="*/ 337344 h 1720299"/>
              <a:gd name="connsiteX841" fmla="*/ 1189914 w 1878763"/>
              <a:gd name="connsiteY841" fmla="*/ 337344 h 1720299"/>
              <a:gd name="connsiteX842" fmla="*/ 1189914 w 1878763"/>
              <a:gd name="connsiteY842" fmla="*/ 364776 h 1720299"/>
              <a:gd name="connsiteX843" fmla="*/ 1162482 w 1878763"/>
              <a:gd name="connsiteY843" fmla="*/ 364776 h 1720299"/>
              <a:gd name="connsiteX844" fmla="*/ 1042307 w 1878763"/>
              <a:gd name="connsiteY844" fmla="*/ 337344 h 1720299"/>
              <a:gd name="connsiteX845" fmla="*/ 1069739 w 1878763"/>
              <a:gd name="connsiteY845" fmla="*/ 337344 h 1720299"/>
              <a:gd name="connsiteX846" fmla="*/ 1069739 w 1878763"/>
              <a:gd name="connsiteY846" fmla="*/ 364776 h 1720299"/>
              <a:gd name="connsiteX847" fmla="*/ 1042307 w 1878763"/>
              <a:gd name="connsiteY847" fmla="*/ 364776 h 1720299"/>
              <a:gd name="connsiteX848" fmla="*/ 926798 w 1878763"/>
              <a:gd name="connsiteY848" fmla="*/ 337344 h 1720299"/>
              <a:gd name="connsiteX849" fmla="*/ 954230 w 1878763"/>
              <a:gd name="connsiteY849" fmla="*/ 337344 h 1720299"/>
              <a:gd name="connsiteX850" fmla="*/ 954230 w 1878763"/>
              <a:gd name="connsiteY850" fmla="*/ 364776 h 1720299"/>
              <a:gd name="connsiteX851" fmla="*/ 926798 w 1878763"/>
              <a:gd name="connsiteY851" fmla="*/ 364776 h 1720299"/>
              <a:gd name="connsiteX852" fmla="*/ 812625 w 1878763"/>
              <a:gd name="connsiteY852" fmla="*/ 337344 h 1720299"/>
              <a:gd name="connsiteX853" fmla="*/ 840057 w 1878763"/>
              <a:gd name="connsiteY853" fmla="*/ 337344 h 1720299"/>
              <a:gd name="connsiteX854" fmla="*/ 840057 w 1878763"/>
              <a:gd name="connsiteY854" fmla="*/ 364776 h 1720299"/>
              <a:gd name="connsiteX855" fmla="*/ 812625 w 1878763"/>
              <a:gd name="connsiteY855" fmla="*/ 364776 h 1720299"/>
              <a:gd name="connsiteX856" fmla="*/ 692450 w 1878763"/>
              <a:gd name="connsiteY856" fmla="*/ 337344 h 1720299"/>
              <a:gd name="connsiteX857" fmla="*/ 719882 w 1878763"/>
              <a:gd name="connsiteY857" fmla="*/ 337344 h 1720299"/>
              <a:gd name="connsiteX858" fmla="*/ 719882 w 1878763"/>
              <a:gd name="connsiteY858" fmla="*/ 364776 h 1720299"/>
              <a:gd name="connsiteX859" fmla="*/ 692450 w 1878763"/>
              <a:gd name="connsiteY859" fmla="*/ 364776 h 1720299"/>
              <a:gd name="connsiteX860" fmla="*/ 576340 w 1878763"/>
              <a:gd name="connsiteY860" fmla="*/ 337344 h 1720299"/>
              <a:gd name="connsiteX861" fmla="*/ 603772 w 1878763"/>
              <a:gd name="connsiteY861" fmla="*/ 337344 h 1720299"/>
              <a:gd name="connsiteX862" fmla="*/ 603772 w 1878763"/>
              <a:gd name="connsiteY862" fmla="*/ 364776 h 1720299"/>
              <a:gd name="connsiteX863" fmla="*/ 576340 w 1878763"/>
              <a:gd name="connsiteY863" fmla="*/ 364776 h 1720299"/>
              <a:gd name="connsiteX864" fmla="*/ 456165 w 1878763"/>
              <a:gd name="connsiteY864" fmla="*/ 337344 h 1720299"/>
              <a:gd name="connsiteX865" fmla="*/ 483597 w 1878763"/>
              <a:gd name="connsiteY865" fmla="*/ 337344 h 1720299"/>
              <a:gd name="connsiteX866" fmla="*/ 483597 w 1878763"/>
              <a:gd name="connsiteY866" fmla="*/ 364776 h 1720299"/>
              <a:gd name="connsiteX867" fmla="*/ 456165 w 1878763"/>
              <a:gd name="connsiteY867" fmla="*/ 364776 h 1720299"/>
              <a:gd name="connsiteX868" fmla="*/ 340656 w 1878763"/>
              <a:gd name="connsiteY868" fmla="*/ 337344 h 1720299"/>
              <a:gd name="connsiteX869" fmla="*/ 368088 w 1878763"/>
              <a:gd name="connsiteY869" fmla="*/ 337344 h 1720299"/>
              <a:gd name="connsiteX870" fmla="*/ 368088 w 1878763"/>
              <a:gd name="connsiteY870" fmla="*/ 364776 h 1720299"/>
              <a:gd name="connsiteX871" fmla="*/ 340656 w 1878763"/>
              <a:gd name="connsiteY871" fmla="*/ 364776 h 1720299"/>
              <a:gd name="connsiteX872" fmla="*/ 226483 w 1878763"/>
              <a:gd name="connsiteY872" fmla="*/ 337344 h 1720299"/>
              <a:gd name="connsiteX873" fmla="*/ 253915 w 1878763"/>
              <a:gd name="connsiteY873" fmla="*/ 337344 h 1720299"/>
              <a:gd name="connsiteX874" fmla="*/ 253915 w 1878763"/>
              <a:gd name="connsiteY874" fmla="*/ 364776 h 1720299"/>
              <a:gd name="connsiteX875" fmla="*/ 226483 w 1878763"/>
              <a:gd name="connsiteY875" fmla="*/ 364776 h 1720299"/>
              <a:gd name="connsiteX876" fmla="*/ 114173 w 1878763"/>
              <a:gd name="connsiteY876" fmla="*/ 337344 h 1720299"/>
              <a:gd name="connsiteX877" fmla="*/ 141605 w 1878763"/>
              <a:gd name="connsiteY877" fmla="*/ 337344 h 1720299"/>
              <a:gd name="connsiteX878" fmla="*/ 141605 w 1878763"/>
              <a:gd name="connsiteY878" fmla="*/ 364776 h 1720299"/>
              <a:gd name="connsiteX879" fmla="*/ 114173 w 1878763"/>
              <a:gd name="connsiteY879" fmla="*/ 364776 h 1720299"/>
              <a:gd name="connsiteX880" fmla="*/ 0 w 1878763"/>
              <a:gd name="connsiteY880" fmla="*/ 337344 h 1720299"/>
              <a:gd name="connsiteX881" fmla="*/ 27432 w 1878763"/>
              <a:gd name="connsiteY881" fmla="*/ 337344 h 1720299"/>
              <a:gd name="connsiteX882" fmla="*/ 27432 w 1878763"/>
              <a:gd name="connsiteY882" fmla="*/ 364776 h 1720299"/>
              <a:gd name="connsiteX883" fmla="*/ 0 w 1878763"/>
              <a:gd name="connsiteY883" fmla="*/ 364776 h 1720299"/>
              <a:gd name="connsiteX884" fmla="*/ 1851331 w 1878763"/>
              <a:gd name="connsiteY884" fmla="*/ 223837 h 1720299"/>
              <a:gd name="connsiteX885" fmla="*/ 1878763 w 1878763"/>
              <a:gd name="connsiteY885" fmla="*/ 223837 h 1720299"/>
              <a:gd name="connsiteX886" fmla="*/ 1878763 w 1878763"/>
              <a:gd name="connsiteY886" fmla="*/ 251269 h 1720299"/>
              <a:gd name="connsiteX887" fmla="*/ 1851331 w 1878763"/>
              <a:gd name="connsiteY887" fmla="*/ 251269 h 1720299"/>
              <a:gd name="connsiteX888" fmla="*/ 1737031 w 1878763"/>
              <a:gd name="connsiteY888" fmla="*/ 223837 h 1720299"/>
              <a:gd name="connsiteX889" fmla="*/ 1764463 w 1878763"/>
              <a:gd name="connsiteY889" fmla="*/ 223837 h 1720299"/>
              <a:gd name="connsiteX890" fmla="*/ 1764463 w 1878763"/>
              <a:gd name="connsiteY890" fmla="*/ 251269 h 1720299"/>
              <a:gd name="connsiteX891" fmla="*/ 1737031 w 1878763"/>
              <a:gd name="connsiteY891" fmla="*/ 251269 h 1720299"/>
              <a:gd name="connsiteX892" fmla="*/ 1625112 w 1878763"/>
              <a:gd name="connsiteY892" fmla="*/ 223837 h 1720299"/>
              <a:gd name="connsiteX893" fmla="*/ 1652544 w 1878763"/>
              <a:gd name="connsiteY893" fmla="*/ 223837 h 1720299"/>
              <a:gd name="connsiteX894" fmla="*/ 1652544 w 1878763"/>
              <a:gd name="connsiteY894" fmla="*/ 251269 h 1720299"/>
              <a:gd name="connsiteX895" fmla="*/ 1625112 w 1878763"/>
              <a:gd name="connsiteY895" fmla="*/ 251269 h 1720299"/>
              <a:gd name="connsiteX896" fmla="*/ 1510812 w 1878763"/>
              <a:gd name="connsiteY896" fmla="*/ 223837 h 1720299"/>
              <a:gd name="connsiteX897" fmla="*/ 1538244 w 1878763"/>
              <a:gd name="connsiteY897" fmla="*/ 223837 h 1720299"/>
              <a:gd name="connsiteX898" fmla="*/ 1538244 w 1878763"/>
              <a:gd name="connsiteY898" fmla="*/ 251269 h 1720299"/>
              <a:gd name="connsiteX899" fmla="*/ 1510812 w 1878763"/>
              <a:gd name="connsiteY899" fmla="*/ 251269 h 1720299"/>
              <a:gd name="connsiteX900" fmla="*/ 1394702 w 1878763"/>
              <a:gd name="connsiteY900" fmla="*/ 223837 h 1720299"/>
              <a:gd name="connsiteX901" fmla="*/ 1422134 w 1878763"/>
              <a:gd name="connsiteY901" fmla="*/ 223837 h 1720299"/>
              <a:gd name="connsiteX902" fmla="*/ 1422134 w 1878763"/>
              <a:gd name="connsiteY902" fmla="*/ 251269 h 1720299"/>
              <a:gd name="connsiteX903" fmla="*/ 1394702 w 1878763"/>
              <a:gd name="connsiteY903" fmla="*/ 251269 h 1720299"/>
              <a:gd name="connsiteX904" fmla="*/ 1278592 w 1878763"/>
              <a:gd name="connsiteY904" fmla="*/ 223837 h 1720299"/>
              <a:gd name="connsiteX905" fmla="*/ 1306024 w 1878763"/>
              <a:gd name="connsiteY905" fmla="*/ 223837 h 1720299"/>
              <a:gd name="connsiteX906" fmla="*/ 1306024 w 1878763"/>
              <a:gd name="connsiteY906" fmla="*/ 251269 h 1720299"/>
              <a:gd name="connsiteX907" fmla="*/ 1278592 w 1878763"/>
              <a:gd name="connsiteY907" fmla="*/ 251269 h 1720299"/>
              <a:gd name="connsiteX908" fmla="*/ 1162482 w 1878763"/>
              <a:gd name="connsiteY908" fmla="*/ 223837 h 1720299"/>
              <a:gd name="connsiteX909" fmla="*/ 1189914 w 1878763"/>
              <a:gd name="connsiteY909" fmla="*/ 223837 h 1720299"/>
              <a:gd name="connsiteX910" fmla="*/ 1189914 w 1878763"/>
              <a:gd name="connsiteY910" fmla="*/ 251269 h 1720299"/>
              <a:gd name="connsiteX911" fmla="*/ 1162482 w 1878763"/>
              <a:gd name="connsiteY911" fmla="*/ 251269 h 1720299"/>
              <a:gd name="connsiteX912" fmla="*/ 1042307 w 1878763"/>
              <a:gd name="connsiteY912" fmla="*/ 223837 h 1720299"/>
              <a:gd name="connsiteX913" fmla="*/ 1069739 w 1878763"/>
              <a:gd name="connsiteY913" fmla="*/ 223837 h 1720299"/>
              <a:gd name="connsiteX914" fmla="*/ 1069739 w 1878763"/>
              <a:gd name="connsiteY914" fmla="*/ 251269 h 1720299"/>
              <a:gd name="connsiteX915" fmla="*/ 1042307 w 1878763"/>
              <a:gd name="connsiteY915" fmla="*/ 251269 h 1720299"/>
              <a:gd name="connsiteX916" fmla="*/ 926798 w 1878763"/>
              <a:gd name="connsiteY916" fmla="*/ 223837 h 1720299"/>
              <a:gd name="connsiteX917" fmla="*/ 954230 w 1878763"/>
              <a:gd name="connsiteY917" fmla="*/ 223837 h 1720299"/>
              <a:gd name="connsiteX918" fmla="*/ 954230 w 1878763"/>
              <a:gd name="connsiteY918" fmla="*/ 251269 h 1720299"/>
              <a:gd name="connsiteX919" fmla="*/ 926798 w 1878763"/>
              <a:gd name="connsiteY919" fmla="*/ 251269 h 1720299"/>
              <a:gd name="connsiteX920" fmla="*/ 812625 w 1878763"/>
              <a:gd name="connsiteY920" fmla="*/ 223837 h 1720299"/>
              <a:gd name="connsiteX921" fmla="*/ 840057 w 1878763"/>
              <a:gd name="connsiteY921" fmla="*/ 223837 h 1720299"/>
              <a:gd name="connsiteX922" fmla="*/ 840057 w 1878763"/>
              <a:gd name="connsiteY922" fmla="*/ 251269 h 1720299"/>
              <a:gd name="connsiteX923" fmla="*/ 812625 w 1878763"/>
              <a:gd name="connsiteY923" fmla="*/ 251269 h 1720299"/>
              <a:gd name="connsiteX924" fmla="*/ 692450 w 1878763"/>
              <a:gd name="connsiteY924" fmla="*/ 223837 h 1720299"/>
              <a:gd name="connsiteX925" fmla="*/ 719882 w 1878763"/>
              <a:gd name="connsiteY925" fmla="*/ 223837 h 1720299"/>
              <a:gd name="connsiteX926" fmla="*/ 719882 w 1878763"/>
              <a:gd name="connsiteY926" fmla="*/ 251269 h 1720299"/>
              <a:gd name="connsiteX927" fmla="*/ 692450 w 1878763"/>
              <a:gd name="connsiteY927" fmla="*/ 251269 h 1720299"/>
              <a:gd name="connsiteX928" fmla="*/ 576340 w 1878763"/>
              <a:gd name="connsiteY928" fmla="*/ 223837 h 1720299"/>
              <a:gd name="connsiteX929" fmla="*/ 603772 w 1878763"/>
              <a:gd name="connsiteY929" fmla="*/ 223837 h 1720299"/>
              <a:gd name="connsiteX930" fmla="*/ 603772 w 1878763"/>
              <a:gd name="connsiteY930" fmla="*/ 251269 h 1720299"/>
              <a:gd name="connsiteX931" fmla="*/ 576340 w 1878763"/>
              <a:gd name="connsiteY931" fmla="*/ 251269 h 1720299"/>
              <a:gd name="connsiteX932" fmla="*/ 456165 w 1878763"/>
              <a:gd name="connsiteY932" fmla="*/ 223837 h 1720299"/>
              <a:gd name="connsiteX933" fmla="*/ 483597 w 1878763"/>
              <a:gd name="connsiteY933" fmla="*/ 223837 h 1720299"/>
              <a:gd name="connsiteX934" fmla="*/ 483597 w 1878763"/>
              <a:gd name="connsiteY934" fmla="*/ 251269 h 1720299"/>
              <a:gd name="connsiteX935" fmla="*/ 456165 w 1878763"/>
              <a:gd name="connsiteY935" fmla="*/ 251269 h 1720299"/>
              <a:gd name="connsiteX936" fmla="*/ 340656 w 1878763"/>
              <a:gd name="connsiteY936" fmla="*/ 223837 h 1720299"/>
              <a:gd name="connsiteX937" fmla="*/ 368088 w 1878763"/>
              <a:gd name="connsiteY937" fmla="*/ 223837 h 1720299"/>
              <a:gd name="connsiteX938" fmla="*/ 368088 w 1878763"/>
              <a:gd name="connsiteY938" fmla="*/ 251269 h 1720299"/>
              <a:gd name="connsiteX939" fmla="*/ 340656 w 1878763"/>
              <a:gd name="connsiteY939" fmla="*/ 251269 h 1720299"/>
              <a:gd name="connsiteX940" fmla="*/ 226483 w 1878763"/>
              <a:gd name="connsiteY940" fmla="*/ 223837 h 1720299"/>
              <a:gd name="connsiteX941" fmla="*/ 253915 w 1878763"/>
              <a:gd name="connsiteY941" fmla="*/ 223837 h 1720299"/>
              <a:gd name="connsiteX942" fmla="*/ 253915 w 1878763"/>
              <a:gd name="connsiteY942" fmla="*/ 251269 h 1720299"/>
              <a:gd name="connsiteX943" fmla="*/ 226483 w 1878763"/>
              <a:gd name="connsiteY943" fmla="*/ 251269 h 1720299"/>
              <a:gd name="connsiteX944" fmla="*/ 114173 w 1878763"/>
              <a:gd name="connsiteY944" fmla="*/ 223837 h 1720299"/>
              <a:gd name="connsiteX945" fmla="*/ 141605 w 1878763"/>
              <a:gd name="connsiteY945" fmla="*/ 223837 h 1720299"/>
              <a:gd name="connsiteX946" fmla="*/ 141605 w 1878763"/>
              <a:gd name="connsiteY946" fmla="*/ 251269 h 1720299"/>
              <a:gd name="connsiteX947" fmla="*/ 114173 w 1878763"/>
              <a:gd name="connsiteY947" fmla="*/ 251269 h 1720299"/>
              <a:gd name="connsiteX948" fmla="*/ 0 w 1878763"/>
              <a:gd name="connsiteY948" fmla="*/ 223837 h 1720299"/>
              <a:gd name="connsiteX949" fmla="*/ 27432 w 1878763"/>
              <a:gd name="connsiteY949" fmla="*/ 223837 h 1720299"/>
              <a:gd name="connsiteX950" fmla="*/ 27432 w 1878763"/>
              <a:gd name="connsiteY950" fmla="*/ 251269 h 1720299"/>
              <a:gd name="connsiteX951" fmla="*/ 0 w 1878763"/>
              <a:gd name="connsiteY951" fmla="*/ 251269 h 1720299"/>
              <a:gd name="connsiteX952" fmla="*/ 1851331 w 1878763"/>
              <a:gd name="connsiteY952" fmla="*/ 113507 h 1720299"/>
              <a:gd name="connsiteX953" fmla="*/ 1878763 w 1878763"/>
              <a:gd name="connsiteY953" fmla="*/ 113507 h 1720299"/>
              <a:gd name="connsiteX954" fmla="*/ 1878763 w 1878763"/>
              <a:gd name="connsiteY954" fmla="*/ 140939 h 1720299"/>
              <a:gd name="connsiteX955" fmla="*/ 1851331 w 1878763"/>
              <a:gd name="connsiteY955" fmla="*/ 140939 h 1720299"/>
              <a:gd name="connsiteX956" fmla="*/ 1737031 w 1878763"/>
              <a:gd name="connsiteY956" fmla="*/ 113507 h 1720299"/>
              <a:gd name="connsiteX957" fmla="*/ 1764463 w 1878763"/>
              <a:gd name="connsiteY957" fmla="*/ 113507 h 1720299"/>
              <a:gd name="connsiteX958" fmla="*/ 1764463 w 1878763"/>
              <a:gd name="connsiteY958" fmla="*/ 140939 h 1720299"/>
              <a:gd name="connsiteX959" fmla="*/ 1737031 w 1878763"/>
              <a:gd name="connsiteY959" fmla="*/ 140939 h 1720299"/>
              <a:gd name="connsiteX960" fmla="*/ 1625112 w 1878763"/>
              <a:gd name="connsiteY960" fmla="*/ 113507 h 1720299"/>
              <a:gd name="connsiteX961" fmla="*/ 1652544 w 1878763"/>
              <a:gd name="connsiteY961" fmla="*/ 113507 h 1720299"/>
              <a:gd name="connsiteX962" fmla="*/ 1652544 w 1878763"/>
              <a:gd name="connsiteY962" fmla="*/ 140939 h 1720299"/>
              <a:gd name="connsiteX963" fmla="*/ 1625112 w 1878763"/>
              <a:gd name="connsiteY963" fmla="*/ 140939 h 1720299"/>
              <a:gd name="connsiteX964" fmla="*/ 1510812 w 1878763"/>
              <a:gd name="connsiteY964" fmla="*/ 113507 h 1720299"/>
              <a:gd name="connsiteX965" fmla="*/ 1538244 w 1878763"/>
              <a:gd name="connsiteY965" fmla="*/ 113507 h 1720299"/>
              <a:gd name="connsiteX966" fmla="*/ 1538244 w 1878763"/>
              <a:gd name="connsiteY966" fmla="*/ 140939 h 1720299"/>
              <a:gd name="connsiteX967" fmla="*/ 1510812 w 1878763"/>
              <a:gd name="connsiteY967" fmla="*/ 140939 h 1720299"/>
              <a:gd name="connsiteX968" fmla="*/ 1394702 w 1878763"/>
              <a:gd name="connsiteY968" fmla="*/ 113507 h 1720299"/>
              <a:gd name="connsiteX969" fmla="*/ 1422134 w 1878763"/>
              <a:gd name="connsiteY969" fmla="*/ 113507 h 1720299"/>
              <a:gd name="connsiteX970" fmla="*/ 1422134 w 1878763"/>
              <a:gd name="connsiteY970" fmla="*/ 140939 h 1720299"/>
              <a:gd name="connsiteX971" fmla="*/ 1394702 w 1878763"/>
              <a:gd name="connsiteY971" fmla="*/ 140939 h 1720299"/>
              <a:gd name="connsiteX972" fmla="*/ 1278592 w 1878763"/>
              <a:gd name="connsiteY972" fmla="*/ 113507 h 1720299"/>
              <a:gd name="connsiteX973" fmla="*/ 1306024 w 1878763"/>
              <a:gd name="connsiteY973" fmla="*/ 113507 h 1720299"/>
              <a:gd name="connsiteX974" fmla="*/ 1306024 w 1878763"/>
              <a:gd name="connsiteY974" fmla="*/ 140939 h 1720299"/>
              <a:gd name="connsiteX975" fmla="*/ 1278592 w 1878763"/>
              <a:gd name="connsiteY975" fmla="*/ 140939 h 1720299"/>
              <a:gd name="connsiteX976" fmla="*/ 1162482 w 1878763"/>
              <a:gd name="connsiteY976" fmla="*/ 113507 h 1720299"/>
              <a:gd name="connsiteX977" fmla="*/ 1189914 w 1878763"/>
              <a:gd name="connsiteY977" fmla="*/ 113507 h 1720299"/>
              <a:gd name="connsiteX978" fmla="*/ 1189914 w 1878763"/>
              <a:gd name="connsiteY978" fmla="*/ 140939 h 1720299"/>
              <a:gd name="connsiteX979" fmla="*/ 1162482 w 1878763"/>
              <a:gd name="connsiteY979" fmla="*/ 140939 h 1720299"/>
              <a:gd name="connsiteX980" fmla="*/ 1042307 w 1878763"/>
              <a:gd name="connsiteY980" fmla="*/ 113507 h 1720299"/>
              <a:gd name="connsiteX981" fmla="*/ 1069739 w 1878763"/>
              <a:gd name="connsiteY981" fmla="*/ 113507 h 1720299"/>
              <a:gd name="connsiteX982" fmla="*/ 1069739 w 1878763"/>
              <a:gd name="connsiteY982" fmla="*/ 140939 h 1720299"/>
              <a:gd name="connsiteX983" fmla="*/ 1042307 w 1878763"/>
              <a:gd name="connsiteY983" fmla="*/ 140939 h 1720299"/>
              <a:gd name="connsiteX984" fmla="*/ 926798 w 1878763"/>
              <a:gd name="connsiteY984" fmla="*/ 113507 h 1720299"/>
              <a:gd name="connsiteX985" fmla="*/ 954230 w 1878763"/>
              <a:gd name="connsiteY985" fmla="*/ 113507 h 1720299"/>
              <a:gd name="connsiteX986" fmla="*/ 954230 w 1878763"/>
              <a:gd name="connsiteY986" fmla="*/ 140939 h 1720299"/>
              <a:gd name="connsiteX987" fmla="*/ 926798 w 1878763"/>
              <a:gd name="connsiteY987" fmla="*/ 140939 h 1720299"/>
              <a:gd name="connsiteX988" fmla="*/ 812625 w 1878763"/>
              <a:gd name="connsiteY988" fmla="*/ 113507 h 1720299"/>
              <a:gd name="connsiteX989" fmla="*/ 840057 w 1878763"/>
              <a:gd name="connsiteY989" fmla="*/ 113507 h 1720299"/>
              <a:gd name="connsiteX990" fmla="*/ 840057 w 1878763"/>
              <a:gd name="connsiteY990" fmla="*/ 140939 h 1720299"/>
              <a:gd name="connsiteX991" fmla="*/ 812625 w 1878763"/>
              <a:gd name="connsiteY991" fmla="*/ 140939 h 1720299"/>
              <a:gd name="connsiteX992" fmla="*/ 692450 w 1878763"/>
              <a:gd name="connsiteY992" fmla="*/ 113507 h 1720299"/>
              <a:gd name="connsiteX993" fmla="*/ 719882 w 1878763"/>
              <a:gd name="connsiteY993" fmla="*/ 113507 h 1720299"/>
              <a:gd name="connsiteX994" fmla="*/ 719882 w 1878763"/>
              <a:gd name="connsiteY994" fmla="*/ 140939 h 1720299"/>
              <a:gd name="connsiteX995" fmla="*/ 692450 w 1878763"/>
              <a:gd name="connsiteY995" fmla="*/ 140939 h 1720299"/>
              <a:gd name="connsiteX996" fmla="*/ 576340 w 1878763"/>
              <a:gd name="connsiteY996" fmla="*/ 113507 h 1720299"/>
              <a:gd name="connsiteX997" fmla="*/ 603772 w 1878763"/>
              <a:gd name="connsiteY997" fmla="*/ 113507 h 1720299"/>
              <a:gd name="connsiteX998" fmla="*/ 603772 w 1878763"/>
              <a:gd name="connsiteY998" fmla="*/ 140939 h 1720299"/>
              <a:gd name="connsiteX999" fmla="*/ 576340 w 1878763"/>
              <a:gd name="connsiteY999" fmla="*/ 140939 h 1720299"/>
              <a:gd name="connsiteX1000" fmla="*/ 456165 w 1878763"/>
              <a:gd name="connsiteY1000" fmla="*/ 113507 h 1720299"/>
              <a:gd name="connsiteX1001" fmla="*/ 483597 w 1878763"/>
              <a:gd name="connsiteY1001" fmla="*/ 113507 h 1720299"/>
              <a:gd name="connsiteX1002" fmla="*/ 483597 w 1878763"/>
              <a:gd name="connsiteY1002" fmla="*/ 140939 h 1720299"/>
              <a:gd name="connsiteX1003" fmla="*/ 456165 w 1878763"/>
              <a:gd name="connsiteY1003" fmla="*/ 140939 h 1720299"/>
              <a:gd name="connsiteX1004" fmla="*/ 340656 w 1878763"/>
              <a:gd name="connsiteY1004" fmla="*/ 113507 h 1720299"/>
              <a:gd name="connsiteX1005" fmla="*/ 368088 w 1878763"/>
              <a:gd name="connsiteY1005" fmla="*/ 113507 h 1720299"/>
              <a:gd name="connsiteX1006" fmla="*/ 368088 w 1878763"/>
              <a:gd name="connsiteY1006" fmla="*/ 140939 h 1720299"/>
              <a:gd name="connsiteX1007" fmla="*/ 340656 w 1878763"/>
              <a:gd name="connsiteY1007" fmla="*/ 140939 h 1720299"/>
              <a:gd name="connsiteX1008" fmla="*/ 226483 w 1878763"/>
              <a:gd name="connsiteY1008" fmla="*/ 113507 h 1720299"/>
              <a:gd name="connsiteX1009" fmla="*/ 253915 w 1878763"/>
              <a:gd name="connsiteY1009" fmla="*/ 113507 h 1720299"/>
              <a:gd name="connsiteX1010" fmla="*/ 253915 w 1878763"/>
              <a:gd name="connsiteY1010" fmla="*/ 140939 h 1720299"/>
              <a:gd name="connsiteX1011" fmla="*/ 226483 w 1878763"/>
              <a:gd name="connsiteY1011" fmla="*/ 140939 h 1720299"/>
              <a:gd name="connsiteX1012" fmla="*/ 114173 w 1878763"/>
              <a:gd name="connsiteY1012" fmla="*/ 113507 h 1720299"/>
              <a:gd name="connsiteX1013" fmla="*/ 141605 w 1878763"/>
              <a:gd name="connsiteY1013" fmla="*/ 113507 h 1720299"/>
              <a:gd name="connsiteX1014" fmla="*/ 141605 w 1878763"/>
              <a:gd name="connsiteY1014" fmla="*/ 140939 h 1720299"/>
              <a:gd name="connsiteX1015" fmla="*/ 114173 w 1878763"/>
              <a:gd name="connsiteY1015" fmla="*/ 140939 h 1720299"/>
              <a:gd name="connsiteX1016" fmla="*/ 0 w 1878763"/>
              <a:gd name="connsiteY1016" fmla="*/ 113507 h 1720299"/>
              <a:gd name="connsiteX1017" fmla="*/ 27432 w 1878763"/>
              <a:gd name="connsiteY1017" fmla="*/ 113507 h 1720299"/>
              <a:gd name="connsiteX1018" fmla="*/ 27432 w 1878763"/>
              <a:gd name="connsiteY1018" fmla="*/ 140939 h 1720299"/>
              <a:gd name="connsiteX1019" fmla="*/ 0 w 1878763"/>
              <a:gd name="connsiteY1019" fmla="*/ 140939 h 1720299"/>
              <a:gd name="connsiteX1020" fmla="*/ 1851331 w 1878763"/>
              <a:gd name="connsiteY1020" fmla="*/ 0 h 1720299"/>
              <a:gd name="connsiteX1021" fmla="*/ 1878763 w 1878763"/>
              <a:gd name="connsiteY1021" fmla="*/ 0 h 1720299"/>
              <a:gd name="connsiteX1022" fmla="*/ 1878763 w 1878763"/>
              <a:gd name="connsiteY1022" fmla="*/ 27432 h 1720299"/>
              <a:gd name="connsiteX1023" fmla="*/ 1851331 w 1878763"/>
              <a:gd name="connsiteY1023" fmla="*/ 27432 h 1720299"/>
              <a:gd name="connsiteX1024" fmla="*/ 1737031 w 1878763"/>
              <a:gd name="connsiteY1024" fmla="*/ 0 h 1720299"/>
              <a:gd name="connsiteX1025" fmla="*/ 1764463 w 1878763"/>
              <a:gd name="connsiteY1025" fmla="*/ 0 h 1720299"/>
              <a:gd name="connsiteX1026" fmla="*/ 1764463 w 1878763"/>
              <a:gd name="connsiteY1026" fmla="*/ 27432 h 1720299"/>
              <a:gd name="connsiteX1027" fmla="*/ 1737031 w 1878763"/>
              <a:gd name="connsiteY1027" fmla="*/ 27432 h 1720299"/>
              <a:gd name="connsiteX1028" fmla="*/ 1625112 w 1878763"/>
              <a:gd name="connsiteY1028" fmla="*/ 0 h 1720299"/>
              <a:gd name="connsiteX1029" fmla="*/ 1652544 w 1878763"/>
              <a:gd name="connsiteY1029" fmla="*/ 0 h 1720299"/>
              <a:gd name="connsiteX1030" fmla="*/ 1652544 w 1878763"/>
              <a:gd name="connsiteY1030" fmla="*/ 27432 h 1720299"/>
              <a:gd name="connsiteX1031" fmla="*/ 1625112 w 1878763"/>
              <a:gd name="connsiteY1031" fmla="*/ 27432 h 1720299"/>
              <a:gd name="connsiteX1032" fmla="*/ 1510812 w 1878763"/>
              <a:gd name="connsiteY1032" fmla="*/ 0 h 1720299"/>
              <a:gd name="connsiteX1033" fmla="*/ 1538244 w 1878763"/>
              <a:gd name="connsiteY1033" fmla="*/ 0 h 1720299"/>
              <a:gd name="connsiteX1034" fmla="*/ 1538244 w 1878763"/>
              <a:gd name="connsiteY1034" fmla="*/ 27432 h 1720299"/>
              <a:gd name="connsiteX1035" fmla="*/ 1510812 w 1878763"/>
              <a:gd name="connsiteY1035" fmla="*/ 27432 h 1720299"/>
              <a:gd name="connsiteX1036" fmla="*/ 1394702 w 1878763"/>
              <a:gd name="connsiteY1036" fmla="*/ 0 h 1720299"/>
              <a:gd name="connsiteX1037" fmla="*/ 1422134 w 1878763"/>
              <a:gd name="connsiteY1037" fmla="*/ 0 h 1720299"/>
              <a:gd name="connsiteX1038" fmla="*/ 1422134 w 1878763"/>
              <a:gd name="connsiteY1038" fmla="*/ 27432 h 1720299"/>
              <a:gd name="connsiteX1039" fmla="*/ 1394702 w 1878763"/>
              <a:gd name="connsiteY1039" fmla="*/ 27432 h 1720299"/>
              <a:gd name="connsiteX1040" fmla="*/ 1278592 w 1878763"/>
              <a:gd name="connsiteY1040" fmla="*/ 0 h 1720299"/>
              <a:gd name="connsiteX1041" fmla="*/ 1306024 w 1878763"/>
              <a:gd name="connsiteY1041" fmla="*/ 0 h 1720299"/>
              <a:gd name="connsiteX1042" fmla="*/ 1306024 w 1878763"/>
              <a:gd name="connsiteY1042" fmla="*/ 27432 h 1720299"/>
              <a:gd name="connsiteX1043" fmla="*/ 1278592 w 1878763"/>
              <a:gd name="connsiteY1043" fmla="*/ 27432 h 1720299"/>
              <a:gd name="connsiteX1044" fmla="*/ 1162482 w 1878763"/>
              <a:gd name="connsiteY1044" fmla="*/ 0 h 1720299"/>
              <a:gd name="connsiteX1045" fmla="*/ 1189914 w 1878763"/>
              <a:gd name="connsiteY1045" fmla="*/ 0 h 1720299"/>
              <a:gd name="connsiteX1046" fmla="*/ 1189914 w 1878763"/>
              <a:gd name="connsiteY1046" fmla="*/ 27432 h 1720299"/>
              <a:gd name="connsiteX1047" fmla="*/ 1162482 w 1878763"/>
              <a:gd name="connsiteY1047" fmla="*/ 27432 h 1720299"/>
              <a:gd name="connsiteX1048" fmla="*/ 1042307 w 1878763"/>
              <a:gd name="connsiteY1048" fmla="*/ 0 h 1720299"/>
              <a:gd name="connsiteX1049" fmla="*/ 1069739 w 1878763"/>
              <a:gd name="connsiteY1049" fmla="*/ 0 h 1720299"/>
              <a:gd name="connsiteX1050" fmla="*/ 1069739 w 1878763"/>
              <a:gd name="connsiteY1050" fmla="*/ 27432 h 1720299"/>
              <a:gd name="connsiteX1051" fmla="*/ 1042307 w 1878763"/>
              <a:gd name="connsiteY1051" fmla="*/ 27432 h 1720299"/>
              <a:gd name="connsiteX1052" fmla="*/ 926798 w 1878763"/>
              <a:gd name="connsiteY1052" fmla="*/ 0 h 1720299"/>
              <a:gd name="connsiteX1053" fmla="*/ 954230 w 1878763"/>
              <a:gd name="connsiteY1053" fmla="*/ 0 h 1720299"/>
              <a:gd name="connsiteX1054" fmla="*/ 954230 w 1878763"/>
              <a:gd name="connsiteY1054" fmla="*/ 27432 h 1720299"/>
              <a:gd name="connsiteX1055" fmla="*/ 926798 w 1878763"/>
              <a:gd name="connsiteY1055" fmla="*/ 27432 h 1720299"/>
              <a:gd name="connsiteX1056" fmla="*/ 812625 w 1878763"/>
              <a:gd name="connsiteY1056" fmla="*/ 0 h 1720299"/>
              <a:gd name="connsiteX1057" fmla="*/ 840057 w 1878763"/>
              <a:gd name="connsiteY1057" fmla="*/ 0 h 1720299"/>
              <a:gd name="connsiteX1058" fmla="*/ 840057 w 1878763"/>
              <a:gd name="connsiteY1058" fmla="*/ 27432 h 1720299"/>
              <a:gd name="connsiteX1059" fmla="*/ 812625 w 1878763"/>
              <a:gd name="connsiteY1059" fmla="*/ 27432 h 1720299"/>
              <a:gd name="connsiteX1060" fmla="*/ 692450 w 1878763"/>
              <a:gd name="connsiteY1060" fmla="*/ 0 h 1720299"/>
              <a:gd name="connsiteX1061" fmla="*/ 719882 w 1878763"/>
              <a:gd name="connsiteY1061" fmla="*/ 0 h 1720299"/>
              <a:gd name="connsiteX1062" fmla="*/ 719882 w 1878763"/>
              <a:gd name="connsiteY1062" fmla="*/ 27432 h 1720299"/>
              <a:gd name="connsiteX1063" fmla="*/ 692450 w 1878763"/>
              <a:gd name="connsiteY1063" fmla="*/ 27432 h 1720299"/>
              <a:gd name="connsiteX1064" fmla="*/ 576340 w 1878763"/>
              <a:gd name="connsiteY1064" fmla="*/ 0 h 1720299"/>
              <a:gd name="connsiteX1065" fmla="*/ 603772 w 1878763"/>
              <a:gd name="connsiteY1065" fmla="*/ 0 h 1720299"/>
              <a:gd name="connsiteX1066" fmla="*/ 603772 w 1878763"/>
              <a:gd name="connsiteY1066" fmla="*/ 27432 h 1720299"/>
              <a:gd name="connsiteX1067" fmla="*/ 576340 w 1878763"/>
              <a:gd name="connsiteY1067" fmla="*/ 27432 h 1720299"/>
              <a:gd name="connsiteX1068" fmla="*/ 456165 w 1878763"/>
              <a:gd name="connsiteY1068" fmla="*/ 0 h 1720299"/>
              <a:gd name="connsiteX1069" fmla="*/ 483597 w 1878763"/>
              <a:gd name="connsiteY1069" fmla="*/ 0 h 1720299"/>
              <a:gd name="connsiteX1070" fmla="*/ 483597 w 1878763"/>
              <a:gd name="connsiteY1070" fmla="*/ 27432 h 1720299"/>
              <a:gd name="connsiteX1071" fmla="*/ 456165 w 1878763"/>
              <a:gd name="connsiteY1071" fmla="*/ 27432 h 1720299"/>
              <a:gd name="connsiteX1072" fmla="*/ 340656 w 1878763"/>
              <a:gd name="connsiteY1072" fmla="*/ 0 h 1720299"/>
              <a:gd name="connsiteX1073" fmla="*/ 368088 w 1878763"/>
              <a:gd name="connsiteY1073" fmla="*/ 0 h 1720299"/>
              <a:gd name="connsiteX1074" fmla="*/ 368088 w 1878763"/>
              <a:gd name="connsiteY1074" fmla="*/ 27432 h 1720299"/>
              <a:gd name="connsiteX1075" fmla="*/ 340656 w 1878763"/>
              <a:gd name="connsiteY1075" fmla="*/ 27432 h 1720299"/>
              <a:gd name="connsiteX1076" fmla="*/ 226483 w 1878763"/>
              <a:gd name="connsiteY1076" fmla="*/ 0 h 1720299"/>
              <a:gd name="connsiteX1077" fmla="*/ 253915 w 1878763"/>
              <a:gd name="connsiteY1077" fmla="*/ 0 h 1720299"/>
              <a:gd name="connsiteX1078" fmla="*/ 253915 w 1878763"/>
              <a:gd name="connsiteY1078" fmla="*/ 27432 h 1720299"/>
              <a:gd name="connsiteX1079" fmla="*/ 226483 w 1878763"/>
              <a:gd name="connsiteY1079" fmla="*/ 27432 h 1720299"/>
              <a:gd name="connsiteX1080" fmla="*/ 114173 w 1878763"/>
              <a:gd name="connsiteY1080" fmla="*/ 0 h 1720299"/>
              <a:gd name="connsiteX1081" fmla="*/ 141605 w 1878763"/>
              <a:gd name="connsiteY1081" fmla="*/ 0 h 1720299"/>
              <a:gd name="connsiteX1082" fmla="*/ 141605 w 1878763"/>
              <a:gd name="connsiteY1082" fmla="*/ 27432 h 1720299"/>
              <a:gd name="connsiteX1083" fmla="*/ 114173 w 1878763"/>
              <a:gd name="connsiteY1083" fmla="*/ 27432 h 1720299"/>
              <a:gd name="connsiteX1084" fmla="*/ 0 w 1878763"/>
              <a:gd name="connsiteY1084" fmla="*/ 0 h 1720299"/>
              <a:gd name="connsiteX1085" fmla="*/ 27432 w 1878763"/>
              <a:gd name="connsiteY1085" fmla="*/ 0 h 1720299"/>
              <a:gd name="connsiteX1086" fmla="*/ 27432 w 1878763"/>
              <a:gd name="connsiteY1086" fmla="*/ 27432 h 1720299"/>
              <a:gd name="connsiteX1087" fmla="*/ 0 w 1878763"/>
              <a:gd name="connsiteY1087" fmla="*/ 27432 h 1720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</a:cxnLst>
            <a:rect l="l" t="t" r="r" b="b"/>
            <a:pathLst>
              <a:path w="1878763" h="1720299">
                <a:moveTo>
                  <a:pt x="1851331" y="1692867"/>
                </a:moveTo>
                <a:lnTo>
                  <a:pt x="1878763" y="1692867"/>
                </a:lnTo>
                <a:lnTo>
                  <a:pt x="1878763" y="1720299"/>
                </a:lnTo>
                <a:lnTo>
                  <a:pt x="1851331" y="1720299"/>
                </a:lnTo>
                <a:close/>
                <a:moveTo>
                  <a:pt x="1737031" y="1692867"/>
                </a:moveTo>
                <a:lnTo>
                  <a:pt x="1764463" y="1692867"/>
                </a:lnTo>
                <a:lnTo>
                  <a:pt x="1764463" y="1720299"/>
                </a:lnTo>
                <a:lnTo>
                  <a:pt x="1737031" y="1720299"/>
                </a:lnTo>
                <a:close/>
                <a:moveTo>
                  <a:pt x="1625112" y="1692867"/>
                </a:moveTo>
                <a:lnTo>
                  <a:pt x="1652544" y="1692867"/>
                </a:lnTo>
                <a:lnTo>
                  <a:pt x="1652544" y="1720299"/>
                </a:lnTo>
                <a:lnTo>
                  <a:pt x="1625112" y="1720299"/>
                </a:lnTo>
                <a:close/>
                <a:moveTo>
                  <a:pt x="1510812" y="1692867"/>
                </a:moveTo>
                <a:lnTo>
                  <a:pt x="1538244" y="1692867"/>
                </a:lnTo>
                <a:lnTo>
                  <a:pt x="1538244" y="1720299"/>
                </a:lnTo>
                <a:lnTo>
                  <a:pt x="1510812" y="1720299"/>
                </a:lnTo>
                <a:close/>
                <a:moveTo>
                  <a:pt x="1394702" y="1692867"/>
                </a:moveTo>
                <a:lnTo>
                  <a:pt x="1422134" y="1692867"/>
                </a:lnTo>
                <a:lnTo>
                  <a:pt x="1422134" y="1720299"/>
                </a:lnTo>
                <a:lnTo>
                  <a:pt x="1394702" y="1720299"/>
                </a:lnTo>
                <a:close/>
                <a:moveTo>
                  <a:pt x="1278592" y="1692867"/>
                </a:moveTo>
                <a:lnTo>
                  <a:pt x="1306024" y="1692867"/>
                </a:lnTo>
                <a:lnTo>
                  <a:pt x="1306024" y="1720299"/>
                </a:lnTo>
                <a:lnTo>
                  <a:pt x="1278592" y="1720299"/>
                </a:lnTo>
                <a:close/>
                <a:moveTo>
                  <a:pt x="1162482" y="1692867"/>
                </a:moveTo>
                <a:lnTo>
                  <a:pt x="1189914" y="1692867"/>
                </a:lnTo>
                <a:lnTo>
                  <a:pt x="1189914" y="1720299"/>
                </a:lnTo>
                <a:lnTo>
                  <a:pt x="1162482" y="1720299"/>
                </a:lnTo>
                <a:close/>
                <a:moveTo>
                  <a:pt x="1042307" y="1692867"/>
                </a:moveTo>
                <a:lnTo>
                  <a:pt x="1069739" y="1692867"/>
                </a:lnTo>
                <a:lnTo>
                  <a:pt x="1069739" y="1720299"/>
                </a:lnTo>
                <a:lnTo>
                  <a:pt x="1042307" y="1720299"/>
                </a:lnTo>
                <a:close/>
                <a:moveTo>
                  <a:pt x="926798" y="1692867"/>
                </a:moveTo>
                <a:lnTo>
                  <a:pt x="954230" y="1692867"/>
                </a:lnTo>
                <a:lnTo>
                  <a:pt x="954230" y="1720299"/>
                </a:lnTo>
                <a:lnTo>
                  <a:pt x="926798" y="1720299"/>
                </a:lnTo>
                <a:close/>
                <a:moveTo>
                  <a:pt x="812625" y="1692867"/>
                </a:moveTo>
                <a:lnTo>
                  <a:pt x="840057" y="1692867"/>
                </a:lnTo>
                <a:lnTo>
                  <a:pt x="840057" y="1720299"/>
                </a:lnTo>
                <a:lnTo>
                  <a:pt x="812625" y="1720299"/>
                </a:lnTo>
                <a:close/>
                <a:moveTo>
                  <a:pt x="692450" y="1692867"/>
                </a:moveTo>
                <a:lnTo>
                  <a:pt x="719882" y="1692867"/>
                </a:lnTo>
                <a:lnTo>
                  <a:pt x="719882" y="1720299"/>
                </a:lnTo>
                <a:lnTo>
                  <a:pt x="692450" y="1720299"/>
                </a:lnTo>
                <a:close/>
                <a:moveTo>
                  <a:pt x="576340" y="1692867"/>
                </a:moveTo>
                <a:lnTo>
                  <a:pt x="603772" y="1692867"/>
                </a:lnTo>
                <a:lnTo>
                  <a:pt x="603772" y="1720299"/>
                </a:lnTo>
                <a:lnTo>
                  <a:pt x="576340" y="1720299"/>
                </a:lnTo>
                <a:close/>
                <a:moveTo>
                  <a:pt x="456165" y="1692867"/>
                </a:moveTo>
                <a:lnTo>
                  <a:pt x="483597" y="1692867"/>
                </a:lnTo>
                <a:lnTo>
                  <a:pt x="483597" y="1720299"/>
                </a:lnTo>
                <a:lnTo>
                  <a:pt x="456165" y="1720299"/>
                </a:lnTo>
                <a:close/>
                <a:moveTo>
                  <a:pt x="340656" y="1692867"/>
                </a:moveTo>
                <a:lnTo>
                  <a:pt x="368088" y="1692867"/>
                </a:lnTo>
                <a:lnTo>
                  <a:pt x="368088" y="1720299"/>
                </a:lnTo>
                <a:lnTo>
                  <a:pt x="340656" y="1720299"/>
                </a:lnTo>
                <a:close/>
                <a:moveTo>
                  <a:pt x="226483" y="1692867"/>
                </a:moveTo>
                <a:lnTo>
                  <a:pt x="253915" y="1692867"/>
                </a:lnTo>
                <a:lnTo>
                  <a:pt x="253915" y="1720299"/>
                </a:lnTo>
                <a:lnTo>
                  <a:pt x="226483" y="1720299"/>
                </a:lnTo>
                <a:close/>
                <a:moveTo>
                  <a:pt x="114173" y="1692867"/>
                </a:moveTo>
                <a:lnTo>
                  <a:pt x="141605" y="1692867"/>
                </a:lnTo>
                <a:lnTo>
                  <a:pt x="141605" y="1720299"/>
                </a:lnTo>
                <a:lnTo>
                  <a:pt x="114173" y="1720299"/>
                </a:lnTo>
                <a:close/>
                <a:moveTo>
                  <a:pt x="0" y="1692867"/>
                </a:moveTo>
                <a:lnTo>
                  <a:pt x="27432" y="1692867"/>
                </a:lnTo>
                <a:lnTo>
                  <a:pt x="27432" y="1720299"/>
                </a:lnTo>
                <a:lnTo>
                  <a:pt x="0" y="1720299"/>
                </a:lnTo>
                <a:close/>
                <a:moveTo>
                  <a:pt x="1851331" y="1579360"/>
                </a:moveTo>
                <a:lnTo>
                  <a:pt x="1878763" y="1579360"/>
                </a:lnTo>
                <a:lnTo>
                  <a:pt x="1878763" y="1606792"/>
                </a:lnTo>
                <a:lnTo>
                  <a:pt x="1851331" y="1606792"/>
                </a:lnTo>
                <a:close/>
                <a:moveTo>
                  <a:pt x="1737031" y="1579360"/>
                </a:moveTo>
                <a:lnTo>
                  <a:pt x="1764463" y="1579360"/>
                </a:lnTo>
                <a:lnTo>
                  <a:pt x="1764463" y="1606792"/>
                </a:lnTo>
                <a:lnTo>
                  <a:pt x="1737031" y="1606792"/>
                </a:lnTo>
                <a:close/>
                <a:moveTo>
                  <a:pt x="1625112" y="1579360"/>
                </a:moveTo>
                <a:lnTo>
                  <a:pt x="1652544" y="1579360"/>
                </a:lnTo>
                <a:lnTo>
                  <a:pt x="1652544" y="1606792"/>
                </a:lnTo>
                <a:lnTo>
                  <a:pt x="1625112" y="1606792"/>
                </a:lnTo>
                <a:close/>
                <a:moveTo>
                  <a:pt x="1510812" y="1579360"/>
                </a:moveTo>
                <a:lnTo>
                  <a:pt x="1538244" y="1579360"/>
                </a:lnTo>
                <a:lnTo>
                  <a:pt x="1538244" y="1606792"/>
                </a:lnTo>
                <a:lnTo>
                  <a:pt x="1510812" y="1606792"/>
                </a:lnTo>
                <a:close/>
                <a:moveTo>
                  <a:pt x="1394702" y="1579360"/>
                </a:moveTo>
                <a:lnTo>
                  <a:pt x="1422134" y="1579360"/>
                </a:lnTo>
                <a:lnTo>
                  <a:pt x="1422134" y="1606792"/>
                </a:lnTo>
                <a:lnTo>
                  <a:pt x="1394702" y="1606792"/>
                </a:lnTo>
                <a:close/>
                <a:moveTo>
                  <a:pt x="1278592" y="1579360"/>
                </a:moveTo>
                <a:lnTo>
                  <a:pt x="1306024" y="1579360"/>
                </a:lnTo>
                <a:lnTo>
                  <a:pt x="1306024" y="1606792"/>
                </a:lnTo>
                <a:lnTo>
                  <a:pt x="1278592" y="1606792"/>
                </a:lnTo>
                <a:close/>
                <a:moveTo>
                  <a:pt x="1162482" y="1579360"/>
                </a:moveTo>
                <a:lnTo>
                  <a:pt x="1189914" y="1579360"/>
                </a:lnTo>
                <a:lnTo>
                  <a:pt x="1189914" y="1606792"/>
                </a:lnTo>
                <a:lnTo>
                  <a:pt x="1162482" y="1606792"/>
                </a:lnTo>
                <a:close/>
                <a:moveTo>
                  <a:pt x="1042307" y="1579360"/>
                </a:moveTo>
                <a:lnTo>
                  <a:pt x="1069739" y="1579360"/>
                </a:lnTo>
                <a:lnTo>
                  <a:pt x="1069739" y="1606792"/>
                </a:lnTo>
                <a:lnTo>
                  <a:pt x="1042307" y="1606792"/>
                </a:lnTo>
                <a:close/>
                <a:moveTo>
                  <a:pt x="926798" y="1579360"/>
                </a:moveTo>
                <a:lnTo>
                  <a:pt x="954230" y="1579360"/>
                </a:lnTo>
                <a:lnTo>
                  <a:pt x="954230" y="1606792"/>
                </a:lnTo>
                <a:lnTo>
                  <a:pt x="926798" y="1606792"/>
                </a:lnTo>
                <a:close/>
                <a:moveTo>
                  <a:pt x="812625" y="1579360"/>
                </a:moveTo>
                <a:lnTo>
                  <a:pt x="840057" y="1579360"/>
                </a:lnTo>
                <a:lnTo>
                  <a:pt x="840057" y="1606792"/>
                </a:lnTo>
                <a:lnTo>
                  <a:pt x="812625" y="1606792"/>
                </a:lnTo>
                <a:close/>
                <a:moveTo>
                  <a:pt x="692450" y="1579360"/>
                </a:moveTo>
                <a:lnTo>
                  <a:pt x="719882" y="1579360"/>
                </a:lnTo>
                <a:lnTo>
                  <a:pt x="719882" y="1606792"/>
                </a:lnTo>
                <a:lnTo>
                  <a:pt x="692450" y="1606792"/>
                </a:lnTo>
                <a:close/>
                <a:moveTo>
                  <a:pt x="576340" y="1579360"/>
                </a:moveTo>
                <a:lnTo>
                  <a:pt x="603772" y="1579360"/>
                </a:lnTo>
                <a:lnTo>
                  <a:pt x="603772" y="1606792"/>
                </a:lnTo>
                <a:lnTo>
                  <a:pt x="576340" y="1606792"/>
                </a:lnTo>
                <a:close/>
                <a:moveTo>
                  <a:pt x="456165" y="1579360"/>
                </a:moveTo>
                <a:lnTo>
                  <a:pt x="483597" y="1579360"/>
                </a:lnTo>
                <a:lnTo>
                  <a:pt x="483597" y="1606792"/>
                </a:lnTo>
                <a:lnTo>
                  <a:pt x="456165" y="1606792"/>
                </a:lnTo>
                <a:close/>
                <a:moveTo>
                  <a:pt x="340656" y="1579360"/>
                </a:moveTo>
                <a:lnTo>
                  <a:pt x="368088" y="1579360"/>
                </a:lnTo>
                <a:lnTo>
                  <a:pt x="368088" y="1606792"/>
                </a:lnTo>
                <a:lnTo>
                  <a:pt x="340656" y="1606792"/>
                </a:lnTo>
                <a:close/>
                <a:moveTo>
                  <a:pt x="226483" y="1579360"/>
                </a:moveTo>
                <a:lnTo>
                  <a:pt x="253915" y="1579360"/>
                </a:lnTo>
                <a:lnTo>
                  <a:pt x="253915" y="1606792"/>
                </a:lnTo>
                <a:lnTo>
                  <a:pt x="226483" y="1606792"/>
                </a:lnTo>
                <a:close/>
                <a:moveTo>
                  <a:pt x="114173" y="1579360"/>
                </a:moveTo>
                <a:lnTo>
                  <a:pt x="141605" y="1579360"/>
                </a:lnTo>
                <a:lnTo>
                  <a:pt x="141605" y="1606792"/>
                </a:lnTo>
                <a:lnTo>
                  <a:pt x="114173" y="1606792"/>
                </a:lnTo>
                <a:close/>
                <a:moveTo>
                  <a:pt x="0" y="1579360"/>
                </a:moveTo>
                <a:lnTo>
                  <a:pt x="27432" y="1579360"/>
                </a:lnTo>
                <a:lnTo>
                  <a:pt x="27432" y="1606792"/>
                </a:lnTo>
                <a:lnTo>
                  <a:pt x="0" y="1606792"/>
                </a:lnTo>
                <a:close/>
                <a:moveTo>
                  <a:pt x="1851331" y="1469030"/>
                </a:moveTo>
                <a:lnTo>
                  <a:pt x="1878763" y="1469030"/>
                </a:lnTo>
                <a:lnTo>
                  <a:pt x="1878763" y="1496462"/>
                </a:lnTo>
                <a:lnTo>
                  <a:pt x="1851331" y="1496462"/>
                </a:lnTo>
                <a:close/>
                <a:moveTo>
                  <a:pt x="1737031" y="1469030"/>
                </a:moveTo>
                <a:lnTo>
                  <a:pt x="1764463" y="1469030"/>
                </a:lnTo>
                <a:lnTo>
                  <a:pt x="1764463" y="1496462"/>
                </a:lnTo>
                <a:lnTo>
                  <a:pt x="1737031" y="1496462"/>
                </a:lnTo>
                <a:close/>
                <a:moveTo>
                  <a:pt x="1625112" y="1469030"/>
                </a:moveTo>
                <a:lnTo>
                  <a:pt x="1652544" y="1469030"/>
                </a:lnTo>
                <a:lnTo>
                  <a:pt x="1652544" y="1496462"/>
                </a:lnTo>
                <a:lnTo>
                  <a:pt x="1625112" y="1496462"/>
                </a:lnTo>
                <a:close/>
                <a:moveTo>
                  <a:pt x="1510812" y="1469030"/>
                </a:moveTo>
                <a:lnTo>
                  <a:pt x="1538244" y="1469030"/>
                </a:lnTo>
                <a:lnTo>
                  <a:pt x="1538244" y="1496462"/>
                </a:lnTo>
                <a:lnTo>
                  <a:pt x="1510812" y="1496462"/>
                </a:lnTo>
                <a:close/>
                <a:moveTo>
                  <a:pt x="1394702" y="1469030"/>
                </a:moveTo>
                <a:lnTo>
                  <a:pt x="1422134" y="1469030"/>
                </a:lnTo>
                <a:lnTo>
                  <a:pt x="1422134" y="1496462"/>
                </a:lnTo>
                <a:lnTo>
                  <a:pt x="1394702" y="1496462"/>
                </a:lnTo>
                <a:close/>
                <a:moveTo>
                  <a:pt x="1278592" y="1469030"/>
                </a:moveTo>
                <a:lnTo>
                  <a:pt x="1306024" y="1469030"/>
                </a:lnTo>
                <a:lnTo>
                  <a:pt x="1306024" y="1496462"/>
                </a:lnTo>
                <a:lnTo>
                  <a:pt x="1278592" y="1496462"/>
                </a:lnTo>
                <a:close/>
                <a:moveTo>
                  <a:pt x="1162482" y="1469030"/>
                </a:moveTo>
                <a:lnTo>
                  <a:pt x="1189914" y="1469030"/>
                </a:lnTo>
                <a:lnTo>
                  <a:pt x="1189914" y="1496462"/>
                </a:lnTo>
                <a:lnTo>
                  <a:pt x="1162482" y="1496462"/>
                </a:lnTo>
                <a:close/>
                <a:moveTo>
                  <a:pt x="1042307" y="1469030"/>
                </a:moveTo>
                <a:lnTo>
                  <a:pt x="1069739" y="1469030"/>
                </a:lnTo>
                <a:lnTo>
                  <a:pt x="1069739" y="1496462"/>
                </a:lnTo>
                <a:lnTo>
                  <a:pt x="1042307" y="1496462"/>
                </a:lnTo>
                <a:close/>
                <a:moveTo>
                  <a:pt x="926798" y="1469030"/>
                </a:moveTo>
                <a:lnTo>
                  <a:pt x="954230" y="1469030"/>
                </a:lnTo>
                <a:lnTo>
                  <a:pt x="954230" y="1496462"/>
                </a:lnTo>
                <a:lnTo>
                  <a:pt x="926798" y="1496462"/>
                </a:lnTo>
                <a:close/>
                <a:moveTo>
                  <a:pt x="812625" y="1469030"/>
                </a:moveTo>
                <a:lnTo>
                  <a:pt x="840057" y="1469030"/>
                </a:lnTo>
                <a:lnTo>
                  <a:pt x="840057" y="1496462"/>
                </a:lnTo>
                <a:lnTo>
                  <a:pt x="812625" y="1496462"/>
                </a:lnTo>
                <a:close/>
                <a:moveTo>
                  <a:pt x="692450" y="1469030"/>
                </a:moveTo>
                <a:lnTo>
                  <a:pt x="719882" y="1469030"/>
                </a:lnTo>
                <a:lnTo>
                  <a:pt x="719882" y="1496462"/>
                </a:lnTo>
                <a:lnTo>
                  <a:pt x="692450" y="1496462"/>
                </a:lnTo>
                <a:close/>
                <a:moveTo>
                  <a:pt x="576340" y="1469030"/>
                </a:moveTo>
                <a:lnTo>
                  <a:pt x="603772" y="1469030"/>
                </a:lnTo>
                <a:lnTo>
                  <a:pt x="603772" y="1496462"/>
                </a:lnTo>
                <a:lnTo>
                  <a:pt x="576340" y="1496462"/>
                </a:lnTo>
                <a:close/>
                <a:moveTo>
                  <a:pt x="456165" y="1469030"/>
                </a:moveTo>
                <a:lnTo>
                  <a:pt x="483597" y="1469030"/>
                </a:lnTo>
                <a:lnTo>
                  <a:pt x="483597" y="1496462"/>
                </a:lnTo>
                <a:lnTo>
                  <a:pt x="456165" y="1496462"/>
                </a:lnTo>
                <a:close/>
                <a:moveTo>
                  <a:pt x="340656" y="1469030"/>
                </a:moveTo>
                <a:lnTo>
                  <a:pt x="368088" y="1469030"/>
                </a:lnTo>
                <a:lnTo>
                  <a:pt x="368088" y="1496462"/>
                </a:lnTo>
                <a:lnTo>
                  <a:pt x="340656" y="1496462"/>
                </a:lnTo>
                <a:close/>
                <a:moveTo>
                  <a:pt x="226483" y="1469030"/>
                </a:moveTo>
                <a:lnTo>
                  <a:pt x="253915" y="1469030"/>
                </a:lnTo>
                <a:lnTo>
                  <a:pt x="253915" y="1496462"/>
                </a:lnTo>
                <a:lnTo>
                  <a:pt x="226483" y="1496462"/>
                </a:lnTo>
                <a:close/>
                <a:moveTo>
                  <a:pt x="114173" y="1469030"/>
                </a:moveTo>
                <a:lnTo>
                  <a:pt x="141605" y="1469030"/>
                </a:lnTo>
                <a:lnTo>
                  <a:pt x="141605" y="1496462"/>
                </a:lnTo>
                <a:lnTo>
                  <a:pt x="114173" y="1496462"/>
                </a:lnTo>
                <a:close/>
                <a:moveTo>
                  <a:pt x="0" y="1469030"/>
                </a:moveTo>
                <a:lnTo>
                  <a:pt x="27432" y="1469030"/>
                </a:lnTo>
                <a:lnTo>
                  <a:pt x="27432" y="1496462"/>
                </a:lnTo>
                <a:lnTo>
                  <a:pt x="0" y="1496462"/>
                </a:lnTo>
                <a:close/>
                <a:moveTo>
                  <a:pt x="1851331" y="1355523"/>
                </a:moveTo>
                <a:lnTo>
                  <a:pt x="1878763" y="1355523"/>
                </a:lnTo>
                <a:lnTo>
                  <a:pt x="1878763" y="1382955"/>
                </a:lnTo>
                <a:lnTo>
                  <a:pt x="1851331" y="1382955"/>
                </a:lnTo>
                <a:close/>
                <a:moveTo>
                  <a:pt x="1737031" y="1355523"/>
                </a:moveTo>
                <a:lnTo>
                  <a:pt x="1764463" y="1355523"/>
                </a:lnTo>
                <a:lnTo>
                  <a:pt x="1764463" y="1382955"/>
                </a:lnTo>
                <a:lnTo>
                  <a:pt x="1737031" y="1382955"/>
                </a:lnTo>
                <a:close/>
                <a:moveTo>
                  <a:pt x="1625112" y="1355523"/>
                </a:moveTo>
                <a:lnTo>
                  <a:pt x="1652544" y="1355523"/>
                </a:lnTo>
                <a:lnTo>
                  <a:pt x="1652544" y="1382955"/>
                </a:lnTo>
                <a:lnTo>
                  <a:pt x="1625112" y="1382955"/>
                </a:lnTo>
                <a:close/>
                <a:moveTo>
                  <a:pt x="1510812" y="1355523"/>
                </a:moveTo>
                <a:lnTo>
                  <a:pt x="1538244" y="1355523"/>
                </a:lnTo>
                <a:lnTo>
                  <a:pt x="1538244" y="1382955"/>
                </a:lnTo>
                <a:lnTo>
                  <a:pt x="1510812" y="1382955"/>
                </a:lnTo>
                <a:close/>
                <a:moveTo>
                  <a:pt x="1394702" y="1355523"/>
                </a:moveTo>
                <a:lnTo>
                  <a:pt x="1422134" y="1355523"/>
                </a:lnTo>
                <a:lnTo>
                  <a:pt x="1422134" y="1382955"/>
                </a:lnTo>
                <a:lnTo>
                  <a:pt x="1394702" y="1382955"/>
                </a:lnTo>
                <a:close/>
                <a:moveTo>
                  <a:pt x="1278592" y="1355523"/>
                </a:moveTo>
                <a:lnTo>
                  <a:pt x="1306024" y="1355523"/>
                </a:lnTo>
                <a:lnTo>
                  <a:pt x="1306024" y="1382955"/>
                </a:lnTo>
                <a:lnTo>
                  <a:pt x="1278592" y="1382955"/>
                </a:lnTo>
                <a:close/>
                <a:moveTo>
                  <a:pt x="1162482" y="1355523"/>
                </a:moveTo>
                <a:lnTo>
                  <a:pt x="1189914" y="1355523"/>
                </a:lnTo>
                <a:lnTo>
                  <a:pt x="1189914" y="1382955"/>
                </a:lnTo>
                <a:lnTo>
                  <a:pt x="1162482" y="1382955"/>
                </a:lnTo>
                <a:close/>
                <a:moveTo>
                  <a:pt x="1042307" y="1355523"/>
                </a:moveTo>
                <a:lnTo>
                  <a:pt x="1069739" y="1355523"/>
                </a:lnTo>
                <a:lnTo>
                  <a:pt x="1069739" y="1382955"/>
                </a:lnTo>
                <a:lnTo>
                  <a:pt x="1042307" y="1382955"/>
                </a:lnTo>
                <a:close/>
                <a:moveTo>
                  <a:pt x="926798" y="1355523"/>
                </a:moveTo>
                <a:lnTo>
                  <a:pt x="954230" y="1355523"/>
                </a:lnTo>
                <a:lnTo>
                  <a:pt x="954230" y="1382955"/>
                </a:lnTo>
                <a:lnTo>
                  <a:pt x="926798" y="1382955"/>
                </a:lnTo>
                <a:close/>
                <a:moveTo>
                  <a:pt x="812625" y="1355523"/>
                </a:moveTo>
                <a:lnTo>
                  <a:pt x="840057" y="1355523"/>
                </a:lnTo>
                <a:lnTo>
                  <a:pt x="840057" y="1382955"/>
                </a:lnTo>
                <a:lnTo>
                  <a:pt x="812625" y="1382955"/>
                </a:lnTo>
                <a:close/>
                <a:moveTo>
                  <a:pt x="692450" y="1355523"/>
                </a:moveTo>
                <a:lnTo>
                  <a:pt x="719882" y="1355523"/>
                </a:lnTo>
                <a:lnTo>
                  <a:pt x="719882" y="1382955"/>
                </a:lnTo>
                <a:lnTo>
                  <a:pt x="692450" y="1382955"/>
                </a:lnTo>
                <a:close/>
                <a:moveTo>
                  <a:pt x="576340" y="1355523"/>
                </a:moveTo>
                <a:lnTo>
                  <a:pt x="603772" y="1355523"/>
                </a:lnTo>
                <a:lnTo>
                  <a:pt x="603772" y="1382955"/>
                </a:lnTo>
                <a:lnTo>
                  <a:pt x="576340" y="1382955"/>
                </a:lnTo>
                <a:close/>
                <a:moveTo>
                  <a:pt x="456165" y="1355523"/>
                </a:moveTo>
                <a:lnTo>
                  <a:pt x="483597" y="1355523"/>
                </a:lnTo>
                <a:lnTo>
                  <a:pt x="483597" y="1382955"/>
                </a:lnTo>
                <a:lnTo>
                  <a:pt x="456165" y="1382955"/>
                </a:lnTo>
                <a:close/>
                <a:moveTo>
                  <a:pt x="340656" y="1355523"/>
                </a:moveTo>
                <a:lnTo>
                  <a:pt x="368088" y="1355523"/>
                </a:lnTo>
                <a:lnTo>
                  <a:pt x="368088" y="1382955"/>
                </a:lnTo>
                <a:lnTo>
                  <a:pt x="340656" y="1382955"/>
                </a:lnTo>
                <a:close/>
                <a:moveTo>
                  <a:pt x="226483" y="1355523"/>
                </a:moveTo>
                <a:lnTo>
                  <a:pt x="253915" y="1355523"/>
                </a:lnTo>
                <a:lnTo>
                  <a:pt x="253915" y="1382955"/>
                </a:lnTo>
                <a:lnTo>
                  <a:pt x="226483" y="1382955"/>
                </a:lnTo>
                <a:close/>
                <a:moveTo>
                  <a:pt x="114173" y="1355523"/>
                </a:moveTo>
                <a:lnTo>
                  <a:pt x="141605" y="1355523"/>
                </a:lnTo>
                <a:lnTo>
                  <a:pt x="141605" y="1382955"/>
                </a:lnTo>
                <a:lnTo>
                  <a:pt x="114173" y="1382955"/>
                </a:lnTo>
                <a:close/>
                <a:moveTo>
                  <a:pt x="0" y="1355523"/>
                </a:moveTo>
                <a:lnTo>
                  <a:pt x="27432" y="1355523"/>
                </a:lnTo>
                <a:lnTo>
                  <a:pt x="27432" y="1382955"/>
                </a:lnTo>
                <a:lnTo>
                  <a:pt x="0" y="1382955"/>
                </a:lnTo>
                <a:close/>
                <a:moveTo>
                  <a:pt x="1851331" y="1242220"/>
                </a:moveTo>
                <a:lnTo>
                  <a:pt x="1878763" y="1242220"/>
                </a:lnTo>
                <a:lnTo>
                  <a:pt x="1878763" y="1269652"/>
                </a:lnTo>
                <a:lnTo>
                  <a:pt x="1851331" y="1269652"/>
                </a:lnTo>
                <a:close/>
                <a:moveTo>
                  <a:pt x="1737031" y="1242220"/>
                </a:moveTo>
                <a:lnTo>
                  <a:pt x="1764463" y="1242220"/>
                </a:lnTo>
                <a:lnTo>
                  <a:pt x="1764463" y="1269652"/>
                </a:lnTo>
                <a:lnTo>
                  <a:pt x="1737031" y="1269652"/>
                </a:lnTo>
                <a:close/>
                <a:moveTo>
                  <a:pt x="1625112" y="1242220"/>
                </a:moveTo>
                <a:lnTo>
                  <a:pt x="1652544" y="1242220"/>
                </a:lnTo>
                <a:lnTo>
                  <a:pt x="1652544" y="1269652"/>
                </a:lnTo>
                <a:lnTo>
                  <a:pt x="1625112" y="1269652"/>
                </a:lnTo>
                <a:close/>
                <a:moveTo>
                  <a:pt x="1510812" y="1242220"/>
                </a:moveTo>
                <a:lnTo>
                  <a:pt x="1538244" y="1242220"/>
                </a:lnTo>
                <a:lnTo>
                  <a:pt x="1538244" y="1269652"/>
                </a:lnTo>
                <a:lnTo>
                  <a:pt x="1510812" y="1269652"/>
                </a:lnTo>
                <a:close/>
                <a:moveTo>
                  <a:pt x="1394702" y="1242220"/>
                </a:moveTo>
                <a:lnTo>
                  <a:pt x="1422134" y="1242220"/>
                </a:lnTo>
                <a:lnTo>
                  <a:pt x="1422134" y="1269652"/>
                </a:lnTo>
                <a:lnTo>
                  <a:pt x="1394702" y="1269652"/>
                </a:lnTo>
                <a:close/>
                <a:moveTo>
                  <a:pt x="1278592" y="1242220"/>
                </a:moveTo>
                <a:lnTo>
                  <a:pt x="1306024" y="1242220"/>
                </a:lnTo>
                <a:lnTo>
                  <a:pt x="1306024" y="1269652"/>
                </a:lnTo>
                <a:lnTo>
                  <a:pt x="1278592" y="1269652"/>
                </a:lnTo>
                <a:close/>
                <a:moveTo>
                  <a:pt x="1162482" y="1242220"/>
                </a:moveTo>
                <a:lnTo>
                  <a:pt x="1189914" y="1242220"/>
                </a:lnTo>
                <a:lnTo>
                  <a:pt x="1189914" y="1269652"/>
                </a:lnTo>
                <a:lnTo>
                  <a:pt x="1162482" y="1269652"/>
                </a:lnTo>
                <a:close/>
                <a:moveTo>
                  <a:pt x="1042307" y="1242220"/>
                </a:moveTo>
                <a:lnTo>
                  <a:pt x="1069739" y="1242220"/>
                </a:lnTo>
                <a:lnTo>
                  <a:pt x="1069739" y="1269652"/>
                </a:lnTo>
                <a:lnTo>
                  <a:pt x="1042307" y="1269652"/>
                </a:lnTo>
                <a:close/>
                <a:moveTo>
                  <a:pt x="926798" y="1242220"/>
                </a:moveTo>
                <a:lnTo>
                  <a:pt x="954230" y="1242220"/>
                </a:lnTo>
                <a:lnTo>
                  <a:pt x="954230" y="1269652"/>
                </a:lnTo>
                <a:lnTo>
                  <a:pt x="926798" y="1269652"/>
                </a:lnTo>
                <a:close/>
                <a:moveTo>
                  <a:pt x="812625" y="1242220"/>
                </a:moveTo>
                <a:lnTo>
                  <a:pt x="840057" y="1242220"/>
                </a:lnTo>
                <a:lnTo>
                  <a:pt x="840057" y="1269652"/>
                </a:lnTo>
                <a:lnTo>
                  <a:pt x="812625" y="1269652"/>
                </a:lnTo>
                <a:close/>
                <a:moveTo>
                  <a:pt x="692450" y="1242220"/>
                </a:moveTo>
                <a:lnTo>
                  <a:pt x="719882" y="1242220"/>
                </a:lnTo>
                <a:lnTo>
                  <a:pt x="719882" y="1269652"/>
                </a:lnTo>
                <a:lnTo>
                  <a:pt x="692450" y="1269652"/>
                </a:lnTo>
                <a:close/>
                <a:moveTo>
                  <a:pt x="576340" y="1242220"/>
                </a:moveTo>
                <a:lnTo>
                  <a:pt x="603772" y="1242220"/>
                </a:lnTo>
                <a:lnTo>
                  <a:pt x="603772" y="1269652"/>
                </a:lnTo>
                <a:lnTo>
                  <a:pt x="576340" y="1269652"/>
                </a:lnTo>
                <a:close/>
                <a:moveTo>
                  <a:pt x="456165" y="1242220"/>
                </a:moveTo>
                <a:lnTo>
                  <a:pt x="483597" y="1242220"/>
                </a:lnTo>
                <a:lnTo>
                  <a:pt x="483597" y="1269652"/>
                </a:lnTo>
                <a:lnTo>
                  <a:pt x="456165" y="1269652"/>
                </a:lnTo>
                <a:close/>
                <a:moveTo>
                  <a:pt x="340656" y="1242220"/>
                </a:moveTo>
                <a:lnTo>
                  <a:pt x="368088" y="1242220"/>
                </a:lnTo>
                <a:lnTo>
                  <a:pt x="368088" y="1269652"/>
                </a:lnTo>
                <a:lnTo>
                  <a:pt x="340656" y="1269652"/>
                </a:lnTo>
                <a:close/>
                <a:moveTo>
                  <a:pt x="226483" y="1242220"/>
                </a:moveTo>
                <a:lnTo>
                  <a:pt x="253915" y="1242220"/>
                </a:lnTo>
                <a:lnTo>
                  <a:pt x="253915" y="1269652"/>
                </a:lnTo>
                <a:lnTo>
                  <a:pt x="226483" y="1269652"/>
                </a:lnTo>
                <a:close/>
                <a:moveTo>
                  <a:pt x="114173" y="1242220"/>
                </a:moveTo>
                <a:lnTo>
                  <a:pt x="141605" y="1242220"/>
                </a:lnTo>
                <a:lnTo>
                  <a:pt x="141605" y="1269652"/>
                </a:lnTo>
                <a:lnTo>
                  <a:pt x="114173" y="1269652"/>
                </a:lnTo>
                <a:close/>
                <a:moveTo>
                  <a:pt x="0" y="1242220"/>
                </a:moveTo>
                <a:lnTo>
                  <a:pt x="27432" y="1242220"/>
                </a:lnTo>
                <a:lnTo>
                  <a:pt x="27432" y="1269652"/>
                </a:lnTo>
                <a:lnTo>
                  <a:pt x="0" y="1269652"/>
                </a:lnTo>
                <a:close/>
                <a:moveTo>
                  <a:pt x="1851331" y="1128713"/>
                </a:moveTo>
                <a:lnTo>
                  <a:pt x="1878763" y="1128713"/>
                </a:lnTo>
                <a:lnTo>
                  <a:pt x="1878763" y="1156145"/>
                </a:lnTo>
                <a:lnTo>
                  <a:pt x="1851331" y="1156145"/>
                </a:lnTo>
                <a:close/>
                <a:moveTo>
                  <a:pt x="1737031" y="1128713"/>
                </a:moveTo>
                <a:lnTo>
                  <a:pt x="1764463" y="1128713"/>
                </a:lnTo>
                <a:lnTo>
                  <a:pt x="1764463" y="1156145"/>
                </a:lnTo>
                <a:lnTo>
                  <a:pt x="1737031" y="1156145"/>
                </a:lnTo>
                <a:close/>
                <a:moveTo>
                  <a:pt x="1625112" y="1128713"/>
                </a:moveTo>
                <a:lnTo>
                  <a:pt x="1652544" y="1128713"/>
                </a:lnTo>
                <a:lnTo>
                  <a:pt x="1652544" y="1156145"/>
                </a:lnTo>
                <a:lnTo>
                  <a:pt x="1625112" y="1156145"/>
                </a:lnTo>
                <a:close/>
                <a:moveTo>
                  <a:pt x="1510812" y="1128713"/>
                </a:moveTo>
                <a:lnTo>
                  <a:pt x="1538244" y="1128713"/>
                </a:lnTo>
                <a:lnTo>
                  <a:pt x="1538244" y="1156145"/>
                </a:lnTo>
                <a:lnTo>
                  <a:pt x="1510812" y="1156145"/>
                </a:lnTo>
                <a:close/>
                <a:moveTo>
                  <a:pt x="1394702" y="1128713"/>
                </a:moveTo>
                <a:lnTo>
                  <a:pt x="1422134" y="1128713"/>
                </a:lnTo>
                <a:lnTo>
                  <a:pt x="1422134" y="1156145"/>
                </a:lnTo>
                <a:lnTo>
                  <a:pt x="1394702" y="1156145"/>
                </a:lnTo>
                <a:close/>
                <a:moveTo>
                  <a:pt x="1278592" y="1128713"/>
                </a:moveTo>
                <a:lnTo>
                  <a:pt x="1306024" y="1128713"/>
                </a:lnTo>
                <a:lnTo>
                  <a:pt x="1306024" y="1156145"/>
                </a:lnTo>
                <a:lnTo>
                  <a:pt x="1278592" y="1156145"/>
                </a:lnTo>
                <a:close/>
                <a:moveTo>
                  <a:pt x="1162482" y="1128713"/>
                </a:moveTo>
                <a:lnTo>
                  <a:pt x="1189914" y="1128713"/>
                </a:lnTo>
                <a:lnTo>
                  <a:pt x="1189914" y="1156145"/>
                </a:lnTo>
                <a:lnTo>
                  <a:pt x="1162482" y="1156145"/>
                </a:lnTo>
                <a:close/>
                <a:moveTo>
                  <a:pt x="1042307" y="1128713"/>
                </a:moveTo>
                <a:lnTo>
                  <a:pt x="1069739" y="1128713"/>
                </a:lnTo>
                <a:lnTo>
                  <a:pt x="1069739" y="1156145"/>
                </a:lnTo>
                <a:lnTo>
                  <a:pt x="1042307" y="1156145"/>
                </a:lnTo>
                <a:close/>
                <a:moveTo>
                  <a:pt x="926798" y="1128713"/>
                </a:moveTo>
                <a:lnTo>
                  <a:pt x="954230" y="1128713"/>
                </a:lnTo>
                <a:lnTo>
                  <a:pt x="954230" y="1156145"/>
                </a:lnTo>
                <a:lnTo>
                  <a:pt x="926798" y="1156145"/>
                </a:lnTo>
                <a:close/>
                <a:moveTo>
                  <a:pt x="812625" y="1128713"/>
                </a:moveTo>
                <a:lnTo>
                  <a:pt x="840057" y="1128713"/>
                </a:lnTo>
                <a:lnTo>
                  <a:pt x="840057" y="1156145"/>
                </a:lnTo>
                <a:lnTo>
                  <a:pt x="812625" y="1156145"/>
                </a:lnTo>
                <a:close/>
                <a:moveTo>
                  <a:pt x="692450" y="1128713"/>
                </a:moveTo>
                <a:lnTo>
                  <a:pt x="719882" y="1128713"/>
                </a:lnTo>
                <a:lnTo>
                  <a:pt x="719882" y="1156145"/>
                </a:lnTo>
                <a:lnTo>
                  <a:pt x="692450" y="1156145"/>
                </a:lnTo>
                <a:close/>
                <a:moveTo>
                  <a:pt x="576340" y="1128713"/>
                </a:moveTo>
                <a:lnTo>
                  <a:pt x="603772" y="1128713"/>
                </a:lnTo>
                <a:lnTo>
                  <a:pt x="603772" y="1156145"/>
                </a:lnTo>
                <a:lnTo>
                  <a:pt x="576340" y="1156145"/>
                </a:lnTo>
                <a:close/>
                <a:moveTo>
                  <a:pt x="456165" y="1128713"/>
                </a:moveTo>
                <a:lnTo>
                  <a:pt x="483597" y="1128713"/>
                </a:lnTo>
                <a:lnTo>
                  <a:pt x="483597" y="1156145"/>
                </a:lnTo>
                <a:lnTo>
                  <a:pt x="456165" y="1156145"/>
                </a:lnTo>
                <a:close/>
                <a:moveTo>
                  <a:pt x="340656" y="1128713"/>
                </a:moveTo>
                <a:lnTo>
                  <a:pt x="368088" y="1128713"/>
                </a:lnTo>
                <a:lnTo>
                  <a:pt x="368088" y="1156145"/>
                </a:lnTo>
                <a:lnTo>
                  <a:pt x="340656" y="1156145"/>
                </a:lnTo>
                <a:close/>
                <a:moveTo>
                  <a:pt x="226483" y="1128713"/>
                </a:moveTo>
                <a:lnTo>
                  <a:pt x="253915" y="1128713"/>
                </a:lnTo>
                <a:lnTo>
                  <a:pt x="253915" y="1156145"/>
                </a:lnTo>
                <a:lnTo>
                  <a:pt x="226483" y="1156145"/>
                </a:lnTo>
                <a:close/>
                <a:moveTo>
                  <a:pt x="114173" y="1128713"/>
                </a:moveTo>
                <a:lnTo>
                  <a:pt x="141605" y="1128713"/>
                </a:lnTo>
                <a:lnTo>
                  <a:pt x="141605" y="1156145"/>
                </a:lnTo>
                <a:lnTo>
                  <a:pt x="114173" y="1156145"/>
                </a:lnTo>
                <a:close/>
                <a:moveTo>
                  <a:pt x="0" y="1128713"/>
                </a:moveTo>
                <a:lnTo>
                  <a:pt x="27432" y="1128713"/>
                </a:lnTo>
                <a:lnTo>
                  <a:pt x="27432" y="1156145"/>
                </a:lnTo>
                <a:lnTo>
                  <a:pt x="0" y="1156145"/>
                </a:lnTo>
                <a:close/>
                <a:moveTo>
                  <a:pt x="1851331" y="1018383"/>
                </a:moveTo>
                <a:lnTo>
                  <a:pt x="1878763" y="1018383"/>
                </a:lnTo>
                <a:lnTo>
                  <a:pt x="1878763" y="1045815"/>
                </a:lnTo>
                <a:lnTo>
                  <a:pt x="1851331" y="1045815"/>
                </a:lnTo>
                <a:close/>
                <a:moveTo>
                  <a:pt x="1737031" y="1018383"/>
                </a:moveTo>
                <a:lnTo>
                  <a:pt x="1764463" y="1018383"/>
                </a:lnTo>
                <a:lnTo>
                  <a:pt x="1764463" y="1045815"/>
                </a:lnTo>
                <a:lnTo>
                  <a:pt x="1737031" y="1045815"/>
                </a:lnTo>
                <a:close/>
                <a:moveTo>
                  <a:pt x="1625112" y="1018383"/>
                </a:moveTo>
                <a:lnTo>
                  <a:pt x="1652544" y="1018383"/>
                </a:lnTo>
                <a:lnTo>
                  <a:pt x="1652544" y="1045815"/>
                </a:lnTo>
                <a:lnTo>
                  <a:pt x="1625112" y="1045815"/>
                </a:lnTo>
                <a:close/>
                <a:moveTo>
                  <a:pt x="1510812" y="1018383"/>
                </a:moveTo>
                <a:lnTo>
                  <a:pt x="1538244" y="1018383"/>
                </a:lnTo>
                <a:lnTo>
                  <a:pt x="1538244" y="1045815"/>
                </a:lnTo>
                <a:lnTo>
                  <a:pt x="1510812" y="1045815"/>
                </a:lnTo>
                <a:close/>
                <a:moveTo>
                  <a:pt x="1394702" y="1018383"/>
                </a:moveTo>
                <a:lnTo>
                  <a:pt x="1422134" y="1018383"/>
                </a:lnTo>
                <a:lnTo>
                  <a:pt x="1422134" y="1045815"/>
                </a:lnTo>
                <a:lnTo>
                  <a:pt x="1394702" y="1045815"/>
                </a:lnTo>
                <a:close/>
                <a:moveTo>
                  <a:pt x="1278592" y="1018383"/>
                </a:moveTo>
                <a:lnTo>
                  <a:pt x="1306024" y="1018383"/>
                </a:lnTo>
                <a:lnTo>
                  <a:pt x="1306024" y="1045815"/>
                </a:lnTo>
                <a:lnTo>
                  <a:pt x="1278592" y="1045815"/>
                </a:lnTo>
                <a:close/>
                <a:moveTo>
                  <a:pt x="1162482" y="1018383"/>
                </a:moveTo>
                <a:lnTo>
                  <a:pt x="1189914" y="1018383"/>
                </a:lnTo>
                <a:lnTo>
                  <a:pt x="1189914" y="1045815"/>
                </a:lnTo>
                <a:lnTo>
                  <a:pt x="1162482" y="1045815"/>
                </a:lnTo>
                <a:close/>
                <a:moveTo>
                  <a:pt x="1042307" y="1018383"/>
                </a:moveTo>
                <a:lnTo>
                  <a:pt x="1069739" y="1018383"/>
                </a:lnTo>
                <a:lnTo>
                  <a:pt x="1069739" y="1045815"/>
                </a:lnTo>
                <a:lnTo>
                  <a:pt x="1042307" y="1045815"/>
                </a:lnTo>
                <a:close/>
                <a:moveTo>
                  <a:pt x="926798" y="1018383"/>
                </a:moveTo>
                <a:lnTo>
                  <a:pt x="954230" y="1018383"/>
                </a:lnTo>
                <a:lnTo>
                  <a:pt x="954230" y="1045815"/>
                </a:lnTo>
                <a:lnTo>
                  <a:pt x="926798" y="1045815"/>
                </a:lnTo>
                <a:close/>
                <a:moveTo>
                  <a:pt x="812625" y="1018383"/>
                </a:moveTo>
                <a:lnTo>
                  <a:pt x="840057" y="1018383"/>
                </a:lnTo>
                <a:lnTo>
                  <a:pt x="840057" y="1045815"/>
                </a:lnTo>
                <a:lnTo>
                  <a:pt x="812625" y="1045815"/>
                </a:lnTo>
                <a:close/>
                <a:moveTo>
                  <a:pt x="692450" y="1018383"/>
                </a:moveTo>
                <a:lnTo>
                  <a:pt x="719882" y="1018383"/>
                </a:lnTo>
                <a:lnTo>
                  <a:pt x="719882" y="1045815"/>
                </a:lnTo>
                <a:lnTo>
                  <a:pt x="692450" y="1045815"/>
                </a:lnTo>
                <a:close/>
                <a:moveTo>
                  <a:pt x="576340" y="1018383"/>
                </a:moveTo>
                <a:lnTo>
                  <a:pt x="603772" y="1018383"/>
                </a:lnTo>
                <a:lnTo>
                  <a:pt x="603772" y="1045815"/>
                </a:lnTo>
                <a:lnTo>
                  <a:pt x="576340" y="1045815"/>
                </a:lnTo>
                <a:close/>
                <a:moveTo>
                  <a:pt x="456165" y="1018383"/>
                </a:moveTo>
                <a:lnTo>
                  <a:pt x="483597" y="1018383"/>
                </a:lnTo>
                <a:lnTo>
                  <a:pt x="483597" y="1045815"/>
                </a:lnTo>
                <a:lnTo>
                  <a:pt x="456165" y="1045815"/>
                </a:lnTo>
                <a:close/>
                <a:moveTo>
                  <a:pt x="340656" y="1018383"/>
                </a:moveTo>
                <a:lnTo>
                  <a:pt x="368088" y="1018383"/>
                </a:lnTo>
                <a:lnTo>
                  <a:pt x="368088" y="1045815"/>
                </a:lnTo>
                <a:lnTo>
                  <a:pt x="340656" y="1045815"/>
                </a:lnTo>
                <a:close/>
                <a:moveTo>
                  <a:pt x="226483" y="1018383"/>
                </a:moveTo>
                <a:lnTo>
                  <a:pt x="253915" y="1018383"/>
                </a:lnTo>
                <a:lnTo>
                  <a:pt x="253915" y="1045815"/>
                </a:lnTo>
                <a:lnTo>
                  <a:pt x="226483" y="1045815"/>
                </a:lnTo>
                <a:close/>
                <a:moveTo>
                  <a:pt x="114173" y="1018383"/>
                </a:moveTo>
                <a:lnTo>
                  <a:pt x="141605" y="1018383"/>
                </a:lnTo>
                <a:lnTo>
                  <a:pt x="141605" y="1045815"/>
                </a:lnTo>
                <a:lnTo>
                  <a:pt x="114173" y="1045815"/>
                </a:lnTo>
                <a:close/>
                <a:moveTo>
                  <a:pt x="0" y="1018383"/>
                </a:moveTo>
                <a:lnTo>
                  <a:pt x="27432" y="1018383"/>
                </a:lnTo>
                <a:lnTo>
                  <a:pt x="27432" y="1045815"/>
                </a:lnTo>
                <a:lnTo>
                  <a:pt x="0" y="1045815"/>
                </a:lnTo>
                <a:close/>
                <a:moveTo>
                  <a:pt x="1851331" y="904876"/>
                </a:moveTo>
                <a:lnTo>
                  <a:pt x="1878763" y="904876"/>
                </a:lnTo>
                <a:lnTo>
                  <a:pt x="1878763" y="932308"/>
                </a:lnTo>
                <a:lnTo>
                  <a:pt x="1851331" y="932308"/>
                </a:lnTo>
                <a:close/>
                <a:moveTo>
                  <a:pt x="1737031" y="904876"/>
                </a:moveTo>
                <a:lnTo>
                  <a:pt x="1764463" y="904876"/>
                </a:lnTo>
                <a:lnTo>
                  <a:pt x="1764463" y="932308"/>
                </a:lnTo>
                <a:lnTo>
                  <a:pt x="1737031" y="932308"/>
                </a:lnTo>
                <a:close/>
                <a:moveTo>
                  <a:pt x="1625112" y="904876"/>
                </a:moveTo>
                <a:lnTo>
                  <a:pt x="1652544" y="904876"/>
                </a:lnTo>
                <a:lnTo>
                  <a:pt x="1652544" y="932308"/>
                </a:lnTo>
                <a:lnTo>
                  <a:pt x="1625112" y="932308"/>
                </a:lnTo>
                <a:close/>
                <a:moveTo>
                  <a:pt x="1510812" y="904876"/>
                </a:moveTo>
                <a:lnTo>
                  <a:pt x="1538244" y="904876"/>
                </a:lnTo>
                <a:lnTo>
                  <a:pt x="1538244" y="932308"/>
                </a:lnTo>
                <a:lnTo>
                  <a:pt x="1510812" y="932308"/>
                </a:lnTo>
                <a:close/>
                <a:moveTo>
                  <a:pt x="1394702" y="904876"/>
                </a:moveTo>
                <a:lnTo>
                  <a:pt x="1422134" y="904876"/>
                </a:lnTo>
                <a:lnTo>
                  <a:pt x="1422134" y="932308"/>
                </a:lnTo>
                <a:lnTo>
                  <a:pt x="1394702" y="932308"/>
                </a:lnTo>
                <a:close/>
                <a:moveTo>
                  <a:pt x="1278592" y="904876"/>
                </a:moveTo>
                <a:lnTo>
                  <a:pt x="1306024" y="904876"/>
                </a:lnTo>
                <a:lnTo>
                  <a:pt x="1306024" y="932308"/>
                </a:lnTo>
                <a:lnTo>
                  <a:pt x="1278592" y="932308"/>
                </a:lnTo>
                <a:close/>
                <a:moveTo>
                  <a:pt x="1162482" y="904876"/>
                </a:moveTo>
                <a:lnTo>
                  <a:pt x="1189914" y="904876"/>
                </a:lnTo>
                <a:lnTo>
                  <a:pt x="1189914" y="932308"/>
                </a:lnTo>
                <a:lnTo>
                  <a:pt x="1162482" y="932308"/>
                </a:lnTo>
                <a:close/>
                <a:moveTo>
                  <a:pt x="1042307" y="904876"/>
                </a:moveTo>
                <a:lnTo>
                  <a:pt x="1069739" y="904876"/>
                </a:lnTo>
                <a:lnTo>
                  <a:pt x="1069739" y="932308"/>
                </a:lnTo>
                <a:lnTo>
                  <a:pt x="1042307" y="932308"/>
                </a:lnTo>
                <a:close/>
                <a:moveTo>
                  <a:pt x="926798" y="904876"/>
                </a:moveTo>
                <a:lnTo>
                  <a:pt x="954230" y="904876"/>
                </a:lnTo>
                <a:lnTo>
                  <a:pt x="954230" y="932308"/>
                </a:lnTo>
                <a:lnTo>
                  <a:pt x="926798" y="932308"/>
                </a:lnTo>
                <a:close/>
                <a:moveTo>
                  <a:pt x="812625" y="904876"/>
                </a:moveTo>
                <a:lnTo>
                  <a:pt x="840057" y="904876"/>
                </a:lnTo>
                <a:lnTo>
                  <a:pt x="840057" y="932308"/>
                </a:lnTo>
                <a:lnTo>
                  <a:pt x="812625" y="932308"/>
                </a:lnTo>
                <a:close/>
                <a:moveTo>
                  <a:pt x="692450" y="904876"/>
                </a:moveTo>
                <a:lnTo>
                  <a:pt x="719882" y="904876"/>
                </a:lnTo>
                <a:lnTo>
                  <a:pt x="719882" y="932308"/>
                </a:lnTo>
                <a:lnTo>
                  <a:pt x="692450" y="932308"/>
                </a:lnTo>
                <a:close/>
                <a:moveTo>
                  <a:pt x="576340" y="904876"/>
                </a:moveTo>
                <a:lnTo>
                  <a:pt x="603772" y="904876"/>
                </a:lnTo>
                <a:lnTo>
                  <a:pt x="603772" y="932308"/>
                </a:lnTo>
                <a:lnTo>
                  <a:pt x="576340" y="932308"/>
                </a:lnTo>
                <a:close/>
                <a:moveTo>
                  <a:pt x="456165" y="904876"/>
                </a:moveTo>
                <a:lnTo>
                  <a:pt x="483597" y="904876"/>
                </a:lnTo>
                <a:lnTo>
                  <a:pt x="483597" y="932308"/>
                </a:lnTo>
                <a:lnTo>
                  <a:pt x="456165" y="932308"/>
                </a:lnTo>
                <a:close/>
                <a:moveTo>
                  <a:pt x="340656" y="904876"/>
                </a:moveTo>
                <a:lnTo>
                  <a:pt x="368088" y="904876"/>
                </a:lnTo>
                <a:lnTo>
                  <a:pt x="368088" y="932308"/>
                </a:lnTo>
                <a:lnTo>
                  <a:pt x="340656" y="932308"/>
                </a:lnTo>
                <a:close/>
                <a:moveTo>
                  <a:pt x="226483" y="904876"/>
                </a:moveTo>
                <a:lnTo>
                  <a:pt x="253915" y="904876"/>
                </a:lnTo>
                <a:lnTo>
                  <a:pt x="253915" y="932308"/>
                </a:lnTo>
                <a:lnTo>
                  <a:pt x="226483" y="932308"/>
                </a:lnTo>
                <a:close/>
                <a:moveTo>
                  <a:pt x="114173" y="904876"/>
                </a:moveTo>
                <a:lnTo>
                  <a:pt x="141605" y="904876"/>
                </a:lnTo>
                <a:lnTo>
                  <a:pt x="141605" y="932308"/>
                </a:lnTo>
                <a:lnTo>
                  <a:pt x="114173" y="932308"/>
                </a:lnTo>
                <a:close/>
                <a:moveTo>
                  <a:pt x="0" y="904876"/>
                </a:moveTo>
                <a:lnTo>
                  <a:pt x="27432" y="904876"/>
                </a:lnTo>
                <a:lnTo>
                  <a:pt x="27432" y="932308"/>
                </a:lnTo>
                <a:lnTo>
                  <a:pt x="0" y="932308"/>
                </a:lnTo>
                <a:close/>
                <a:moveTo>
                  <a:pt x="1851331" y="789782"/>
                </a:moveTo>
                <a:lnTo>
                  <a:pt x="1878763" y="789782"/>
                </a:lnTo>
                <a:lnTo>
                  <a:pt x="1878763" y="817214"/>
                </a:lnTo>
                <a:lnTo>
                  <a:pt x="1851331" y="817214"/>
                </a:lnTo>
                <a:close/>
                <a:moveTo>
                  <a:pt x="1737031" y="789782"/>
                </a:moveTo>
                <a:lnTo>
                  <a:pt x="1764463" y="789782"/>
                </a:lnTo>
                <a:lnTo>
                  <a:pt x="1764463" y="817214"/>
                </a:lnTo>
                <a:lnTo>
                  <a:pt x="1737031" y="817214"/>
                </a:lnTo>
                <a:close/>
                <a:moveTo>
                  <a:pt x="1625112" y="789782"/>
                </a:moveTo>
                <a:lnTo>
                  <a:pt x="1652544" y="789782"/>
                </a:lnTo>
                <a:lnTo>
                  <a:pt x="1652544" y="817214"/>
                </a:lnTo>
                <a:lnTo>
                  <a:pt x="1625112" y="817214"/>
                </a:lnTo>
                <a:close/>
                <a:moveTo>
                  <a:pt x="1510812" y="789782"/>
                </a:moveTo>
                <a:lnTo>
                  <a:pt x="1538244" y="789782"/>
                </a:lnTo>
                <a:lnTo>
                  <a:pt x="1538244" y="817214"/>
                </a:lnTo>
                <a:lnTo>
                  <a:pt x="1510812" y="817214"/>
                </a:lnTo>
                <a:close/>
                <a:moveTo>
                  <a:pt x="1394702" y="789782"/>
                </a:moveTo>
                <a:lnTo>
                  <a:pt x="1422134" y="789782"/>
                </a:lnTo>
                <a:lnTo>
                  <a:pt x="1422134" y="817214"/>
                </a:lnTo>
                <a:lnTo>
                  <a:pt x="1394702" y="817214"/>
                </a:lnTo>
                <a:close/>
                <a:moveTo>
                  <a:pt x="1278592" y="789782"/>
                </a:moveTo>
                <a:lnTo>
                  <a:pt x="1306024" y="789782"/>
                </a:lnTo>
                <a:lnTo>
                  <a:pt x="1306024" y="817214"/>
                </a:lnTo>
                <a:lnTo>
                  <a:pt x="1278592" y="817214"/>
                </a:lnTo>
                <a:close/>
                <a:moveTo>
                  <a:pt x="1162482" y="789782"/>
                </a:moveTo>
                <a:lnTo>
                  <a:pt x="1189914" y="789782"/>
                </a:lnTo>
                <a:lnTo>
                  <a:pt x="1189914" y="817214"/>
                </a:lnTo>
                <a:lnTo>
                  <a:pt x="1162482" y="817214"/>
                </a:lnTo>
                <a:close/>
                <a:moveTo>
                  <a:pt x="1042307" y="789782"/>
                </a:moveTo>
                <a:lnTo>
                  <a:pt x="1069739" y="789782"/>
                </a:lnTo>
                <a:lnTo>
                  <a:pt x="1069739" y="817214"/>
                </a:lnTo>
                <a:lnTo>
                  <a:pt x="1042307" y="817214"/>
                </a:lnTo>
                <a:close/>
                <a:moveTo>
                  <a:pt x="926798" y="789782"/>
                </a:moveTo>
                <a:lnTo>
                  <a:pt x="954230" y="789782"/>
                </a:lnTo>
                <a:lnTo>
                  <a:pt x="954230" y="817214"/>
                </a:lnTo>
                <a:lnTo>
                  <a:pt x="926798" y="817214"/>
                </a:lnTo>
                <a:close/>
                <a:moveTo>
                  <a:pt x="812625" y="789782"/>
                </a:moveTo>
                <a:lnTo>
                  <a:pt x="840057" y="789782"/>
                </a:lnTo>
                <a:lnTo>
                  <a:pt x="840057" y="817214"/>
                </a:lnTo>
                <a:lnTo>
                  <a:pt x="812625" y="817214"/>
                </a:lnTo>
                <a:close/>
                <a:moveTo>
                  <a:pt x="692450" y="789782"/>
                </a:moveTo>
                <a:lnTo>
                  <a:pt x="719882" y="789782"/>
                </a:lnTo>
                <a:lnTo>
                  <a:pt x="719882" y="817214"/>
                </a:lnTo>
                <a:lnTo>
                  <a:pt x="692450" y="817214"/>
                </a:lnTo>
                <a:close/>
                <a:moveTo>
                  <a:pt x="576340" y="789782"/>
                </a:moveTo>
                <a:lnTo>
                  <a:pt x="603772" y="789782"/>
                </a:lnTo>
                <a:lnTo>
                  <a:pt x="603772" y="817214"/>
                </a:lnTo>
                <a:lnTo>
                  <a:pt x="576340" y="817214"/>
                </a:lnTo>
                <a:close/>
                <a:moveTo>
                  <a:pt x="456165" y="789782"/>
                </a:moveTo>
                <a:lnTo>
                  <a:pt x="483597" y="789782"/>
                </a:lnTo>
                <a:lnTo>
                  <a:pt x="483597" y="817214"/>
                </a:lnTo>
                <a:lnTo>
                  <a:pt x="456165" y="817214"/>
                </a:lnTo>
                <a:close/>
                <a:moveTo>
                  <a:pt x="340656" y="789782"/>
                </a:moveTo>
                <a:lnTo>
                  <a:pt x="368088" y="789782"/>
                </a:lnTo>
                <a:lnTo>
                  <a:pt x="368088" y="817214"/>
                </a:lnTo>
                <a:lnTo>
                  <a:pt x="340656" y="817214"/>
                </a:lnTo>
                <a:close/>
                <a:moveTo>
                  <a:pt x="226483" y="789782"/>
                </a:moveTo>
                <a:lnTo>
                  <a:pt x="253915" y="789782"/>
                </a:lnTo>
                <a:lnTo>
                  <a:pt x="253915" y="817214"/>
                </a:lnTo>
                <a:lnTo>
                  <a:pt x="226483" y="817214"/>
                </a:lnTo>
                <a:close/>
                <a:moveTo>
                  <a:pt x="114173" y="789782"/>
                </a:moveTo>
                <a:lnTo>
                  <a:pt x="141605" y="789782"/>
                </a:lnTo>
                <a:lnTo>
                  <a:pt x="141605" y="817214"/>
                </a:lnTo>
                <a:lnTo>
                  <a:pt x="114173" y="817214"/>
                </a:lnTo>
                <a:close/>
                <a:moveTo>
                  <a:pt x="0" y="789782"/>
                </a:moveTo>
                <a:lnTo>
                  <a:pt x="27432" y="789782"/>
                </a:lnTo>
                <a:lnTo>
                  <a:pt x="27432" y="817214"/>
                </a:lnTo>
                <a:lnTo>
                  <a:pt x="0" y="817214"/>
                </a:lnTo>
                <a:close/>
                <a:moveTo>
                  <a:pt x="1851331" y="676275"/>
                </a:moveTo>
                <a:lnTo>
                  <a:pt x="1878763" y="676275"/>
                </a:lnTo>
                <a:lnTo>
                  <a:pt x="1878763" y="703707"/>
                </a:lnTo>
                <a:lnTo>
                  <a:pt x="1851331" y="703707"/>
                </a:lnTo>
                <a:close/>
                <a:moveTo>
                  <a:pt x="1737031" y="676275"/>
                </a:moveTo>
                <a:lnTo>
                  <a:pt x="1764463" y="676275"/>
                </a:lnTo>
                <a:lnTo>
                  <a:pt x="1764463" y="703707"/>
                </a:lnTo>
                <a:lnTo>
                  <a:pt x="1737031" y="703707"/>
                </a:lnTo>
                <a:close/>
                <a:moveTo>
                  <a:pt x="1625112" y="676275"/>
                </a:moveTo>
                <a:lnTo>
                  <a:pt x="1652544" y="676275"/>
                </a:lnTo>
                <a:lnTo>
                  <a:pt x="1652544" y="703707"/>
                </a:lnTo>
                <a:lnTo>
                  <a:pt x="1625112" y="703707"/>
                </a:lnTo>
                <a:close/>
                <a:moveTo>
                  <a:pt x="1510812" y="676275"/>
                </a:moveTo>
                <a:lnTo>
                  <a:pt x="1538244" y="676275"/>
                </a:lnTo>
                <a:lnTo>
                  <a:pt x="1538244" y="703707"/>
                </a:lnTo>
                <a:lnTo>
                  <a:pt x="1510812" y="703707"/>
                </a:lnTo>
                <a:close/>
                <a:moveTo>
                  <a:pt x="1394702" y="676275"/>
                </a:moveTo>
                <a:lnTo>
                  <a:pt x="1422134" y="676275"/>
                </a:lnTo>
                <a:lnTo>
                  <a:pt x="1422134" y="703707"/>
                </a:lnTo>
                <a:lnTo>
                  <a:pt x="1394702" y="703707"/>
                </a:lnTo>
                <a:close/>
                <a:moveTo>
                  <a:pt x="1278592" y="676275"/>
                </a:moveTo>
                <a:lnTo>
                  <a:pt x="1306024" y="676275"/>
                </a:lnTo>
                <a:lnTo>
                  <a:pt x="1306024" y="703707"/>
                </a:lnTo>
                <a:lnTo>
                  <a:pt x="1278592" y="703707"/>
                </a:lnTo>
                <a:close/>
                <a:moveTo>
                  <a:pt x="1162482" y="676275"/>
                </a:moveTo>
                <a:lnTo>
                  <a:pt x="1189914" y="676275"/>
                </a:lnTo>
                <a:lnTo>
                  <a:pt x="1189914" y="703707"/>
                </a:lnTo>
                <a:lnTo>
                  <a:pt x="1162482" y="703707"/>
                </a:lnTo>
                <a:close/>
                <a:moveTo>
                  <a:pt x="1042307" y="676275"/>
                </a:moveTo>
                <a:lnTo>
                  <a:pt x="1069739" y="676275"/>
                </a:lnTo>
                <a:lnTo>
                  <a:pt x="1069739" y="703707"/>
                </a:lnTo>
                <a:lnTo>
                  <a:pt x="1042307" y="703707"/>
                </a:lnTo>
                <a:close/>
                <a:moveTo>
                  <a:pt x="926798" y="676275"/>
                </a:moveTo>
                <a:lnTo>
                  <a:pt x="954230" y="676275"/>
                </a:lnTo>
                <a:lnTo>
                  <a:pt x="954230" y="703707"/>
                </a:lnTo>
                <a:lnTo>
                  <a:pt x="926798" y="703707"/>
                </a:lnTo>
                <a:close/>
                <a:moveTo>
                  <a:pt x="812625" y="676275"/>
                </a:moveTo>
                <a:lnTo>
                  <a:pt x="840057" y="676275"/>
                </a:lnTo>
                <a:lnTo>
                  <a:pt x="840057" y="703707"/>
                </a:lnTo>
                <a:lnTo>
                  <a:pt x="812625" y="703707"/>
                </a:lnTo>
                <a:close/>
                <a:moveTo>
                  <a:pt x="692450" y="676275"/>
                </a:moveTo>
                <a:lnTo>
                  <a:pt x="719882" y="676275"/>
                </a:lnTo>
                <a:lnTo>
                  <a:pt x="719882" y="703707"/>
                </a:lnTo>
                <a:lnTo>
                  <a:pt x="692450" y="703707"/>
                </a:lnTo>
                <a:close/>
                <a:moveTo>
                  <a:pt x="576340" y="676275"/>
                </a:moveTo>
                <a:lnTo>
                  <a:pt x="603772" y="676275"/>
                </a:lnTo>
                <a:lnTo>
                  <a:pt x="603772" y="703707"/>
                </a:lnTo>
                <a:lnTo>
                  <a:pt x="576340" y="703707"/>
                </a:lnTo>
                <a:close/>
                <a:moveTo>
                  <a:pt x="456165" y="676275"/>
                </a:moveTo>
                <a:lnTo>
                  <a:pt x="483597" y="676275"/>
                </a:lnTo>
                <a:lnTo>
                  <a:pt x="483597" y="703707"/>
                </a:lnTo>
                <a:lnTo>
                  <a:pt x="456165" y="703707"/>
                </a:lnTo>
                <a:close/>
                <a:moveTo>
                  <a:pt x="340656" y="676275"/>
                </a:moveTo>
                <a:lnTo>
                  <a:pt x="368088" y="676275"/>
                </a:lnTo>
                <a:lnTo>
                  <a:pt x="368088" y="703707"/>
                </a:lnTo>
                <a:lnTo>
                  <a:pt x="340656" y="703707"/>
                </a:lnTo>
                <a:close/>
                <a:moveTo>
                  <a:pt x="226483" y="676275"/>
                </a:moveTo>
                <a:lnTo>
                  <a:pt x="253915" y="676275"/>
                </a:lnTo>
                <a:lnTo>
                  <a:pt x="253915" y="703707"/>
                </a:lnTo>
                <a:lnTo>
                  <a:pt x="226483" y="703707"/>
                </a:lnTo>
                <a:close/>
                <a:moveTo>
                  <a:pt x="114173" y="676275"/>
                </a:moveTo>
                <a:lnTo>
                  <a:pt x="141605" y="676275"/>
                </a:lnTo>
                <a:lnTo>
                  <a:pt x="141605" y="703707"/>
                </a:lnTo>
                <a:lnTo>
                  <a:pt x="114173" y="703707"/>
                </a:lnTo>
                <a:close/>
                <a:moveTo>
                  <a:pt x="0" y="676275"/>
                </a:moveTo>
                <a:lnTo>
                  <a:pt x="27432" y="676275"/>
                </a:lnTo>
                <a:lnTo>
                  <a:pt x="27432" y="703707"/>
                </a:lnTo>
                <a:lnTo>
                  <a:pt x="0" y="703707"/>
                </a:lnTo>
                <a:close/>
                <a:moveTo>
                  <a:pt x="1851331" y="565945"/>
                </a:moveTo>
                <a:lnTo>
                  <a:pt x="1878763" y="565945"/>
                </a:lnTo>
                <a:lnTo>
                  <a:pt x="1878763" y="593377"/>
                </a:lnTo>
                <a:lnTo>
                  <a:pt x="1851331" y="593377"/>
                </a:lnTo>
                <a:close/>
                <a:moveTo>
                  <a:pt x="1737031" y="565945"/>
                </a:moveTo>
                <a:lnTo>
                  <a:pt x="1764463" y="565945"/>
                </a:lnTo>
                <a:lnTo>
                  <a:pt x="1764463" y="593377"/>
                </a:lnTo>
                <a:lnTo>
                  <a:pt x="1737031" y="593377"/>
                </a:lnTo>
                <a:close/>
                <a:moveTo>
                  <a:pt x="1625112" y="565945"/>
                </a:moveTo>
                <a:lnTo>
                  <a:pt x="1652544" y="565945"/>
                </a:lnTo>
                <a:lnTo>
                  <a:pt x="1652544" y="593377"/>
                </a:lnTo>
                <a:lnTo>
                  <a:pt x="1625112" y="593377"/>
                </a:lnTo>
                <a:close/>
                <a:moveTo>
                  <a:pt x="1510812" y="565945"/>
                </a:moveTo>
                <a:lnTo>
                  <a:pt x="1538244" y="565945"/>
                </a:lnTo>
                <a:lnTo>
                  <a:pt x="1538244" y="593377"/>
                </a:lnTo>
                <a:lnTo>
                  <a:pt x="1510812" y="593377"/>
                </a:lnTo>
                <a:close/>
                <a:moveTo>
                  <a:pt x="1394702" y="565945"/>
                </a:moveTo>
                <a:lnTo>
                  <a:pt x="1422134" y="565945"/>
                </a:lnTo>
                <a:lnTo>
                  <a:pt x="1422134" y="593377"/>
                </a:lnTo>
                <a:lnTo>
                  <a:pt x="1394702" y="593377"/>
                </a:lnTo>
                <a:close/>
                <a:moveTo>
                  <a:pt x="1278592" y="565945"/>
                </a:moveTo>
                <a:lnTo>
                  <a:pt x="1306024" y="565945"/>
                </a:lnTo>
                <a:lnTo>
                  <a:pt x="1306024" y="593377"/>
                </a:lnTo>
                <a:lnTo>
                  <a:pt x="1278592" y="593377"/>
                </a:lnTo>
                <a:close/>
                <a:moveTo>
                  <a:pt x="1162482" y="565945"/>
                </a:moveTo>
                <a:lnTo>
                  <a:pt x="1189914" y="565945"/>
                </a:lnTo>
                <a:lnTo>
                  <a:pt x="1189914" y="593377"/>
                </a:lnTo>
                <a:lnTo>
                  <a:pt x="1162482" y="593377"/>
                </a:lnTo>
                <a:close/>
                <a:moveTo>
                  <a:pt x="1042307" y="565945"/>
                </a:moveTo>
                <a:lnTo>
                  <a:pt x="1069739" y="565945"/>
                </a:lnTo>
                <a:lnTo>
                  <a:pt x="1069739" y="593377"/>
                </a:lnTo>
                <a:lnTo>
                  <a:pt x="1042307" y="593377"/>
                </a:lnTo>
                <a:close/>
                <a:moveTo>
                  <a:pt x="926798" y="565945"/>
                </a:moveTo>
                <a:lnTo>
                  <a:pt x="954230" y="565945"/>
                </a:lnTo>
                <a:lnTo>
                  <a:pt x="954230" y="593377"/>
                </a:lnTo>
                <a:lnTo>
                  <a:pt x="926798" y="593377"/>
                </a:lnTo>
                <a:close/>
                <a:moveTo>
                  <a:pt x="812625" y="565945"/>
                </a:moveTo>
                <a:lnTo>
                  <a:pt x="840057" y="565945"/>
                </a:lnTo>
                <a:lnTo>
                  <a:pt x="840057" y="593377"/>
                </a:lnTo>
                <a:lnTo>
                  <a:pt x="812625" y="593377"/>
                </a:lnTo>
                <a:close/>
                <a:moveTo>
                  <a:pt x="692450" y="565945"/>
                </a:moveTo>
                <a:lnTo>
                  <a:pt x="719882" y="565945"/>
                </a:lnTo>
                <a:lnTo>
                  <a:pt x="719882" y="593377"/>
                </a:lnTo>
                <a:lnTo>
                  <a:pt x="692450" y="593377"/>
                </a:lnTo>
                <a:close/>
                <a:moveTo>
                  <a:pt x="576340" y="565945"/>
                </a:moveTo>
                <a:lnTo>
                  <a:pt x="603772" y="565945"/>
                </a:lnTo>
                <a:lnTo>
                  <a:pt x="603772" y="593377"/>
                </a:lnTo>
                <a:lnTo>
                  <a:pt x="576340" y="593377"/>
                </a:lnTo>
                <a:close/>
                <a:moveTo>
                  <a:pt x="456165" y="565945"/>
                </a:moveTo>
                <a:lnTo>
                  <a:pt x="483597" y="565945"/>
                </a:lnTo>
                <a:lnTo>
                  <a:pt x="483597" y="593377"/>
                </a:lnTo>
                <a:lnTo>
                  <a:pt x="456165" y="593377"/>
                </a:lnTo>
                <a:close/>
                <a:moveTo>
                  <a:pt x="340656" y="565945"/>
                </a:moveTo>
                <a:lnTo>
                  <a:pt x="368088" y="565945"/>
                </a:lnTo>
                <a:lnTo>
                  <a:pt x="368088" y="593377"/>
                </a:lnTo>
                <a:lnTo>
                  <a:pt x="340656" y="593377"/>
                </a:lnTo>
                <a:close/>
                <a:moveTo>
                  <a:pt x="226483" y="565945"/>
                </a:moveTo>
                <a:lnTo>
                  <a:pt x="253915" y="565945"/>
                </a:lnTo>
                <a:lnTo>
                  <a:pt x="253915" y="593377"/>
                </a:lnTo>
                <a:lnTo>
                  <a:pt x="226483" y="593377"/>
                </a:lnTo>
                <a:close/>
                <a:moveTo>
                  <a:pt x="114173" y="565945"/>
                </a:moveTo>
                <a:lnTo>
                  <a:pt x="141605" y="565945"/>
                </a:lnTo>
                <a:lnTo>
                  <a:pt x="141605" y="593377"/>
                </a:lnTo>
                <a:lnTo>
                  <a:pt x="114173" y="593377"/>
                </a:lnTo>
                <a:close/>
                <a:moveTo>
                  <a:pt x="0" y="565945"/>
                </a:moveTo>
                <a:lnTo>
                  <a:pt x="27432" y="565945"/>
                </a:lnTo>
                <a:lnTo>
                  <a:pt x="27432" y="593377"/>
                </a:lnTo>
                <a:lnTo>
                  <a:pt x="0" y="593377"/>
                </a:lnTo>
                <a:close/>
                <a:moveTo>
                  <a:pt x="1851331" y="452438"/>
                </a:moveTo>
                <a:lnTo>
                  <a:pt x="1878763" y="452438"/>
                </a:lnTo>
                <a:lnTo>
                  <a:pt x="1878763" y="479870"/>
                </a:lnTo>
                <a:lnTo>
                  <a:pt x="1851331" y="479870"/>
                </a:lnTo>
                <a:close/>
                <a:moveTo>
                  <a:pt x="1737031" y="452438"/>
                </a:moveTo>
                <a:lnTo>
                  <a:pt x="1764463" y="452438"/>
                </a:lnTo>
                <a:lnTo>
                  <a:pt x="1764463" y="479870"/>
                </a:lnTo>
                <a:lnTo>
                  <a:pt x="1737031" y="479870"/>
                </a:lnTo>
                <a:close/>
                <a:moveTo>
                  <a:pt x="1625112" y="452438"/>
                </a:moveTo>
                <a:lnTo>
                  <a:pt x="1652544" y="452438"/>
                </a:lnTo>
                <a:lnTo>
                  <a:pt x="1652544" y="479870"/>
                </a:lnTo>
                <a:lnTo>
                  <a:pt x="1625112" y="479870"/>
                </a:lnTo>
                <a:close/>
                <a:moveTo>
                  <a:pt x="1510812" y="452438"/>
                </a:moveTo>
                <a:lnTo>
                  <a:pt x="1538244" y="452438"/>
                </a:lnTo>
                <a:lnTo>
                  <a:pt x="1538244" y="479870"/>
                </a:lnTo>
                <a:lnTo>
                  <a:pt x="1510812" y="479870"/>
                </a:lnTo>
                <a:close/>
                <a:moveTo>
                  <a:pt x="1394702" y="452438"/>
                </a:moveTo>
                <a:lnTo>
                  <a:pt x="1422134" y="452438"/>
                </a:lnTo>
                <a:lnTo>
                  <a:pt x="1422134" y="479870"/>
                </a:lnTo>
                <a:lnTo>
                  <a:pt x="1394702" y="479870"/>
                </a:lnTo>
                <a:close/>
                <a:moveTo>
                  <a:pt x="1278592" y="452438"/>
                </a:moveTo>
                <a:lnTo>
                  <a:pt x="1306024" y="452438"/>
                </a:lnTo>
                <a:lnTo>
                  <a:pt x="1306024" y="479870"/>
                </a:lnTo>
                <a:lnTo>
                  <a:pt x="1278592" y="479870"/>
                </a:lnTo>
                <a:close/>
                <a:moveTo>
                  <a:pt x="1162482" y="452438"/>
                </a:moveTo>
                <a:lnTo>
                  <a:pt x="1189914" y="452438"/>
                </a:lnTo>
                <a:lnTo>
                  <a:pt x="1189914" y="479870"/>
                </a:lnTo>
                <a:lnTo>
                  <a:pt x="1162482" y="479870"/>
                </a:lnTo>
                <a:close/>
                <a:moveTo>
                  <a:pt x="1042307" y="452438"/>
                </a:moveTo>
                <a:lnTo>
                  <a:pt x="1069739" y="452438"/>
                </a:lnTo>
                <a:lnTo>
                  <a:pt x="1069739" y="479870"/>
                </a:lnTo>
                <a:lnTo>
                  <a:pt x="1042307" y="479870"/>
                </a:lnTo>
                <a:close/>
                <a:moveTo>
                  <a:pt x="926798" y="452438"/>
                </a:moveTo>
                <a:lnTo>
                  <a:pt x="954230" y="452438"/>
                </a:lnTo>
                <a:lnTo>
                  <a:pt x="954230" y="479870"/>
                </a:lnTo>
                <a:lnTo>
                  <a:pt x="926798" y="479870"/>
                </a:lnTo>
                <a:close/>
                <a:moveTo>
                  <a:pt x="812625" y="452438"/>
                </a:moveTo>
                <a:lnTo>
                  <a:pt x="840057" y="452438"/>
                </a:lnTo>
                <a:lnTo>
                  <a:pt x="840057" y="479870"/>
                </a:lnTo>
                <a:lnTo>
                  <a:pt x="812625" y="479870"/>
                </a:lnTo>
                <a:close/>
                <a:moveTo>
                  <a:pt x="692450" y="452438"/>
                </a:moveTo>
                <a:lnTo>
                  <a:pt x="719882" y="452438"/>
                </a:lnTo>
                <a:lnTo>
                  <a:pt x="719882" y="479870"/>
                </a:lnTo>
                <a:lnTo>
                  <a:pt x="692450" y="479870"/>
                </a:lnTo>
                <a:close/>
                <a:moveTo>
                  <a:pt x="576340" y="452438"/>
                </a:moveTo>
                <a:lnTo>
                  <a:pt x="603772" y="452438"/>
                </a:lnTo>
                <a:lnTo>
                  <a:pt x="603772" y="479870"/>
                </a:lnTo>
                <a:lnTo>
                  <a:pt x="576340" y="479870"/>
                </a:lnTo>
                <a:close/>
                <a:moveTo>
                  <a:pt x="456165" y="452438"/>
                </a:moveTo>
                <a:lnTo>
                  <a:pt x="483597" y="452438"/>
                </a:lnTo>
                <a:lnTo>
                  <a:pt x="483597" y="479870"/>
                </a:lnTo>
                <a:lnTo>
                  <a:pt x="456165" y="479870"/>
                </a:lnTo>
                <a:close/>
                <a:moveTo>
                  <a:pt x="340656" y="452438"/>
                </a:moveTo>
                <a:lnTo>
                  <a:pt x="368088" y="452438"/>
                </a:lnTo>
                <a:lnTo>
                  <a:pt x="368088" y="479870"/>
                </a:lnTo>
                <a:lnTo>
                  <a:pt x="340656" y="479870"/>
                </a:lnTo>
                <a:close/>
                <a:moveTo>
                  <a:pt x="226483" y="452438"/>
                </a:moveTo>
                <a:lnTo>
                  <a:pt x="253915" y="452438"/>
                </a:lnTo>
                <a:lnTo>
                  <a:pt x="253915" y="479870"/>
                </a:lnTo>
                <a:lnTo>
                  <a:pt x="226483" y="479870"/>
                </a:lnTo>
                <a:close/>
                <a:moveTo>
                  <a:pt x="114173" y="452438"/>
                </a:moveTo>
                <a:lnTo>
                  <a:pt x="141605" y="452438"/>
                </a:lnTo>
                <a:lnTo>
                  <a:pt x="141605" y="479870"/>
                </a:lnTo>
                <a:lnTo>
                  <a:pt x="114173" y="479870"/>
                </a:lnTo>
                <a:close/>
                <a:moveTo>
                  <a:pt x="0" y="452438"/>
                </a:moveTo>
                <a:lnTo>
                  <a:pt x="27432" y="452438"/>
                </a:lnTo>
                <a:lnTo>
                  <a:pt x="27432" y="479870"/>
                </a:lnTo>
                <a:lnTo>
                  <a:pt x="0" y="479870"/>
                </a:lnTo>
                <a:close/>
                <a:moveTo>
                  <a:pt x="1851331" y="337344"/>
                </a:moveTo>
                <a:lnTo>
                  <a:pt x="1878763" y="337344"/>
                </a:lnTo>
                <a:lnTo>
                  <a:pt x="1878763" y="364776"/>
                </a:lnTo>
                <a:lnTo>
                  <a:pt x="1851331" y="364776"/>
                </a:lnTo>
                <a:close/>
                <a:moveTo>
                  <a:pt x="1737031" y="337344"/>
                </a:moveTo>
                <a:lnTo>
                  <a:pt x="1764463" y="337344"/>
                </a:lnTo>
                <a:lnTo>
                  <a:pt x="1764463" y="364776"/>
                </a:lnTo>
                <a:lnTo>
                  <a:pt x="1737031" y="364776"/>
                </a:lnTo>
                <a:close/>
                <a:moveTo>
                  <a:pt x="1625112" y="337344"/>
                </a:moveTo>
                <a:lnTo>
                  <a:pt x="1652544" y="337344"/>
                </a:lnTo>
                <a:lnTo>
                  <a:pt x="1652544" y="364776"/>
                </a:lnTo>
                <a:lnTo>
                  <a:pt x="1625112" y="364776"/>
                </a:lnTo>
                <a:close/>
                <a:moveTo>
                  <a:pt x="1510812" y="337344"/>
                </a:moveTo>
                <a:lnTo>
                  <a:pt x="1538244" y="337344"/>
                </a:lnTo>
                <a:lnTo>
                  <a:pt x="1538244" y="364776"/>
                </a:lnTo>
                <a:lnTo>
                  <a:pt x="1510812" y="364776"/>
                </a:lnTo>
                <a:close/>
                <a:moveTo>
                  <a:pt x="1394702" y="337344"/>
                </a:moveTo>
                <a:lnTo>
                  <a:pt x="1422134" y="337344"/>
                </a:lnTo>
                <a:lnTo>
                  <a:pt x="1422134" y="364776"/>
                </a:lnTo>
                <a:lnTo>
                  <a:pt x="1394702" y="364776"/>
                </a:lnTo>
                <a:close/>
                <a:moveTo>
                  <a:pt x="1278592" y="337344"/>
                </a:moveTo>
                <a:lnTo>
                  <a:pt x="1306024" y="337344"/>
                </a:lnTo>
                <a:lnTo>
                  <a:pt x="1306024" y="364776"/>
                </a:lnTo>
                <a:lnTo>
                  <a:pt x="1278592" y="364776"/>
                </a:lnTo>
                <a:close/>
                <a:moveTo>
                  <a:pt x="1162482" y="337344"/>
                </a:moveTo>
                <a:lnTo>
                  <a:pt x="1189914" y="337344"/>
                </a:lnTo>
                <a:lnTo>
                  <a:pt x="1189914" y="364776"/>
                </a:lnTo>
                <a:lnTo>
                  <a:pt x="1162482" y="364776"/>
                </a:lnTo>
                <a:close/>
                <a:moveTo>
                  <a:pt x="1042307" y="337344"/>
                </a:moveTo>
                <a:lnTo>
                  <a:pt x="1069739" y="337344"/>
                </a:lnTo>
                <a:lnTo>
                  <a:pt x="1069739" y="364776"/>
                </a:lnTo>
                <a:lnTo>
                  <a:pt x="1042307" y="364776"/>
                </a:lnTo>
                <a:close/>
                <a:moveTo>
                  <a:pt x="926798" y="337344"/>
                </a:moveTo>
                <a:lnTo>
                  <a:pt x="954230" y="337344"/>
                </a:lnTo>
                <a:lnTo>
                  <a:pt x="954230" y="364776"/>
                </a:lnTo>
                <a:lnTo>
                  <a:pt x="926798" y="364776"/>
                </a:lnTo>
                <a:close/>
                <a:moveTo>
                  <a:pt x="812625" y="337344"/>
                </a:moveTo>
                <a:lnTo>
                  <a:pt x="840057" y="337344"/>
                </a:lnTo>
                <a:lnTo>
                  <a:pt x="840057" y="364776"/>
                </a:lnTo>
                <a:lnTo>
                  <a:pt x="812625" y="364776"/>
                </a:lnTo>
                <a:close/>
                <a:moveTo>
                  <a:pt x="692450" y="337344"/>
                </a:moveTo>
                <a:lnTo>
                  <a:pt x="719882" y="337344"/>
                </a:lnTo>
                <a:lnTo>
                  <a:pt x="719882" y="364776"/>
                </a:lnTo>
                <a:lnTo>
                  <a:pt x="692450" y="364776"/>
                </a:lnTo>
                <a:close/>
                <a:moveTo>
                  <a:pt x="576340" y="337344"/>
                </a:moveTo>
                <a:lnTo>
                  <a:pt x="603772" y="337344"/>
                </a:lnTo>
                <a:lnTo>
                  <a:pt x="603772" y="364776"/>
                </a:lnTo>
                <a:lnTo>
                  <a:pt x="576340" y="364776"/>
                </a:lnTo>
                <a:close/>
                <a:moveTo>
                  <a:pt x="456165" y="337344"/>
                </a:moveTo>
                <a:lnTo>
                  <a:pt x="483597" y="337344"/>
                </a:lnTo>
                <a:lnTo>
                  <a:pt x="483597" y="364776"/>
                </a:lnTo>
                <a:lnTo>
                  <a:pt x="456165" y="364776"/>
                </a:lnTo>
                <a:close/>
                <a:moveTo>
                  <a:pt x="340656" y="337344"/>
                </a:moveTo>
                <a:lnTo>
                  <a:pt x="368088" y="337344"/>
                </a:lnTo>
                <a:lnTo>
                  <a:pt x="368088" y="364776"/>
                </a:lnTo>
                <a:lnTo>
                  <a:pt x="340656" y="364776"/>
                </a:lnTo>
                <a:close/>
                <a:moveTo>
                  <a:pt x="226483" y="337344"/>
                </a:moveTo>
                <a:lnTo>
                  <a:pt x="253915" y="337344"/>
                </a:lnTo>
                <a:lnTo>
                  <a:pt x="253915" y="364776"/>
                </a:lnTo>
                <a:lnTo>
                  <a:pt x="226483" y="364776"/>
                </a:lnTo>
                <a:close/>
                <a:moveTo>
                  <a:pt x="114173" y="337344"/>
                </a:moveTo>
                <a:lnTo>
                  <a:pt x="141605" y="337344"/>
                </a:lnTo>
                <a:lnTo>
                  <a:pt x="141605" y="364776"/>
                </a:lnTo>
                <a:lnTo>
                  <a:pt x="114173" y="364776"/>
                </a:lnTo>
                <a:close/>
                <a:moveTo>
                  <a:pt x="0" y="337344"/>
                </a:moveTo>
                <a:lnTo>
                  <a:pt x="27432" y="337344"/>
                </a:lnTo>
                <a:lnTo>
                  <a:pt x="27432" y="364776"/>
                </a:lnTo>
                <a:lnTo>
                  <a:pt x="0" y="364776"/>
                </a:lnTo>
                <a:close/>
                <a:moveTo>
                  <a:pt x="1851331" y="223837"/>
                </a:moveTo>
                <a:lnTo>
                  <a:pt x="1878763" y="223837"/>
                </a:lnTo>
                <a:lnTo>
                  <a:pt x="1878763" y="251269"/>
                </a:lnTo>
                <a:lnTo>
                  <a:pt x="1851331" y="251269"/>
                </a:lnTo>
                <a:close/>
                <a:moveTo>
                  <a:pt x="1737031" y="223837"/>
                </a:moveTo>
                <a:lnTo>
                  <a:pt x="1764463" y="223837"/>
                </a:lnTo>
                <a:lnTo>
                  <a:pt x="1764463" y="251269"/>
                </a:lnTo>
                <a:lnTo>
                  <a:pt x="1737031" y="251269"/>
                </a:lnTo>
                <a:close/>
                <a:moveTo>
                  <a:pt x="1625112" y="223837"/>
                </a:moveTo>
                <a:lnTo>
                  <a:pt x="1652544" y="223837"/>
                </a:lnTo>
                <a:lnTo>
                  <a:pt x="1652544" y="251269"/>
                </a:lnTo>
                <a:lnTo>
                  <a:pt x="1625112" y="251269"/>
                </a:lnTo>
                <a:close/>
                <a:moveTo>
                  <a:pt x="1510812" y="223837"/>
                </a:moveTo>
                <a:lnTo>
                  <a:pt x="1538244" y="223837"/>
                </a:lnTo>
                <a:lnTo>
                  <a:pt x="1538244" y="251269"/>
                </a:lnTo>
                <a:lnTo>
                  <a:pt x="1510812" y="251269"/>
                </a:lnTo>
                <a:close/>
                <a:moveTo>
                  <a:pt x="1394702" y="223837"/>
                </a:moveTo>
                <a:lnTo>
                  <a:pt x="1422134" y="223837"/>
                </a:lnTo>
                <a:lnTo>
                  <a:pt x="1422134" y="251269"/>
                </a:lnTo>
                <a:lnTo>
                  <a:pt x="1394702" y="251269"/>
                </a:lnTo>
                <a:close/>
                <a:moveTo>
                  <a:pt x="1278592" y="223837"/>
                </a:moveTo>
                <a:lnTo>
                  <a:pt x="1306024" y="223837"/>
                </a:lnTo>
                <a:lnTo>
                  <a:pt x="1306024" y="251269"/>
                </a:lnTo>
                <a:lnTo>
                  <a:pt x="1278592" y="251269"/>
                </a:lnTo>
                <a:close/>
                <a:moveTo>
                  <a:pt x="1162482" y="223837"/>
                </a:moveTo>
                <a:lnTo>
                  <a:pt x="1189914" y="223837"/>
                </a:lnTo>
                <a:lnTo>
                  <a:pt x="1189914" y="251269"/>
                </a:lnTo>
                <a:lnTo>
                  <a:pt x="1162482" y="251269"/>
                </a:lnTo>
                <a:close/>
                <a:moveTo>
                  <a:pt x="1042307" y="223837"/>
                </a:moveTo>
                <a:lnTo>
                  <a:pt x="1069739" y="223837"/>
                </a:lnTo>
                <a:lnTo>
                  <a:pt x="1069739" y="251269"/>
                </a:lnTo>
                <a:lnTo>
                  <a:pt x="1042307" y="251269"/>
                </a:lnTo>
                <a:close/>
                <a:moveTo>
                  <a:pt x="926798" y="223837"/>
                </a:moveTo>
                <a:lnTo>
                  <a:pt x="954230" y="223837"/>
                </a:lnTo>
                <a:lnTo>
                  <a:pt x="954230" y="251269"/>
                </a:lnTo>
                <a:lnTo>
                  <a:pt x="926798" y="251269"/>
                </a:lnTo>
                <a:close/>
                <a:moveTo>
                  <a:pt x="812625" y="223837"/>
                </a:moveTo>
                <a:lnTo>
                  <a:pt x="840057" y="223837"/>
                </a:lnTo>
                <a:lnTo>
                  <a:pt x="840057" y="251269"/>
                </a:lnTo>
                <a:lnTo>
                  <a:pt x="812625" y="251269"/>
                </a:lnTo>
                <a:close/>
                <a:moveTo>
                  <a:pt x="692450" y="223837"/>
                </a:moveTo>
                <a:lnTo>
                  <a:pt x="719882" y="223837"/>
                </a:lnTo>
                <a:lnTo>
                  <a:pt x="719882" y="251269"/>
                </a:lnTo>
                <a:lnTo>
                  <a:pt x="692450" y="251269"/>
                </a:lnTo>
                <a:close/>
                <a:moveTo>
                  <a:pt x="576340" y="223837"/>
                </a:moveTo>
                <a:lnTo>
                  <a:pt x="603772" y="223837"/>
                </a:lnTo>
                <a:lnTo>
                  <a:pt x="603772" y="251269"/>
                </a:lnTo>
                <a:lnTo>
                  <a:pt x="576340" y="251269"/>
                </a:lnTo>
                <a:close/>
                <a:moveTo>
                  <a:pt x="456165" y="223837"/>
                </a:moveTo>
                <a:lnTo>
                  <a:pt x="483597" y="223837"/>
                </a:lnTo>
                <a:lnTo>
                  <a:pt x="483597" y="251269"/>
                </a:lnTo>
                <a:lnTo>
                  <a:pt x="456165" y="251269"/>
                </a:lnTo>
                <a:close/>
                <a:moveTo>
                  <a:pt x="340656" y="223837"/>
                </a:moveTo>
                <a:lnTo>
                  <a:pt x="368088" y="223837"/>
                </a:lnTo>
                <a:lnTo>
                  <a:pt x="368088" y="251269"/>
                </a:lnTo>
                <a:lnTo>
                  <a:pt x="340656" y="251269"/>
                </a:lnTo>
                <a:close/>
                <a:moveTo>
                  <a:pt x="226483" y="223837"/>
                </a:moveTo>
                <a:lnTo>
                  <a:pt x="253915" y="223837"/>
                </a:lnTo>
                <a:lnTo>
                  <a:pt x="253915" y="251269"/>
                </a:lnTo>
                <a:lnTo>
                  <a:pt x="226483" y="251269"/>
                </a:lnTo>
                <a:close/>
                <a:moveTo>
                  <a:pt x="114173" y="223837"/>
                </a:moveTo>
                <a:lnTo>
                  <a:pt x="141605" y="223837"/>
                </a:lnTo>
                <a:lnTo>
                  <a:pt x="141605" y="251269"/>
                </a:lnTo>
                <a:lnTo>
                  <a:pt x="114173" y="251269"/>
                </a:lnTo>
                <a:close/>
                <a:moveTo>
                  <a:pt x="0" y="223837"/>
                </a:moveTo>
                <a:lnTo>
                  <a:pt x="27432" y="223837"/>
                </a:lnTo>
                <a:lnTo>
                  <a:pt x="27432" y="251269"/>
                </a:lnTo>
                <a:lnTo>
                  <a:pt x="0" y="251269"/>
                </a:lnTo>
                <a:close/>
                <a:moveTo>
                  <a:pt x="1851331" y="113507"/>
                </a:moveTo>
                <a:lnTo>
                  <a:pt x="1878763" y="113507"/>
                </a:lnTo>
                <a:lnTo>
                  <a:pt x="1878763" y="140939"/>
                </a:lnTo>
                <a:lnTo>
                  <a:pt x="1851331" y="140939"/>
                </a:lnTo>
                <a:close/>
                <a:moveTo>
                  <a:pt x="1737031" y="113507"/>
                </a:moveTo>
                <a:lnTo>
                  <a:pt x="1764463" y="113507"/>
                </a:lnTo>
                <a:lnTo>
                  <a:pt x="1764463" y="140939"/>
                </a:lnTo>
                <a:lnTo>
                  <a:pt x="1737031" y="140939"/>
                </a:lnTo>
                <a:close/>
                <a:moveTo>
                  <a:pt x="1625112" y="113507"/>
                </a:moveTo>
                <a:lnTo>
                  <a:pt x="1652544" y="113507"/>
                </a:lnTo>
                <a:lnTo>
                  <a:pt x="1652544" y="140939"/>
                </a:lnTo>
                <a:lnTo>
                  <a:pt x="1625112" y="140939"/>
                </a:lnTo>
                <a:close/>
                <a:moveTo>
                  <a:pt x="1510812" y="113507"/>
                </a:moveTo>
                <a:lnTo>
                  <a:pt x="1538244" y="113507"/>
                </a:lnTo>
                <a:lnTo>
                  <a:pt x="1538244" y="140939"/>
                </a:lnTo>
                <a:lnTo>
                  <a:pt x="1510812" y="140939"/>
                </a:lnTo>
                <a:close/>
                <a:moveTo>
                  <a:pt x="1394702" y="113507"/>
                </a:moveTo>
                <a:lnTo>
                  <a:pt x="1422134" y="113507"/>
                </a:lnTo>
                <a:lnTo>
                  <a:pt x="1422134" y="140939"/>
                </a:lnTo>
                <a:lnTo>
                  <a:pt x="1394702" y="140939"/>
                </a:lnTo>
                <a:close/>
                <a:moveTo>
                  <a:pt x="1278592" y="113507"/>
                </a:moveTo>
                <a:lnTo>
                  <a:pt x="1306024" y="113507"/>
                </a:lnTo>
                <a:lnTo>
                  <a:pt x="1306024" y="140939"/>
                </a:lnTo>
                <a:lnTo>
                  <a:pt x="1278592" y="140939"/>
                </a:lnTo>
                <a:close/>
                <a:moveTo>
                  <a:pt x="1162482" y="113507"/>
                </a:moveTo>
                <a:lnTo>
                  <a:pt x="1189914" y="113507"/>
                </a:lnTo>
                <a:lnTo>
                  <a:pt x="1189914" y="140939"/>
                </a:lnTo>
                <a:lnTo>
                  <a:pt x="1162482" y="140939"/>
                </a:lnTo>
                <a:close/>
                <a:moveTo>
                  <a:pt x="1042307" y="113507"/>
                </a:moveTo>
                <a:lnTo>
                  <a:pt x="1069739" y="113507"/>
                </a:lnTo>
                <a:lnTo>
                  <a:pt x="1069739" y="140939"/>
                </a:lnTo>
                <a:lnTo>
                  <a:pt x="1042307" y="140939"/>
                </a:lnTo>
                <a:close/>
                <a:moveTo>
                  <a:pt x="926798" y="113507"/>
                </a:moveTo>
                <a:lnTo>
                  <a:pt x="954230" y="113507"/>
                </a:lnTo>
                <a:lnTo>
                  <a:pt x="954230" y="140939"/>
                </a:lnTo>
                <a:lnTo>
                  <a:pt x="926798" y="140939"/>
                </a:lnTo>
                <a:close/>
                <a:moveTo>
                  <a:pt x="812625" y="113507"/>
                </a:moveTo>
                <a:lnTo>
                  <a:pt x="840057" y="113507"/>
                </a:lnTo>
                <a:lnTo>
                  <a:pt x="840057" y="140939"/>
                </a:lnTo>
                <a:lnTo>
                  <a:pt x="812625" y="140939"/>
                </a:lnTo>
                <a:close/>
                <a:moveTo>
                  <a:pt x="692450" y="113507"/>
                </a:moveTo>
                <a:lnTo>
                  <a:pt x="719882" y="113507"/>
                </a:lnTo>
                <a:lnTo>
                  <a:pt x="719882" y="140939"/>
                </a:lnTo>
                <a:lnTo>
                  <a:pt x="692450" y="140939"/>
                </a:lnTo>
                <a:close/>
                <a:moveTo>
                  <a:pt x="576340" y="113507"/>
                </a:moveTo>
                <a:lnTo>
                  <a:pt x="603772" y="113507"/>
                </a:lnTo>
                <a:lnTo>
                  <a:pt x="603772" y="140939"/>
                </a:lnTo>
                <a:lnTo>
                  <a:pt x="576340" y="140939"/>
                </a:lnTo>
                <a:close/>
                <a:moveTo>
                  <a:pt x="456165" y="113507"/>
                </a:moveTo>
                <a:lnTo>
                  <a:pt x="483597" y="113507"/>
                </a:lnTo>
                <a:lnTo>
                  <a:pt x="483597" y="140939"/>
                </a:lnTo>
                <a:lnTo>
                  <a:pt x="456165" y="140939"/>
                </a:lnTo>
                <a:close/>
                <a:moveTo>
                  <a:pt x="340656" y="113507"/>
                </a:moveTo>
                <a:lnTo>
                  <a:pt x="368088" y="113507"/>
                </a:lnTo>
                <a:lnTo>
                  <a:pt x="368088" y="140939"/>
                </a:lnTo>
                <a:lnTo>
                  <a:pt x="340656" y="140939"/>
                </a:lnTo>
                <a:close/>
                <a:moveTo>
                  <a:pt x="226483" y="113507"/>
                </a:moveTo>
                <a:lnTo>
                  <a:pt x="253915" y="113507"/>
                </a:lnTo>
                <a:lnTo>
                  <a:pt x="253915" y="140939"/>
                </a:lnTo>
                <a:lnTo>
                  <a:pt x="226483" y="140939"/>
                </a:lnTo>
                <a:close/>
                <a:moveTo>
                  <a:pt x="114173" y="113507"/>
                </a:moveTo>
                <a:lnTo>
                  <a:pt x="141605" y="113507"/>
                </a:lnTo>
                <a:lnTo>
                  <a:pt x="141605" y="140939"/>
                </a:lnTo>
                <a:lnTo>
                  <a:pt x="114173" y="140939"/>
                </a:lnTo>
                <a:close/>
                <a:moveTo>
                  <a:pt x="0" y="113507"/>
                </a:moveTo>
                <a:lnTo>
                  <a:pt x="27432" y="113507"/>
                </a:lnTo>
                <a:lnTo>
                  <a:pt x="27432" y="140939"/>
                </a:lnTo>
                <a:lnTo>
                  <a:pt x="0" y="140939"/>
                </a:lnTo>
                <a:close/>
                <a:moveTo>
                  <a:pt x="1851331" y="0"/>
                </a:moveTo>
                <a:lnTo>
                  <a:pt x="1878763" y="0"/>
                </a:lnTo>
                <a:lnTo>
                  <a:pt x="1878763" y="27432"/>
                </a:lnTo>
                <a:lnTo>
                  <a:pt x="1851331" y="27432"/>
                </a:lnTo>
                <a:close/>
                <a:moveTo>
                  <a:pt x="1737031" y="0"/>
                </a:moveTo>
                <a:lnTo>
                  <a:pt x="1764463" y="0"/>
                </a:lnTo>
                <a:lnTo>
                  <a:pt x="1764463" y="27432"/>
                </a:lnTo>
                <a:lnTo>
                  <a:pt x="1737031" y="27432"/>
                </a:lnTo>
                <a:close/>
                <a:moveTo>
                  <a:pt x="1625112" y="0"/>
                </a:moveTo>
                <a:lnTo>
                  <a:pt x="1652544" y="0"/>
                </a:lnTo>
                <a:lnTo>
                  <a:pt x="1652544" y="27432"/>
                </a:lnTo>
                <a:lnTo>
                  <a:pt x="1625112" y="27432"/>
                </a:lnTo>
                <a:close/>
                <a:moveTo>
                  <a:pt x="1510812" y="0"/>
                </a:moveTo>
                <a:lnTo>
                  <a:pt x="1538244" y="0"/>
                </a:lnTo>
                <a:lnTo>
                  <a:pt x="1538244" y="27432"/>
                </a:lnTo>
                <a:lnTo>
                  <a:pt x="1510812" y="27432"/>
                </a:lnTo>
                <a:close/>
                <a:moveTo>
                  <a:pt x="1394702" y="0"/>
                </a:moveTo>
                <a:lnTo>
                  <a:pt x="1422134" y="0"/>
                </a:lnTo>
                <a:lnTo>
                  <a:pt x="1422134" y="27432"/>
                </a:lnTo>
                <a:lnTo>
                  <a:pt x="1394702" y="27432"/>
                </a:lnTo>
                <a:close/>
                <a:moveTo>
                  <a:pt x="1278592" y="0"/>
                </a:moveTo>
                <a:lnTo>
                  <a:pt x="1306024" y="0"/>
                </a:lnTo>
                <a:lnTo>
                  <a:pt x="1306024" y="27432"/>
                </a:lnTo>
                <a:lnTo>
                  <a:pt x="1278592" y="27432"/>
                </a:lnTo>
                <a:close/>
                <a:moveTo>
                  <a:pt x="1162482" y="0"/>
                </a:moveTo>
                <a:lnTo>
                  <a:pt x="1189914" y="0"/>
                </a:lnTo>
                <a:lnTo>
                  <a:pt x="1189914" y="27432"/>
                </a:lnTo>
                <a:lnTo>
                  <a:pt x="1162482" y="27432"/>
                </a:lnTo>
                <a:close/>
                <a:moveTo>
                  <a:pt x="1042307" y="0"/>
                </a:moveTo>
                <a:lnTo>
                  <a:pt x="1069739" y="0"/>
                </a:lnTo>
                <a:lnTo>
                  <a:pt x="1069739" y="27432"/>
                </a:lnTo>
                <a:lnTo>
                  <a:pt x="1042307" y="27432"/>
                </a:lnTo>
                <a:close/>
                <a:moveTo>
                  <a:pt x="926798" y="0"/>
                </a:moveTo>
                <a:lnTo>
                  <a:pt x="954230" y="0"/>
                </a:lnTo>
                <a:lnTo>
                  <a:pt x="954230" y="27432"/>
                </a:lnTo>
                <a:lnTo>
                  <a:pt x="926798" y="27432"/>
                </a:lnTo>
                <a:close/>
                <a:moveTo>
                  <a:pt x="812625" y="0"/>
                </a:moveTo>
                <a:lnTo>
                  <a:pt x="840057" y="0"/>
                </a:lnTo>
                <a:lnTo>
                  <a:pt x="840057" y="27432"/>
                </a:lnTo>
                <a:lnTo>
                  <a:pt x="812625" y="27432"/>
                </a:lnTo>
                <a:close/>
                <a:moveTo>
                  <a:pt x="692450" y="0"/>
                </a:moveTo>
                <a:lnTo>
                  <a:pt x="719882" y="0"/>
                </a:lnTo>
                <a:lnTo>
                  <a:pt x="719882" y="27432"/>
                </a:lnTo>
                <a:lnTo>
                  <a:pt x="692450" y="27432"/>
                </a:lnTo>
                <a:close/>
                <a:moveTo>
                  <a:pt x="576340" y="0"/>
                </a:moveTo>
                <a:lnTo>
                  <a:pt x="603772" y="0"/>
                </a:lnTo>
                <a:lnTo>
                  <a:pt x="603772" y="27432"/>
                </a:lnTo>
                <a:lnTo>
                  <a:pt x="576340" y="27432"/>
                </a:lnTo>
                <a:close/>
                <a:moveTo>
                  <a:pt x="456165" y="0"/>
                </a:moveTo>
                <a:lnTo>
                  <a:pt x="483597" y="0"/>
                </a:lnTo>
                <a:lnTo>
                  <a:pt x="483597" y="27432"/>
                </a:lnTo>
                <a:lnTo>
                  <a:pt x="456165" y="27432"/>
                </a:lnTo>
                <a:close/>
                <a:moveTo>
                  <a:pt x="340656" y="0"/>
                </a:moveTo>
                <a:lnTo>
                  <a:pt x="368088" y="0"/>
                </a:lnTo>
                <a:lnTo>
                  <a:pt x="368088" y="27432"/>
                </a:lnTo>
                <a:lnTo>
                  <a:pt x="340656" y="27432"/>
                </a:lnTo>
                <a:close/>
                <a:moveTo>
                  <a:pt x="226483" y="0"/>
                </a:moveTo>
                <a:lnTo>
                  <a:pt x="253915" y="0"/>
                </a:lnTo>
                <a:lnTo>
                  <a:pt x="253915" y="27432"/>
                </a:lnTo>
                <a:lnTo>
                  <a:pt x="226483" y="27432"/>
                </a:lnTo>
                <a:close/>
                <a:moveTo>
                  <a:pt x="114173" y="0"/>
                </a:moveTo>
                <a:lnTo>
                  <a:pt x="141605" y="0"/>
                </a:lnTo>
                <a:lnTo>
                  <a:pt x="141605" y="27432"/>
                </a:lnTo>
                <a:lnTo>
                  <a:pt x="114173" y="27432"/>
                </a:lnTo>
                <a:close/>
                <a:moveTo>
                  <a:pt x="0" y="0"/>
                </a:moveTo>
                <a:lnTo>
                  <a:pt x="27432" y="0"/>
                </a:lnTo>
                <a:lnTo>
                  <a:pt x="27432" y="27432"/>
                </a:lnTo>
                <a:lnTo>
                  <a:pt x="0" y="2743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F1A817DA-7458-6030-11A4-A8E048E45DA0}"/>
              </a:ext>
            </a:extLst>
          </p:cNvPr>
          <p:cNvSpPr/>
          <p:nvPr userDrawn="1"/>
        </p:nvSpPr>
        <p:spPr>
          <a:xfrm>
            <a:off x="-12031" y="0"/>
            <a:ext cx="693070" cy="9017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9D369FA6-9CB5-1BFE-CDAE-AD1146E865FD}"/>
              </a:ext>
            </a:extLst>
          </p:cNvPr>
          <p:cNvSpPr/>
          <p:nvPr userDrawn="1"/>
        </p:nvSpPr>
        <p:spPr>
          <a:xfrm>
            <a:off x="-12031" y="9017666"/>
            <a:ext cx="693070" cy="2344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595694DA-E891-D69B-F7D9-0DF7850A412B}"/>
              </a:ext>
            </a:extLst>
          </p:cNvPr>
          <p:cNvSpPr/>
          <p:nvPr userDrawn="1"/>
        </p:nvSpPr>
        <p:spPr>
          <a:xfrm>
            <a:off x="-12031" y="9251901"/>
            <a:ext cx="693070" cy="23445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rgbClr val="008BC9"/>
              </a:solidFill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FBFB2A13-497C-5451-5C13-FED8D571F143}"/>
              </a:ext>
            </a:extLst>
          </p:cNvPr>
          <p:cNvSpPr/>
          <p:nvPr userDrawn="1"/>
        </p:nvSpPr>
        <p:spPr>
          <a:xfrm>
            <a:off x="1440000" y="641384"/>
            <a:ext cx="1495911" cy="1015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3" name="Título 17">
            <a:extLst>
              <a:ext uri="{FF2B5EF4-FFF2-40B4-BE49-F238E27FC236}">
                <a16:creationId xmlns:a16="http://schemas.microsoft.com/office/drawing/2014/main" id="{6C49AEF3-AEFE-0744-E9FB-930736DAA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1" y="742950"/>
            <a:ext cx="15408000" cy="1001213"/>
          </a:xfrm>
          <a:prstGeom prst="rect">
            <a:avLst/>
          </a:prstGeom>
        </p:spPr>
        <p:txBody>
          <a:bodyPr tIns="360000" anchor="b" anchorCtr="0"/>
          <a:lstStyle>
            <a:lvl1pPr>
              <a:lnSpc>
                <a:spcPct val="100000"/>
              </a:lnSpc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CCB24EB7-4BB4-2A6A-1A31-AFCC32F7770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39068" y="2335213"/>
            <a:ext cx="7812882" cy="7265988"/>
          </a:xfrm>
          <a:prstGeom prst="rect">
            <a:avLst/>
          </a:prstGeom>
        </p:spPr>
        <p:txBody>
          <a:bodyPr anchor="t">
            <a:normAutofit/>
          </a:bodyPr>
          <a:lstStyle>
            <a:lvl1pPr marL="54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  <a:defRPr sz="4000" b="1">
                <a:solidFill>
                  <a:schemeClr val="tx1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1pPr>
            <a:lvl2pPr marL="108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85000"/>
              <a:buFont typeface="Wingdings" panose="05000000000000000000" pitchFamily="2" charset="2"/>
              <a:buChar char="§"/>
              <a:defRPr sz="4000" b="1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2pPr>
            <a:lvl3pPr marL="162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7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16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6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ts val="3449"/>
              </a:lnSpc>
              <a:spcBef>
                <a:spcPts val="0"/>
              </a:spcBef>
              <a:defRPr sz="2699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6ABCACF9-F91C-7360-D772-E392FE2E81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572750" y="3136900"/>
            <a:ext cx="6286500" cy="5657850"/>
          </a:xfrm>
          <a:prstGeom prst="rect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noAutofit/>
          </a:bodyPr>
          <a:lstStyle>
            <a:lvl1pPr>
              <a:defRPr lang="en-US" b="1" dirty="0">
                <a:solidFill>
                  <a:schemeClr val="bg1"/>
                </a:solidFill>
                <a:latin typeface=""/>
              </a:defRPr>
            </a:lvl1pPr>
          </a:lstStyle>
          <a:p>
            <a:pPr marR="0" lvl="0" algn="ctr" defTabSz="1371417" fontAlgn="auto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pt-BR"/>
              <a:t>Clique no ícone para adicionar uma imagem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25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 linha - conteúdo + imagem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>
            <a:extLst>
              <a:ext uri="{FF2B5EF4-FFF2-40B4-BE49-F238E27FC236}">
                <a16:creationId xmlns:a16="http://schemas.microsoft.com/office/drawing/2014/main" id="{FD92BD5C-44B6-E00D-1407-E43C28CD8669}"/>
              </a:ext>
            </a:extLst>
          </p:cNvPr>
          <p:cNvSpPr/>
          <p:nvPr userDrawn="1"/>
        </p:nvSpPr>
        <p:spPr>
          <a:xfrm>
            <a:off x="1440000" y="641384"/>
            <a:ext cx="2857500" cy="1015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21" name="Freeform: Shape 5">
            <a:extLst>
              <a:ext uri="{FF2B5EF4-FFF2-40B4-BE49-F238E27FC236}">
                <a16:creationId xmlns:a16="http://schemas.microsoft.com/office/drawing/2014/main" id="{5CC45013-FFBE-4900-8390-C8BBD58E2120}"/>
              </a:ext>
            </a:extLst>
          </p:cNvPr>
          <p:cNvSpPr/>
          <p:nvPr userDrawn="1"/>
        </p:nvSpPr>
        <p:spPr>
          <a:xfrm>
            <a:off x="14515207" y="3480446"/>
            <a:ext cx="2864093" cy="2577684"/>
          </a:xfrm>
          <a:custGeom>
            <a:avLst/>
            <a:gdLst>
              <a:gd name="connsiteX0" fmla="*/ 1851331 w 1878763"/>
              <a:gd name="connsiteY0" fmla="*/ 1692867 h 1720299"/>
              <a:gd name="connsiteX1" fmla="*/ 1878763 w 1878763"/>
              <a:gd name="connsiteY1" fmla="*/ 1692867 h 1720299"/>
              <a:gd name="connsiteX2" fmla="*/ 1878763 w 1878763"/>
              <a:gd name="connsiteY2" fmla="*/ 1720299 h 1720299"/>
              <a:gd name="connsiteX3" fmla="*/ 1851331 w 1878763"/>
              <a:gd name="connsiteY3" fmla="*/ 1720299 h 1720299"/>
              <a:gd name="connsiteX4" fmla="*/ 1737031 w 1878763"/>
              <a:gd name="connsiteY4" fmla="*/ 1692867 h 1720299"/>
              <a:gd name="connsiteX5" fmla="*/ 1764463 w 1878763"/>
              <a:gd name="connsiteY5" fmla="*/ 1692867 h 1720299"/>
              <a:gd name="connsiteX6" fmla="*/ 1764463 w 1878763"/>
              <a:gd name="connsiteY6" fmla="*/ 1720299 h 1720299"/>
              <a:gd name="connsiteX7" fmla="*/ 1737031 w 1878763"/>
              <a:gd name="connsiteY7" fmla="*/ 1720299 h 1720299"/>
              <a:gd name="connsiteX8" fmla="*/ 1625112 w 1878763"/>
              <a:gd name="connsiteY8" fmla="*/ 1692867 h 1720299"/>
              <a:gd name="connsiteX9" fmla="*/ 1652544 w 1878763"/>
              <a:gd name="connsiteY9" fmla="*/ 1692867 h 1720299"/>
              <a:gd name="connsiteX10" fmla="*/ 1652544 w 1878763"/>
              <a:gd name="connsiteY10" fmla="*/ 1720299 h 1720299"/>
              <a:gd name="connsiteX11" fmla="*/ 1625112 w 1878763"/>
              <a:gd name="connsiteY11" fmla="*/ 1720299 h 1720299"/>
              <a:gd name="connsiteX12" fmla="*/ 1510812 w 1878763"/>
              <a:gd name="connsiteY12" fmla="*/ 1692867 h 1720299"/>
              <a:gd name="connsiteX13" fmla="*/ 1538244 w 1878763"/>
              <a:gd name="connsiteY13" fmla="*/ 1692867 h 1720299"/>
              <a:gd name="connsiteX14" fmla="*/ 1538244 w 1878763"/>
              <a:gd name="connsiteY14" fmla="*/ 1720299 h 1720299"/>
              <a:gd name="connsiteX15" fmla="*/ 1510812 w 1878763"/>
              <a:gd name="connsiteY15" fmla="*/ 1720299 h 1720299"/>
              <a:gd name="connsiteX16" fmla="*/ 1394702 w 1878763"/>
              <a:gd name="connsiteY16" fmla="*/ 1692867 h 1720299"/>
              <a:gd name="connsiteX17" fmla="*/ 1422134 w 1878763"/>
              <a:gd name="connsiteY17" fmla="*/ 1692867 h 1720299"/>
              <a:gd name="connsiteX18" fmla="*/ 1422134 w 1878763"/>
              <a:gd name="connsiteY18" fmla="*/ 1720299 h 1720299"/>
              <a:gd name="connsiteX19" fmla="*/ 1394702 w 1878763"/>
              <a:gd name="connsiteY19" fmla="*/ 1720299 h 1720299"/>
              <a:gd name="connsiteX20" fmla="*/ 1278592 w 1878763"/>
              <a:gd name="connsiteY20" fmla="*/ 1692867 h 1720299"/>
              <a:gd name="connsiteX21" fmla="*/ 1306024 w 1878763"/>
              <a:gd name="connsiteY21" fmla="*/ 1692867 h 1720299"/>
              <a:gd name="connsiteX22" fmla="*/ 1306024 w 1878763"/>
              <a:gd name="connsiteY22" fmla="*/ 1720299 h 1720299"/>
              <a:gd name="connsiteX23" fmla="*/ 1278592 w 1878763"/>
              <a:gd name="connsiteY23" fmla="*/ 1720299 h 1720299"/>
              <a:gd name="connsiteX24" fmla="*/ 1162482 w 1878763"/>
              <a:gd name="connsiteY24" fmla="*/ 1692867 h 1720299"/>
              <a:gd name="connsiteX25" fmla="*/ 1189914 w 1878763"/>
              <a:gd name="connsiteY25" fmla="*/ 1692867 h 1720299"/>
              <a:gd name="connsiteX26" fmla="*/ 1189914 w 1878763"/>
              <a:gd name="connsiteY26" fmla="*/ 1720299 h 1720299"/>
              <a:gd name="connsiteX27" fmla="*/ 1162482 w 1878763"/>
              <a:gd name="connsiteY27" fmla="*/ 1720299 h 1720299"/>
              <a:gd name="connsiteX28" fmla="*/ 1042307 w 1878763"/>
              <a:gd name="connsiteY28" fmla="*/ 1692867 h 1720299"/>
              <a:gd name="connsiteX29" fmla="*/ 1069739 w 1878763"/>
              <a:gd name="connsiteY29" fmla="*/ 1692867 h 1720299"/>
              <a:gd name="connsiteX30" fmla="*/ 1069739 w 1878763"/>
              <a:gd name="connsiteY30" fmla="*/ 1720299 h 1720299"/>
              <a:gd name="connsiteX31" fmla="*/ 1042307 w 1878763"/>
              <a:gd name="connsiteY31" fmla="*/ 1720299 h 1720299"/>
              <a:gd name="connsiteX32" fmla="*/ 926798 w 1878763"/>
              <a:gd name="connsiteY32" fmla="*/ 1692867 h 1720299"/>
              <a:gd name="connsiteX33" fmla="*/ 954230 w 1878763"/>
              <a:gd name="connsiteY33" fmla="*/ 1692867 h 1720299"/>
              <a:gd name="connsiteX34" fmla="*/ 954230 w 1878763"/>
              <a:gd name="connsiteY34" fmla="*/ 1720299 h 1720299"/>
              <a:gd name="connsiteX35" fmla="*/ 926798 w 1878763"/>
              <a:gd name="connsiteY35" fmla="*/ 1720299 h 1720299"/>
              <a:gd name="connsiteX36" fmla="*/ 812625 w 1878763"/>
              <a:gd name="connsiteY36" fmla="*/ 1692867 h 1720299"/>
              <a:gd name="connsiteX37" fmla="*/ 840057 w 1878763"/>
              <a:gd name="connsiteY37" fmla="*/ 1692867 h 1720299"/>
              <a:gd name="connsiteX38" fmla="*/ 840057 w 1878763"/>
              <a:gd name="connsiteY38" fmla="*/ 1720299 h 1720299"/>
              <a:gd name="connsiteX39" fmla="*/ 812625 w 1878763"/>
              <a:gd name="connsiteY39" fmla="*/ 1720299 h 1720299"/>
              <a:gd name="connsiteX40" fmla="*/ 692450 w 1878763"/>
              <a:gd name="connsiteY40" fmla="*/ 1692867 h 1720299"/>
              <a:gd name="connsiteX41" fmla="*/ 719882 w 1878763"/>
              <a:gd name="connsiteY41" fmla="*/ 1692867 h 1720299"/>
              <a:gd name="connsiteX42" fmla="*/ 719882 w 1878763"/>
              <a:gd name="connsiteY42" fmla="*/ 1720299 h 1720299"/>
              <a:gd name="connsiteX43" fmla="*/ 692450 w 1878763"/>
              <a:gd name="connsiteY43" fmla="*/ 1720299 h 1720299"/>
              <a:gd name="connsiteX44" fmla="*/ 576340 w 1878763"/>
              <a:gd name="connsiteY44" fmla="*/ 1692867 h 1720299"/>
              <a:gd name="connsiteX45" fmla="*/ 603772 w 1878763"/>
              <a:gd name="connsiteY45" fmla="*/ 1692867 h 1720299"/>
              <a:gd name="connsiteX46" fmla="*/ 603772 w 1878763"/>
              <a:gd name="connsiteY46" fmla="*/ 1720299 h 1720299"/>
              <a:gd name="connsiteX47" fmla="*/ 576340 w 1878763"/>
              <a:gd name="connsiteY47" fmla="*/ 1720299 h 1720299"/>
              <a:gd name="connsiteX48" fmla="*/ 456165 w 1878763"/>
              <a:gd name="connsiteY48" fmla="*/ 1692867 h 1720299"/>
              <a:gd name="connsiteX49" fmla="*/ 483597 w 1878763"/>
              <a:gd name="connsiteY49" fmla="*/ 1692867 h 1720299"/>
              <a:gd name="connsiteX50" fmla="*/ 483597 w 1878763"/>
              <a:gd name="connsiteY50" fmla="*/ 1720299 h 1720299"/>
              <a:gd name="connsiteX51" fmla="*/ 456165 w 1878763"/>
              <a:gd name="connsiteY51" fmla="*/ 1720299 h 1720299"/>
              <a:gd name="connsiteX52" fmla="*/ 340656 w 1878763"/>
              <a:gd name="connsiteY52" fmla="*/ 1692867 h 1720299"/>
              <a:gd name="connsiteX53" fmla="*/ 368088 w 1878763"/>
              <a:gd name="connsiteY53" fmla="*/ 1692867 h 1720299"/>
              <a:gd name="connsiteX54" fmla="*/ 368088 w 1878763"/>
              <a:gd name="connsiteY54" fmla="*/ 1720299 h 1720299"/>
              <a:gd name="connsiteX55" fmla="*/ 340656 w 1878763"/>
              <a:gd name="connsiteY55" fmla="*/ 1720299 h 1720299"/>
              <a:gd name="connsiteX56" fmla="*/ 226483 w 1878763"/>
              <a:gd name="connsiteY56" fmla="*/ 1692867 h 1720299"/>
              <a:gd name="connsiteX57" fmla="*/ 253915 w 1878763"/>
              <a:gd name="connsiteY57" fmla="*/ 1692867 h 1720299"/>
              <a:gd name="connsiteX58" fmla="*/ 253915 w 1878763"/>
              <a:gd name="connsiteY58" fmla="*/ 1720299 h 1720299"/>
              <a:gd name="connsiteX59" fmla="*/ 226483 w 1878763"/>
              <a:gd name="connsiteY59" fmla="*/ 1720299 h 1720299"/>
              <a:gd name="connsiteX60" fmla="*/ 114173 w 1878763"/>
              <a:gd name="connsiteY60" fmla="*/ 1692867 h 1720299"/>
              <a:gd name="connsiteX61" fmla="*/ 141605 w 1878763"/>
              <a:gd name="connsiteY61" fmla="*/ 1692867 h 1720299"/>
              <a:gd name="connsiteX62" fmla="*/ 141605 w 1878763"/>
              <a:gd name="connsiteY62" fmla="*/ 1720299 h 1720299"/>
              <a:gd name="connsiteX63" fmla="*/ 114173 w 1878763"/>
              <a:gd name="connsiteY63" fmla="*/ 1720299 h 1720299"/>
              <a:gd name="connsiteX64" fmla="*/ 0 w 1878763"/>
              <a:gd name="connsiteY64" fmla="*/ 1692867 h 1720299"/>
              <a:gd name="connsiteX65" fmla="*/ 27432 w 1878763"/>
              <a:gd name="connsiteY65" fmla="*/ 1692867 h 1720299"/>
              <a:gd name="connsiteX66" fmla="*/ 27432 w 1878763"/>
              <a:gd name="connsiteY66" fmla="*/ 1720299 h 1720299"/>
              <a:gd name="connsiteX67" fmla="*/ 0 w 1878763"/>
              <a:gd name="connsiteY67" fmla="*/ 1720299 h 1720299"/>
              <a:gd name="connsiteX68" fmla="*/ 1851331 w 1878763"/>
              <a:gd name="connsiteY68" fmla="*/ 1579360 h 1720299"/>
              <a:gd name="connsiteX69" fmla="*/ 1878763 w 1878763"/>
              <a:gd name="connsiteY69" fmla="*/ 1579360 h 1720299"/>
              <a:gd name="connsiteX70" fmla="*/ 1878763 w 1878763"/>
              <a:gd name="connsiteY70" fmla="*/ 1606792 h 1720299"/>
              <a:gd name="connsiteX71" fmla="*/ 1851331 w 1878763"/>
              <a:gd name="connsiteY71" fmla="*/ 1606792 h 1720299"/>
              <a:gd name="connsiteX72" fmla="*/ 1737031 w 1878763"/>
              <a:gd name="connsiteY72" fmla="*/ 1579360 h 1720299"/>
              <a:gd name="connsiteX73" fmla="*/ 1764463 w 1878763"/>
              <a:gd name="connsiteY73" fmla="*/ 1579360 h 1720299"/>
              <a:gd name="connsiteX74" fmla="*/ 1764463 w 1878763"/>
              <a:gd name="connsiteY74" fmla="*/ 1606792 h 1720299"/>
              <a:gd name="connsiteX75" fmla="*/ 1737031 w 1878763"/>
              <a:gd name="connsiteY75" fmla="*/ 1606792 h 1720299"/>
              <a:gd name="connsiteX76" fmla="*/ 1625112 w 1878763"/>
              <a:gd name="connsiteY76" fmla="*/ 1579360 h 1720299"/>
              <a:gd name="connsiteX77" fmla="*/ 1652544 w 1878763"/>
              <a:gd name="connsiteY77" fmla="*/ 1579360 h 1720299"/>
              <a:gd name="connsiteX78" fmla="*/ 1652544 w 1878763"/>
              <a:gd name="connsiteY78" fmla="*/ 1606792 h 1720299"/>
              <a:gd name="connsiteX79" fmla="*/ 1625112 w 1878763"/>
              <a:gd name="connsiteY79" fmla="*/ 1606792 h 1720299"/>
              <a:gd name="connsiteX80" fmla="*/ 1510812 w 1878763"/>
              <a:gd name="connsiteY80" fmla="*/ 1579360 h 1720299"/>
              <a:gd name="connsiteX81" fmla="*/ 1538244 w 1878763"/>
              <a:gd name="connsiteY81" fmla="*/ 1579360 h 1720299"/>
              <a:gd name="connsiteX82" fmla="*/ 1538244 w 1878763"/>
              <a:gd name="connsiteY82" fmla="*/ 1606792 h 1720299"/>
              <a:gd name="connsiteX83" fmla="*/ 1510812 w 1878763"/>
              <a:gd name="connsiteY83" fmla="*/ 1606792 h 1720299"/>
              <a:gd name="connsiteX84" fmla="*/ 1394702 w 1878763"/>
              <a:gd name="connsiteY84" fmla="*/ 1579360 h 1720299"/>
              <a:gd name="connsiteX85" fmla="*/ 1422134 w 1878763"/>
              <a:gd name="connsiteY85" fmla="*/ 1579360 h 1720299"/>
              <a:gd name="connsiteX86" fmla="*/ 1422134 w 1878763"/>
              <a:gd name="connsiteY86" fmla="*/ 1606792 h 1720299"/>
              <a:gd name="connsiteX87" fmla="*/ 1394702 w 1878763"/>
              <a:gd name="connsiteY87" fmla="*/ 1606792 h 1720299"/>
              <a:gd name="connsiteX88" fmla="*/ 1278592 w 1878763"/>
              <a:gd name="connsiteY88" fmla="*/ 1579360 h 1720299"/>
              <a:gd name="connsiteX89" fmla="*/ 1306024 w 1878763"/>
              <a:gd name="connsiteY89" fmla="*/ 1579360 h 1720299"/>
              <a:gd name="connsiteX90" fmla="*/ 1306024 w 1878763"/>
              <a:gd name="connsiteY90" fmla="*/ 1606792 h 1720299"/>
              <a:gd name="connsiteX91" fmla="*/ 1278592 w 1878763"/>
              <a:gd name="connsiteY91" fmla="*/ 1606792 h 1720299"/>
              <a:gd name="connsiteX92" fmla="*/ 1162482 w 1878763"/>
              <a:gd name="connsiteY92" fmla="*/ 1579360 h 1720299"/>
              <a:gd name="connsiteX93" fmla="*/ 1189914 w 1878763"/>
              <a:gd name="connsiteY93" fmla="*/ 1579360 h 1720299"/>
              <a:gd name="connsiteX94" fmla="*/ 1189914 w 1878763"/>
              <a:gd name="connsiteY94" fmla="*/ 1606792 h 1720299"/>
              <a:gd name="connsiteX95" fmla="*/ 1162482 w 1878763"/>
              <a:gd name="connsiteY95" fmla="*/ 1606792 h 1720299"/>
              <a:gd name="connsiteX96" fmla="*/ 1042307 w 1878763"/>
              <a:gd name="connsiteY96" fmla="*/ 1579360 h 1720299"/>
              <a:gd name="connsiteX97" fmla="*/ 1069739 w 1878763"/>
              <a:gd name="connsiteY97" fmla="*/ 1579360 h 1720299"/>
              <a:gd name="connsiteX98" fmla="*/ 1069739 w 1878763"/>
              <a:gd name="connsiteY98" fmla="*/ 1606792 h 1720299"/>
              <a:gd name="connsiteX99" fmla="*/ 1042307 w 1878763"/>
              <a:gd name="connsiteY99" fmla="*/ 1606792 h 1720299"/>
              <a:gd name="connsiteX100" fmla="*/ 926798 w 1878763"/>
              <a:gd name="connsiteY100" fmla="*/ 1579360 h 1720299"/>
              <a:gd name="connsiteX101" fmla="*/ 954230 w 1878763"/>
              <a:gd name="connsiteY101" fmla="*/ 1579360 h 1720299"/>
              <a:gd name="connsiteX102" fmla="*/ 954230 w 1878763"/>
              <a:gd name="connsiteY102" fmla="*/ 1606792 h 1720299"/>
              <a:gd name="connsiteX103" fmla="*/ 926798 w 1878763"/>
              <a:gd name="connsiteY103" fmla="*/ 1606792 h 1720299"/>
              <a:gd name="connsiteX104" fmla="*/ 812625 w 1878763"/>
              <a:gd name="connsiteY104" fmla="*/ 1579360 h 1720299"/>
              <a:gd name="connsiteX105" fmla="*/ 840057 w 1878763"/>
              <a:gd name="connsiteY105" fmla="*/ 1579360 h 1720299"/>
              <a:gd name="connsiteX106" fmla="*/ 840057 w 1878763"/>
              <a:gd name="connsiteY106" fmla="*/ 1606792 h 1720299"/>
              <a:gd name="connsiteX107" fmla="*/ 812625 w 1878763"/>
              <a:gd name="connsiteY107" fmla="*/ 1606792 h 1720299"/>
              <a:gd name="connsiteX108" fmla="*/ 692450 w 1878763"/>
              <a:gd name="connsiteY108" fmla="*/ 1579360 h 1720299"/>
              <a:gd name="connsiteX109" fmla="*/ 719882 w 1878763"/>
              <a:gd name="connsiteY109" fmla="*/ 1579360 h 1720299"/>
              <a:gd name="connsiteX110" fmla="*/ 719882 w 1878763"/>
              <a:gd name="connsiteY110" fmla="*/ 1606792 h 1720299"/>
              <a:gd name="connsiteX111" fmla="*/ 692450 w 1878763"/>
              <a:gd name="connsiteY111" fmla="*/ 1606792 h 1720299"/>
              <a:gd name="connsiteX112" fmla="*/ 576340 w 1878763"/>
              <a:gd name="connsiteY112" fmla="*/ 1579360 h 1720299"/>
              <a:gd name="connsiteX113" fmla="*/ 603772 w 1878763"/>
              <a:gd name="connsiteY113" fmla="*/ 1579360 h 1720299"/>
              <a:gd name="connsiteX114" fmla="*/ 603772 w 1878763"/>
              <a:gd name="connsiteY114" fmla="*/ 1606792 h 1720299"/>
              <a:gd name="connsiteX115" fmla="*/ 576340 w 1878763"/>
              <a:gd name="connsiteY115" fmla="*/ 1606792 h 1720299"/>
              <a:gd name="connsiteX116" fmla="*/ 456165 w 1878763"/>
              <a:gd name="connsiteY116" fmla="*/ 1579360 h 1720299"/>
              <a:gd name="connsiteX117" fmla="*/ 483597 w 1878763"/>
              <a:gd name="connsiteY117" fmla="*/ 1579360 h 1720299"/>
              <a:gd name="connsiteX118" fmla="*/ 483597 w 1878763"/>
              <a:gd name="connsiteY118" fmla="*/ 1606792 h 1720299"/>
              <a:gd name="connsiteX119" fmla="*/ 456165 w 1878763"/>
              <a:gd name="connsiteY119" fmla="*/ 1606792 h 1720299"/>
              <a:gd name="connsiteX120" fmla="*/ 340656 w 1878763"/>
              <a:gd name="connsiteY120" fmla="*/ 1579360 h 1720299"/>
              <a:gd name="connsiteX121" fmla="*/ 368088 w 1878763"/>
              <a:gd name="connsiteY121" fmla="*/ 1579360 h 1720299"/>
              <a:gd name="connsiteX122" fmla="*/ 368088 w 1878763"/>
              <a:gd name="connsiteY122" fmla="*/ 1606792 h 1720299"/>
              <a:gd name="connsiteX123" fmla="*/ 340656 w 1878763"/>
              <a:gd name="connsiteY123" fmla="*/ 1606792 h 1720299"/>
              <a:gd name="connsiteX124" fmla="*/ 226483 w 1878763"/>
              <a:gd name="connsiteY124" fmla="*/ 1579360 h 1720299"/>
              <a:gd name="connsiteX125" fmla="*/ 253915 w 1878763"/>
              <a:gd name="connsiteY125" fmla="*/ 1579360 h 1720299"/>
              <a:gd name="connsiteX126" fmla="*/ 253915 w 1878763"/>
              <a:gd name="connsiteY126" fmla="*/ 1606792 h 1720299"/>
              <a:gd name="connsiteX127" fmla="*/ 226483 w 1878763"/>
              <a:gd name="connsiteY127" fmla="*/ 1606792 h 1720299"/>
              <a:gd name="connsiteX128" fmla="*/ 114173 w 1878763"/>
              <a:gd name="connsiteY128" fmla="*/ 1579360 h 1720299"/>
              <a:gd name="connsiteX129" fmla="*/ 141605 w 1878763"/>
              <a:gd name="connsiteY129" fmla="*/ 1579360 h 1720299"/>
              <a:gd name="connsiteX130" fmla="*/ 141605 w 1878763"/>
              <a:gd name="connsiteY130" fmla="*/ 1606792 h 1720299"/>
              <a:gd name="connsiteX131" fmla="*/ 114173 w 1878763"/>
              <a:gd name="connsiteY131" fmla="*/ 1606792 h 1720299"/>
              <a:gd name="connsiteX132" fmla="*/ 0 w 1878763"/>
              <a:gd name="connsiteY132" fmla="*/ 1579360 h 1720299"/>
              <a:gd name="connsiteX133" fmla="*/ 27432 w 1878763"/>
              <a:gd name="connsiteY133" fmla="*/ 1579360 h 1720299"/>
              <a:gd name="connsiteX134" fmla="*/ 27432 w 1878763"/>
              <a:gd name="connsiteY134" fmla="*/ 1606792 h 1720299"/>
              <a:gd name="connsiteX135" fmla="*/ 0 w 1878763"/>
              <a:gd name="connsiteY135" fmla="*/ 1606792 h 1720299"/>
              <a:gd name="connsiteX136" fmla="*/ 1851331 w 1878763"/>
              <a:gd name="connsiteY136" fmla="*/ 1469030 h 1720299"/>
              <a:gd name="connsiteX137" fmla="*/ 1878763 w 1878763"/>
              <a:gd name="connsiteY137" fmla="*/ 1469030 h 1720299"/>
              <a:gd name="connsiteX138" fmla="*/ 1878763 w 1878763"/>
              <a:gd name="connsiteY138" fmla="*/ 1496462 h 1720299"/>
              <a:gd name="connsiteX139" fmla="*/ 1851331 w 1878763"/>
              <a:gd name="connsiteY139" fmla="*/ 1496462 h 1720299"/>
              <a:gd name="connsiteX140" fmla="*/ 1737031 w 1878763"/>
              <a:gd name="connsiteY140" fmla="*/ 1469030 h 1720299"/>
              <a:gd name="connsiteX141" fmla="*/ 1764463 w 1878763"/>
              <a:gd name="connsiteY141" fmla="*/ 1469030 h 1720299"/>
              <a:gd name="connsiteX142" fmla="*/ 1764463 w 1878763"/>
              <a:gd name="connsiteY142" fmla="*/ 1496462 h 1720299"/>
              <a:gd name="connsiteX143" fmla="*/ 1737031 w 1878763"/>
              <a:gd name="connsiteY143" fmla="*/ 1496462 h 1720299"/>
              <a:gd name="connsiteX144" fmla="*/ 1625112 w 1878763"/>
              <a:gd name="connsiteY144" fmla="*/ 1469030 h 1720299"/>
              <a:gd name="connsiteX145" fmla="*/ 1652544 w 1878763"/>
              <a:gd name="connsiteY145" fmla="*/ 1469030 h 1720299"/>
              <a:gd name="connsiteX146" fmla="*/ 1652544 w 1878763"/>
              <a:gd name="connsiteY146" fmla="*/ 1496462 h 1720299"/>
              <a:gd name="connsiteX147" fmla="*/ 1625112 w 1878763"/>
              <a:gd name="connsiteY147" fmla="*/ 1496462 h 1720299"/>
              <a:gd name="connsiteX148" fmla="*/ 1510812 w 1878763"/>
              <a:gd name="connsiteY148" fmla="*/ 1469030 h 1720299"/>
              <a:gd name="connsiteX149" fmla="*/ 1538244 w 1878763"/>
              <a:gd name="connsiteY149" fmla="*/ 1469030 h 1720299"/>
              <a:gd name="connsiteX150" fmla="*/ 1538244 w 1878763"/>
              <a:gd name="connsiteY150" fmla="*/ 1496462 h 1720299"/>
              <a:gd name="connsiteX151" fmla="*/ 1510812 w 1878763"/>
              <a:gd name="connsiteY151" fmla="*/ 1496462 h 1720299"/>
              <a:gd name="connsiteX152" fmla="*/ 1394702 w 1878763"/>
              <a:gd name="connsiteY152" fmla="*/ 1469030 h 1720299"/>
              <a:gd name="connsiteX153" fmla="*/ 1422134 w 1878763"/>
              <a:gd name="connsiteY153" fmla="*/ 1469030 h 1720299"/>
              <a:gd name="connsiteX154" fmla="*/ 1422134 w 1878763"/>
              <a:gd name="connsiteY154" fmla="*/ 1496462 h 1720299"/>
              <a:gd name="connsiteX155" fmla="*/ 1394702 w 1878763"/>
              <a:gd name="connsiteY155" fmla="*/ 1496462 h 1720299"/>
              <a:gd name="connsiteX156" fmla="*/ 1278592 w 1878763"/>
              <a:gd name="connsiteY156" fmla="*/ 1469030 h 1720299"/>
              <a:gd name="connsiteX157" fmla="*/ 1306024 w 1878763"/>
              <a:gd name="connsiteY157" fmla="*/ 1469030 h 1720299"/>
              <a:gd name="connsiteX158" fmla="*/ 1306024 w 1878763"/>
              <a:gd name="connsiteY158" fmla="*/ 1496462 h 1720299"/>
              <a:gd name="connsiteX159" fmla="*/ 1278592 w 1878763"/>
              <a:gd name="connsiteY159" fmla="*/ 1496462 h 1720299"/>
              <a:gd name="connsiteX160" fmla="*/ 1162482 w 1878763"/>
              <a:gd name="connsiteY160" fmla="*/ 1469030 h 1720299"/>
              <a:gd name="connsiteX161" fmla="*/ 1189914 w 1878763"/>
              <a:gd name="connsiteY161" fmla="*/ 1469030 h 1720299"/>
              <a:gd name="connsiteX162" fmla="*/ 1189914 w 1878763"/>
              <a:gd name="connsiteY162" fmla="*/ 1496462 h 1720299"/>
              <a:gd name="connsiteX163" fmla="*/ 1162482 w 1878763"/>
              <a:gd name="connsiteY163" fmla="*/ 1496462 h 1720299"/>
              <a:gd name="connsiteX164" fmla="*/ 1042307 w 1878763"/>
              <a:gd name="connsiteY164" fmla="*/ 1469030 h 1720299"/>
              <a:gd name="connsiteX165" fmla="*/ 1069739 w 1878763"/>
              <a:gd name="connsiteY165" fmla="*/ 1469030 h 1720299"/>
              <a:gd name="connsiteX166" fmla="*/ 1069739 w 1878763"/>
              <a:gd name="connsiteY166" fmla="*/ 1496462 h 1720299"/>
              <a:gd name="connsiteX167" fmla="*/ 1042307 w 1878763"/>
              <a:gd name="connsiteY167" fmla="*/ 1496462 h 1720299"/>
              <a:gd name="connsiteX168" fmla="*/ 926798 w 1878763"/>
              <a:gd name="connsiteY168" fmla="*/ 1469030 h 1720299"/>
              <a:gd name="connsiteX169" fmla="*/ 954230 w 1878763"/>
              <a:gd name="connsiteY169" fmla="*/ 1469030 h 1720299"/>
              <a:gd name="connsiteX170" fmla="*/ 954230 w 1878763"/>
              <a:gd name="connsiteY170" fmla="*/ 1496462 h 1720299"/>
              <a:gd name="connsiteX171" fmla="*/ 926798 w 1878763"/>
              <a:gd name="connsiteY171" fmla="*/ 1496462 h 1720299"/>
              <a:gd name="connsiteX172" fmla="*/ 812625 w 1878763"/>
              <a:gd name="connsiteY172" fmla="*/ 1469030 h 1720299"/>
              <a:gd name="connsiteX173" fmla="*/ 840057 w 1878763"/>
              <a:gd name="connsiteY173" fmla="*/ 1469030 h 1720299"/>
              <a:gd name="connsiteX174" fmla="*/ 840057 w 1878763"/>
              <a:gd name="connsiteY174" fmla="*/ 1496462 h 1720299"/>
              <a:gd name="connsiteX175" fmla="*/ 812625 w 1878763"/>
              <a:gd name="connsiteY175" fmla="*/ 1496462 h 1720299"/>
              <a:gd name="connsiteX176" fmla="*/ 692450 w 1878763"/>
              <a:gd name="connsiteY176" fmla="*/ 1469030 h 1720299"/>
              <a:gd name="connsiteX177" fmla="*/ 719882 w 1878763"/>
              <a:gd name="connsiteY177" fmla="*/ 1469030 h 1720299"/>
              <a:gd name="connsiteX178" fmla="*/ 719882 w 1878763"/>
              <a:gd name="connsiteY178" fmla="*/ 1496462 h 1720299"/>
              <a:gd name="connsiteX179" fmla="*/ 692450 w 1878763"/>
              <a:gd name="connsiteY179" fmla="*/ 1496462 h 1720299"/>
              <a:gd name="connsiteX180" fmla="*/ 576340 w 1878763"/>
              <a:gd name="connsiteY180" fmla="*/ 1469030 h 1720299"/>
              <a:gd name="connsiteX181" fmla="*/ 603772 w 1878763"/>
              <a:gd name="connsiteY181" fmla="*/ 1469030 h 1720299"/>
              <a:gd name="connsiteX182" fmla="*/ 603772 w 1878763"/>
              <a:gd name="connsiteY182" fmla="*/ 1496462 h 1720299"/>
              <a:gd name="connsiteX183" fmla="*/ 576340 w 1878763"/>
              <a:gd name="connsiteY183" fmla="*/ 1496462 h 1720299"/>
              <a:gd name="connsiteX184" fmla="*/ 456165 w 1878763"/>
              <a:gd name="connsiteY184" fmla="*/ 1469030 h 1720299"/>
              <a:gd name="connsiteX185" fmla="*/ 483597 w 1878763"/>
              <a:gd name="connsiteY185" fmla="*/ 1469030 h 1720299"/>
              <a:gd name="connsiteX186" fmla="*/ 483597 w 1878763"/>
              <a:gd name="connsiteY186" fmla="*/ 1496462 h 1720299"/>
              <a:gd name="connsiteX187" fmla="*/ 456165 w 1878763"/>
              <a:gd name="connsiteY187" fmla="*/ 1496462 h 1720299"/>
              <a:gd name="connsiteX188" fmla="*/ 340656 w 1878763"/>
              <a:gd name="connsiteY188" fmla="*/ 1469030 h 1720299"/>
              <a:gd name="connsiteX189" fmla="*/ 368088 w 1878763"/>
              <a:gd name="connsiteY189" fmla="*/ 1469030 h 1720299"/>
              <a:gd name="connsiteX190" fmla="*/ 368088 w 1878763"/>
              <a:gd name="connsiteY190" fmla="*/ 1496462 h 1720299"/>
              <a:gd name="connsiteX191" fmla="*/ 340656 w 1878763"/>
              <a:gd name="connsiteY191" fmla="*/ 1496462 h 1720299"/>
              <a:gd name="connsiteX192" fmla="*/ 226483 w 1878763"/>
              <a:gd name="connsiteY192" fmla="*/ 1469030 h 1720299"/>
              <a:gd name="connsiteX193" fmla="*/ 253915 w 1878763"/>
              <a:gd name="connsiteY193" fmla="*/ 1469030 h 1720299"/>
              <a:gd name="connsiteX194" fmla="*/ 253915 w 1878763"/>
              <a:gd name="connsiteY194" fmla="*/ 1496462 h 1720299"/>
              <a:gd name="connsiteX195" fmla="*/ 226483 w 1878763"/>
              <a:gd name="connsiteY195" fmla="*/ 1496462 h 1720299"/>
              <a:gd name="connsiteX196" fmla="*/ 114173 w 1878763"/>
              <a:gd name="connsiteY196" fmla="*/ 1469030 h 1720299"/>
              <a:gd name="connsiteX197" fmla="*/ 141605 w 1878763"/>
              <a:gd name="connsiteY197" fmla="*/ 1469030 h 1720299"/>
              <a:gd name="connsiteX198" fmla="*/ 141605 w 1878763"/>
              <a:gd name="connsiteY198" fmla="*/ 1496462 h 1720299"/>
              <a:gd name="connsiteX199" fmla="*/ 114173 w 1878763"/>
              <a:gd name="connsiteY199" fmla="*/ 1496462 h 1720299"/>
              <a:gd name="connsiteX200" fmla="*/ 0 w 1878763"/>
              <a:gd name="connsiteY200" fmla="*/ 1469030 h 1720299"/>
              <a:gd name="connsiteX201" fmla="*/ 27432 w 1878763"/>
              <a:gd name="connsiteY201" fmla="*/ 1469030 h 1720299"/>
              <a:gd name="connsiteX202" fmla="*/ 27432 w 1878763"/>
              <a:gd name="connsiteY202" fmla="*/ 1496462 h 1720299"/>
              <a:gd name="connsiteX203" fmla="*/ 0 w 1878763"/>
              <a:gd name="connsiteY203" fmla="*/ 1496462 h 1720299"/>
              <a:gd name="connsiteX204" fmla="*/ 1851331 w 1878763"/>
              <a:gd name="connsiteY204" fmla="*/ 1355523 h 1720299"/>
              <a:gd name="connsiteX205" fmla="*/ 1878763 w 1878763"/>
              <a:gd name="connsiteY205" fmla="*/ 1355523 h 1720299"/>
              <a:gd name="connsiteX206" fmla="*/ 1878763 w 1878763"/>
              <a:gd name="connsiteY206" fmla="*/ 1382955 h 1720299"/>
              <a:gd name="connsiteX207" fmla="*/ 1851331 w 1878763"/>
              <a:gd name="connsiteY207" fmla="*/ 1382955 h 1720299"/>
              <a:gd name="connsiteX208" fmla="*/ 1737031 w 1878763"/>
              <a:gd name="connsiteY208" fmla="*/ 1355523 h 1720299"/>
              <a:gd name="connsiteX209" fmla="*/ 1764463 w 1878763"/>
              <a:gd name="connsiteY209" fmla="*/ 1355523 h 1720299"/>
              <a:gd name="connsiteX210" fmla="*/ 1764463 w 1878763"/>
              <a:gd name="connsiteY210" fmla="*/ 1382955 h 1720299"/>
              <a:gd name="connsiteX211" fmla="*/ 1737031 w 1878763"/>
              <a:gd name="connsiteY211" fmla="*/ 1382955 h 1720299"/>
              <a:gd name="connsiteX212" fmla="*/ 1625112 w 1878763"/>
              <a:gd name="connsiteY212" fmla="*/ 1355523 h 1720299"/>
              <a:gd name="connsiteX213" fmla="*/ 1652544 w 1878763"/>
              <a:gd name="connsiteY213" fmla="*/ 1355523 h 1720299"/>
              <a:gd name="connsiteX214" fmla="*/ 1652544 w 1878763"/>
              <a:gd name="connsiteY214" fmla="*/ 1382955 h 1720299"/>
              <a:gd name="connsiteX215" fmla="*/ 1625112 w 1878763"/>
              <a:gd name="connsiteY215" fmla="*/ 1382955 h 1720299"/>
              <a:gd name="connsiteX216" fmla="*/ 1510812 w 1878763"/>
              <a:gd name="connsiteY216" fmla="*/ 1355523 h 1720299"/>
              <a:gd name="connsiteX217" fmla="*/ 1538244 w 1878763"/>
              <a:gd name="connsiteY217" fmla="*/ 1355523 h 1720299"/>
              <a:gd name="connsiteX218" fmla="*/ 1538244 w 1878763"/>
              <a:gd name="connsiteY218" fmla="*/ 1382955 h 1720299"/>
              <a:gd name="connsiteX219" fmla="*/ 1510812 w 1878763"/>
              <a:gd name="connsiteY219" fmla="*/ 1382955 h 1720299"/>
              <a:gd name="connsiteX220" fmla="*/ 1394702 w 1878763"/>
              <a:gd name="connsiteY220" fmla="*/ 1355523 h 1720299"/>
              <a:gd name="connsiteX221" fmla="*/ 1422134 w 1878763"/>
              <a:gd name="connsiteY221" fmla="*/ 1355523 h 1720299"/>
              <a:gd name="connsiteX222" fmla="*/ 1422134 w 1878763"/>
              <a:gd name="connsiteY222" fmla="*/ 1382955 h 1720299"/>
              <a:gd name="connsiteX223" fmla="*/ 1394702 w 1878763"/>
              <a:gd name="connsiteY223" fmla="*/ 1382955 h 1720299"/>
              <a:gd name="connsiteX224" fmla="*/ 1278592 w 1878763"/>
              <a:gd name="connsiteY224" fmla="*/ 1355523 h 1720299"/>
              <a:gd name="connsiteX225" fmla="*/ 1306024 w 1878763"/>
              <a:gd name="connsiteY225" fmla="*/ 1355523 h 1720299"/>
              <a:gd name="connsiteX226" fmla="*/ 1306024 w 1878763"/>
              <a:gd name="connsiteY226" fmla="*/ 1382955 h 1720299"/>
              <a:gd name="connsiteX227" fmla="*/ 1278592 w 1878763"/>
              <a:gd name="connsiteY227" fmla="*/ 1382955 h 1720299"/>
              <a:gd name="connsiteX228" fmla="*/ 1162482 w 1878763"/>
              <a:gd name="connsiteY228" fmla="*/ 1355523 h 1720299"/>
              <a:gd name="connsiteX229" fmla="*/ 1189914 w 1878763"/>
              <a:gd name="connsiteY229" fmla="*/ 1355523 h 1720299"/>
              <a:gd name="connsiteX230" fmla="*/ 1189914 w 1878763"/>
              <a:gd name="connsiteY230" fmla="*/ 1382955 h 1720299"/>
              <a:gd name="connsiteX231" fmla="*/ 1162482 w 1878763"/>
              <a:gd name="connsiteY231" fmla="*/ 1382955 h 1720299"/>
              <a:gd name="connsiteX232" fmla="*/ 1042307 w 1878763"/>
              <a:gd name="connsiteY232" fmla="*/ 1355523 h 1720299"/>
              <a:gd name="connsiteX233" fmla="*/ 1069739 w 1878763"/>
              <a:gd name="connsiteY233" fmla="*/ 1355523 h 1720299"/>
              <a:gd name="connsiteX234" fmla="*/ 1069739 w 1878763"/>
              <a:gd name="connsiteY234" fmla="*/ 1382955 h 1720299"/>
              <a:gd name="connsiteX235" fmla="*/ 1042307 w 1878763"/>
              <a:gd name="connsiteY235" fmla="*/ 1382955 h 1720299"/>
              <a:gd name="connsiteX236" fmla="*/ 926798 w 1878763"/>
              <a:gd name="connsiteY236" fmla="*/ 1355523 h 1720299"/>
              <a:gd name="connsiteX237" fmla="*/ 954230 w 1878763"/>
              <a:gd name="connsiteY237" fmla="*/ 1355523 h 1720299"/>
              <a:gd name="connsiteX238" fmla="*/ 954230 w 1878763"/>
              <a:gd name="connsiteY238" fmla="*/ 1382955 h 1720299"/>
              <a:gd name="connsiteX239" fmla="*/ 926798 w 1878763"/>
              <a:gd name="connsiteY239" fmla="*/ 1382955 h 1720299"/>
              <a:gd name="connsiteX240" fmla="*/ 812625 w 1878763"/>
              <a:gd name="connsiteY240" fmla="*/ 1355523 h 1720299"/>
              <a:gd name="connsiteX241" fmla="*/ 840057 w 1878763"/>
              <a:gd name="connsiteY241" fmla="*/ 1355523 h 1720299"/>
              <a:gd name="connsiteX242" fmla="*/ 840057 w 1878763"/>
              <a:gd name="connsiteY242" fmla="*/ 1382955 h 1720299"/>
              <a:gd name="connsiteX243" fmla="*/ 812625 w 1878763"/>
              <a:gd name="connsiteY243" fmla="*/ 1382955 h 1720299"/>
              <a:gd name="connsiteX244" fmla="*/ 692450 w 1878763"/>
              <a:gd name="connsiteY244" fmla="*/ 1355523 h 1720299"/>
              <a:gd name="connsiteX245" fmla="*/ 719882 w 1878763"/>
              <a:gd name="connsiteY245" fmla="*/ 1355523 h 1720299"/>
              <a:gd name="connsiteX246" fmla="*/ 719882 w 1878763"/>
              <a:gd name="connsiteY246" fmla="*/ 1382955 h 1720299"/>
              <a:gd name="connsiteX247" fmla="*/ 692450 w 1878763"/>
              <a:gd name="connsiteY247" fmla="*/ 1382955 h 1720299"/>
              <a:gd name="connsiteX248" fmla="*/ 576340 w 1878763"/>
              <a:gd name="connsiteY248" fmla="*/ 1355523 h 1720299"/>
              <a:gd name="connsiteX249" fmla="*/ 603772 w 1878763"/>
              <a:gd name="connsiteY249" fmla="*/ 1355523 h 1720299"/>
              <a:gd name="connsiteX250" fmla="*/ 603772 w 1878763"/>
              <a:gd name="connsiteY250" fmla="*/ 1382955 h 1720299"/>
              <a:gd name="connsiteX251" fmla="*/ 576340 w 1878763"/>
              <a:gd name="connsiteY251" fmla="*/ 1382955 h 1720299"/>
              <a:gd name="connsiteX252" fmla="*/ 456165 w 1878763"/>
              <a:gd name="connsiteY252" fmla="*/ 1355523 h 1720299"/>
              <a:gd name="connsiteX253" fmla="*/ 483597 w 1878763"/>
              <a:gd name="connsiteY253" fmla="*/ 1355523 h 1720299"/>
              <a:gd name="connsiteX254" fmla="*/ 483597 w 1878763"/>
              <a:gd name="connsiteY254" fmla="*/ 1382955 h 1720299"/>
              <a:gd name="connsiteX255" fmla="*/ 456165 w 1878763"/>
              <a:gd name="connsiteY255" fmla="*/ 1382955 h 1720299"/>
              <a:gd name="connsiteX256" fmla="*/ 340656 w 1878763"/>
              <a:gd name="connsiteY256" fmla="*/ 1355523 h 1720299"/>
              <a:gd name="connsiteX257" fmla="*/ 368088 w 1878763"/>
              <a:gd name="connsiteY257" fmla="*/ 1355523 h 1720299"/>
              <a:gd name="connsiteX258" fmla="*/ 368088 w 1878763"/>
              <a:gd name="connsiteY258" fmla="*/ 1382955 h 1720299"/>
              <a:gd name="connsiteX259" fmla="*/ 340656 w 1878763"/>
              <a:gd name="connsiteY259" fmla="*/ 1382955 h 1720299"/>
              <a:gd name="connsiteX260" fmla="*/ 226483 w 1878763"/>
              <a:gd name="connsiteY260" fmla="*/ 1355523 h 1720299"/>
              <a:gd name="connsiteX261" fmla="*/ 253915 w 1878763"/>
              <a:gd name="connsiteY261" fmla="*/ 1355523 h 1720299"/>
              <a:gd name="connsiteX262" fmla="*/ 253915 w 1878763"/>
              <a:gd name="connsiteY262" fmla="*/ 1382955 h 1720299"/>
              <a:gd name="connsiteX263" fmla="*/ 226483 w 1878763"/>
              <a:gd name="connsiteY263" fmla="*/ 1382955 h 1720299"/>
              <a:gd name="connsiteX264" fmla="*/ 114173 w 1878763"/>
              <a:gd name="connsiteY264" fmla="*/ 1355523 h 1720299"/>
              <a:gd name="connsiteX265" fmla="*/ 141605 w 1878763"/>
              <a:gd name="connsiteY265" fmla="*/ 1355523 h 1720299"/>
              <a:gd name="connsiteX266" fmla="*/ 141605 w 1878763"/>
              <a:gd name="connsiteY266" fmla="*/ 1382955 h 1720299"/>
              <a:gd name="connsiteX267" fmla="*/ 114173 w 1878763"/>
              <a:gd name="connsiteY267" fmla="*/ 1382955 h 1720299"/>
              <a:gd name="connsiteX268" fmla="*/ 0 w 1878763"/>
              <a:gd name="connsiteY268" fmla="*/ 1355523 h 1720299"/>
              <a:gd name="connsiteX269" fmla="*/ 27432 w 1878763"/>
              <a:gd name="connsiteY269" fmla="*/ 1355523 h 1720299"/>
              <a:gd name="connsiteX270" fmla="*/ 27432 w 1878763"/>
              <a:gd name="connsiteY270" fmla="*/ 1382955 h 1720299"/>
              <a:gd name="connsiteX271" fmla="*/ 0 w 1878763"/>
              <a:gd name="connsiteY271" fmla="*/ 1382955 h 1720299"/>
              <a:gd name="connsiteX272" fmla="*/ 1851331 w 1878763"/>
              <a:gd name="connsiteY272" fmla="*/ 1242220 h 1720299"/>
              <a:gd name="connsiteX273" fmla="*/ 1878763 w 1878763"/>
              <a:gd name="connsiteY273" fmla="*/ 1242220 h 1720299"/>
              <a:gd name="connsiteX274" fmla="*/ 1878763 w 1878763"/>
              <a:gd name="connsiteY274" fmla="*/ 1269652 h 1720299"/>
              <a:gd name="connsiteX275" fmla="*/ 1851331 w 1878763"/>
              <a:gd name="connsiteY275" fmla="*/ 1269652 h 1720299"/>
              <a:gd name="connsiteX276" fmla="*/ 1737031 w 1878763"/>
              <a:gd name="connsiteY276" fmla="*/ 1242220 h 1720299"/>
              <a:gd name="connsiteX277" fmla="*/ 1764463 w 1878763"/>
              <a:gd name="connsiteY277" fmla="*/ 1242220 h 1720299"/>
              <a:gd name="connsiteX278" fmla="*/ 1764463 w 1878763"/>
              <a:gd name="connsiteY278" fmla="*/ 1269652 h 1720299"/>
              <a:gd name="connsiteX279" fmla="*/ 1737031 w 1878763"/>
              <a:gd name="connsiteY279" fmla="*/ 1269652 h 1720299"/>
              <a:gd name="connsiteX280" fmla="*/ 1625112 w 1878763"/>
              <a:gd name="connsiteY280" fmla="*/ 1242220 h 1720299"/>
              <a:gd name="connsiteX281" fmla="*/ 1652544 w 1878763"/>
              <a:gd name="connsiteY281" fmla="*/ 1242220 h 1720299"/>
              <a:gd name="connsiteX282" fmla="*/ 1652544 w 1878763"/>
              <a:gd name="connsiteY282" fmla="*/ 1269652 h 1720299"/>
              <a:gd name="connsiteX283" fmla="*/ 1625112 w 1878763"/>
              <a:gd name="connsiteY283" fmla="*/ 1269652 h 1720299"/>
              <a:gd name="connsiteX284" fmla="*/ 1510812 w 1878763"/>
              <a:gd name="connsiteY284" fmla="*/ 1242220 h 1720299"/>
              <a:gd name="connsiteX285" fmla="*/ 1538244 w 1878763"/>
              <a:gd name="connsiteY285" fmla="*/ 1242220 h 1720299"/>
              <a:gd name="connsiteX286" fmla="*/ 1538244 w 1878763"/>
              <a:gd name="connsiteY286" fmla="*/ 1269652 h 1720299"/>
              <a:gd name="connsiteX287" fmla="*/ 1510812 w 1878763"/>
              <a:gd name="connsiteY287" fmla="*/ 1269652 h 1720299"/>
              <a:gd name="connsiteX288" fmla="*/ 1394702 w 1878763"/>
              <a:gd name="connsiteY288" fmla="*/ 1242220 h 1720299"/>
              <a:gd name="connsiteX289" fmla="*/ 1422134 w 1878763"/>
              <a:gd name="connsiteY289" fmla="*/ 1242220 h 1720299"/>
              <a:gd name="connsiteX290" fmla="*/ 1422134 w 1878763"/>
              <a:gd name="connsiteY290" fmla="*/ 1269652 h 1720299"/>
              <a:gd name="connsiteX291" fmla="*/ 1394702 w 1878763"/>
              <a:gd name="connsiteY291" fmla="*/ 1269652 h 1720299"/>
              <a:gd name="connsiteX292" fmla="*/ 1278592 w 1878763"/>
              <a:gd name="connsiteY292" fmla="*/ 1242220 h 1720299"/>
              <a:gd name="connsiteX293" fmla="*/ 1306024 w 1878763"/>
              <a:gd name="connsiteY293" fmla="*/ 1242220 h 1720299"/>
              <a:gd name="connsiteX294" fmla="*/ 1306024 w 1878763"/>
              <a:gd name="connsiteY294" fmla="*/ 1269652 h 1720299"/>
              <a:gd name="connsiteX295" fmla="*/ 1278592 w 1878763"/>
              <a:gd name="connsiteY295" fmla="*/ 1269652 h 1720299"/>
              <a:gd name="connsiteX296" fmla="*/ 1162482 w 1878763"/>
              <a:gd name="connsiteY296" fmla="*/ 1242220 h 1720299"/>
              <a:gd name="connsiteX297" fmla="*/ 1189914 w 1878763"/>
              <a:gd name="connsiteY297" fmla="*/ 1242220 h 1720299"/>
              <a:gd name="connsiteX298" fmla="*/ 1189914 w 1878763"/>
              <a:gd name="connsiteY298" fmla="*/ 1269652 h 1720299"/>
              <a:gd name="connsiteX299" fmla="*/ 1162482 w 1878763"/>
              <a:gd name="connsiteY299" fmla="*/ 1269652 h 1720299"/>
              <a:gd name="connsiteX300" fmla="*/ 1042307 w 1878763"/>
              <a:gd name="connsiteY300" fmla="*/ 1242220 h 1720299"/>
              <a:gd name="connsiteX301" fmla="*/ 1069739 w 1878763"/>
              <a:gd name="connsiteY301" fmla="*/ 1242220 h 1720299"/>
              <a:gd name="connsiteX302" fmla="*/ 1069739 w 1878763"/>
              <a:gd name="connsiteY302" fmla="*/ 1269652 h 1720299"/>
              <a:gd name="connsiteX303" fmla="*/ 1042307 w 1878763"/>
              <a:gd name="connsiteY303" fmla="*/ 1269652 h 1720299"/>
              <a:gd name="connsiteX304" fmla="*/ 926798 w 1878763"/>
              <a:gd name="connsiteY304" fmla="*/ 1242220 h 1720299"/>
              <a:gd name="connsiteX305" fmla="*/ 954230 w 1878763"/>
              <a:gd name="connsiteY305" fmla="*/ 1242220 h 1720299"/>
              <a:gd name="connsiteX306" fmla="*/ 954230 w 1878763"/>
              <a:gd name="connsiteY306" fmla="*/ 1269652 h 1720299"/>
              <a:gd name="connsiteX307" fmla="*/ 926798 w 1878763"/>
              <a:gd name="connsiteY307" fmla="*/ 1269652 h 1720299"/>
              <a:gd name="connsiteX308" fmla="*/ 812625 w 1878763"/>
              <a:gd name="connsiteY308" fmla="*/ 1242220 h 1720299"/>
              <a:gd name="connsiteX309" fmla="*/ 840057 w 1878763"/>
              <a:gd name="connsiteY309" fmla="*/ 1242220 h 1720299"/>
              <a:gd name="connsiteX310" fmla="*/ 840057 w 1878763"/>
              <a:gd name="connsiteY310" fmla="*/ 1269652 h 1720299"/>
              <a:gd name="connsiteX311" fmla="*/ 812625 w 1878763"/>
              <a:gd name="connsiteY311" fmla="*/ 1269652 h 1720299"/>
              <a:gd name="connsiteX312" fmla="*/ 692450 w 1878763"/>
              <a:gd name="connsiteY312" fmla="*/ 1242220 h 1720299"/>
              <a:gd name="connsiteX313" fmla="*/ 719882 w 1878763"/>
              <a:gd name="connsiteY313" fmla="*/ 1242220 h 1720299"/>
              <a:gd name="connsiteX314" fmla="*/ 719882 w 1878763"/>
              <a:gd name="connsiteY314" fmla="*/ 1269652 h 1720299"/>
              <a:gd name="connsiteX315" fmla="*/ 692450 w 1878763"/>
              <a:gd name="connsiteY315" fmla="*/ 1269652 h 1720299"/>
              <a:gd name="connsiteX316" fmla="*/ 576340 w 1878763"/>
              <a:gd name="connsiteY316" fmla="*/ 1242220 h 1720299"/>
              <a:gd name="connsiteX317" fmla="*/ 603772 w 1878763"/>
              <a:gd name="connsiteY317" fmla="*/ 1242220 h 1720299"/>
              <a:gd name="connsiteX318" fmla="*/ 603772 w 1878763"/>
              <a:gd name="connsiteY318" fmla="*/ 1269652 h 1720299"/>
              <a:gd name="connsiteX319" fmla="*/ 576340 w 1878763"/>
              <a:gd name="connsiteY319" fmla="*/ 1269652 h 1720299"/>
              <a:gd name="connsiteX320" fmla="*/ 456165 w 1878763"/>
              <a:gd name="connsiteY320" fmla="*/ 1242220 h 1720299"/>
              <a:gd name="connsiteX321" fmla="*/ 483597 w 1878763"/>
              <a:gd name="connsiteY321" fmla="*/ 1242220 h 1720299"/>
              <a:gd name="connsiteX322" fmla="*/ 483597 w 1878763"/>
              <a:gd name="connsiteY322" fmla="*/ 1269652 h 1720299"/>
              <a:gd name="connsiteX323" fmla="*/ 456165 w 1878763"/>
              <a:gd name="connsiteY323" fmla="*/ 1269652 h 1720299"/>
              <a:gd name="connsiteX324" fmla="*/ 340656 w 1878763"/>
              <a:gd name="connsiteY324" fmla="*/ 1242220 h 1720299"/>
              <a:gd name="connsiteX325" fmla="*/ 368088 w 1878763"/>
              <a:gd name="connsiteY325" fmla="*/ 1242220 h 1720299"/>
              <a:gd name="connsiteX326" fmla="*/ 368088 w 1878763"/>
              <a:gd name="connsiteY326" fmla="*/ 1269652 h 1720299"/>
              <a:gd name="connsiteX327" fmla="*/ 340656 w 1878763"/>
              <a:gd name="connsiteY327" fmla="*/ 1269652 h 1720299"/>
              <a:gd name="connsiteX328" fmla="*/ 226483 w 1878763"/>
              <a:gd name="connsiteY328" fmla="*/ 1242220 h 1720299"/>
              <a:gd name="connsiteX329" fmla="*/ 253915 w 1878763"/>
              <a:gd name="connsiteY329" fmla="*/ 1242220 h 1720299"/>
              <a:gd name="connsiteX330" fmla="*/ 253915 w 1878763"/>
              <a:gd name="connsiteY330" fmla="*/ 1269652 h 1720299"/>
              <a:gd name="connsiteX331" fmla="*/ 226483 w 1878763"/>
              <a:gd name="connsiteY331" fmla="*/ 1269652 h 1720299"/>
              <a:gd name="connsiteX332" fmla="*/ 114173 w 1878763"/>
              <a:gd name="connsiteY332" fmla="*/ 1242220 h 1720299"/>
              <a:gd name="connsiteX333" fmla="*/ 141605 w 1878763"/>
              <a:gd name="connsiteY333" fmla="*/ 1242220 h 1720299"/>
              <a:gd name="connsiteX334" fmla="*/ 141605 w 1878763"/>
              <a:gd name="connsiteY334" fmla="*/ 1269652 h 1720299"/>
              <a:gd name="connsiteX335" fmla="*/ 114173 w 1878763"/>
              <a:gd name="connsiteY335" fmla="*/ 1269652 h 1720299"/>
              <a:gd name="connsiteX336" fmla="*/ 0 w 1878763"/>
              <a:gd name="connsiteY336" fmla="*/ 1242220 h 1720299"/>
              <a:gd name="connsiteX337" fmla="*/ 27432 w 1878763"/>
              <a:gd name="connsiteY337" fmla="*/ 1242220 h 1720299"/>
              <a:gd name="connsiteX338" fmla="*/ 27432 w 1878763"/>
              <a:gd name="connsiteY338" fmla="*/ 1269652 h 1720299"/>
              <a:gd name="connsiteX339" fmla="*/ 0 w 1878763"/>
              <a:gd name="connsiteY339" fmla="*/ 1269652 h 1720299"/>
              <a:gd name="connsiteX340" fmla="*/ 1851331 w 1878763"/>
              <a:gd name="connsiteY340" fmla="*/ 1128713 h 1720299"/>
              <a:gd name="connsiteX341" fmla="*/ 1878763 w 1878763"/>
              <a:gd name="connsiteY341" fmla="*/ 1128713 h 1720299"/>
              <a:gd name="connsiteX342" fmla="*/ 1878763 w 1878763"/>
              <a:gd name="connsiteY342" fmla="*/ 1156145 h 1720299"/>
              <a:gd name="connsiteX343" fmla="*/ 1851331 w 1878763"/>
              <a:gd name="connsiteY343" fmla="*/ 1156145 h 1720299"/>
              <a:gd name="connsiteX344" fmla="*/ 1737031 w 1878763"/>
              <a:gd name="connsiteY344" fmla="*/ 1128713 h 1720299"/>
              <a:gd name="connsiteX345" fmla="*/ 1764463 w 1878763"/>
              <a:gd name="connsiteY345" fmla="*/ 1128713 h 1720299"/>
              <a:gd name="connsiteX346" fmla="*/ 1764463 w 1878763"/>
              <a:gd name="connsiteY346" fmla="*/ 1156145 h 1720299"/>
              <a:gd name="connsiteX347" fmla="*/ 1737031 w 1878763"/>
              <a:gd name="connsiteY347" fmla="*/ 1156145 h 1720299"/>
              <a:gd name="connsiteX348" fmla="*/ 1625112 w 1878763"/>
              <a:gd name="connsiteY348" fmla="*/ 1128713 h 1720299"/>
              <a:gd name="connsiteX349" fmla="*/ 1652544 w 1878763"/>
              <a:gd name="connsiteY349" fmla="*/ 1128713 h 1720299"/>
              <a:gd name="connsiteX350" fmla="*/ 1652544 w 1878763"/>
              <a:gd name="connsiteY350" fmla="*/ 1156145 h 1720299"/>
              <a:gd name="connsiteX351" fmla="*/ 1625112 w 1878763"/>
              <a:gd name="connsiteY351" fmla="*/ 1156145 h 1720299"/>
              <a:gd name="connsiteX352" fmla="*/ 1510812 w 1878763"/>
              <a:gd name="connsiteY352" fmla="*/ 1128713 h 1720299"/>
              <a:gd name="connsiteX353" fmla="*/ 1538244 w 1878763"/>
              <a:gd name="connsiteY353" fmla="*/ 1128713 h 1720299"/>
              <a:gd name="connsiteX354" fmla="*/ 1538244 w 1878763"/>
              <a:gd name="connsiteY354" fmla="*/ 1156145 h 1720299"/>
              <a:gd name="connsiteX355" fmla="*/ 1510812 w 1878763"/>
              <a:gd name="connsiteY355" fmla="*/ 1156145 h 1720299"/>
              <a:gd name="connsiteX356" fmla="*/ 1394702 w 1878763"/>
              <a:gd name="connsiteY356" fmla="*/ 1128713 h 1720299"/>
              <a:gd name="connsiteX357" fmla="*/ 1422134 w 1878763"/>
              <a:gd name="connsiteY357" fmla="*/ 1128713 h 1720299"/>
              <a:gd name="connsiteX358" fmla="*/ 1422134 w 1878763"/>
              <a:gd name="connsiteY358" fmla="*/ 1156145 h 1720299"/>
              <a:gd name="connsiteX359" fmla="*/ 1394702 w 1878763"/>
              <a:gd name="connsiteY359" fmla="*/ 1156145 h 1720299"/>
              <a:gd name="connsiteX360" fmla="*/ 1278592 w 1878763"/>
              <a:gd name="connsiteY360" fmla="*/ 1128713 h 1720299"/>
              <a:gd name="connsiteX361" fmla="*/ 1306024 w 1878763"/>
              <a:gd name="connsiteY361" fmla="*/ 1128713 h 1720299"/>
              <a:gd name="connsiteX362" fmla="*/ 1306024 w 1878763"/>
              <a:gd name="connsiteY362" fmla="*/ 1156145 h 1720299"/>
              <a:gd name="connsiteX363" fmla="*/ 1278592 w 1878763"/>
              <a:gd name="connsiteY363" fmla="*/ 1156145 h 1720299"/>
              <a:gd name="connsiteX364" fmla="*/ 1162482 w 1878763"/>
              <a:gd name="connsiteY364" fmla="*/ 1128713 h 1720299"/>
              <a:gd name="connsiteX365" fmla="*/ 1189914 w 1878763"/>
              <a:gd name="connsiteY365" fmla="*/ 1128713 h 1720299"/>
              <a:gd name="connsiteX366" fmla="*/ 1189914 w 1878763"/>
              <a:gd name="connsiteY366" fmla="*/ 1156145 h 1720299"/>
              <a:gd name="connsiteX367" fmla="*/ 1162482 w 1878763"/>
              <a:gd name="connsiteY367" fmla="*/ 1156145 h 1720299"/>
              <a:gd name="connsiteX368" fmla="*/ 1042307 w 1878763"/>
              <a:gd name="connsiteY368" fmla="*/ 1128713 h 1720299"/>
              <a:gd name="connsiteX369" fmla="*/ 1069739 w 1878763"/>
              <a:gd name="connsiteY369" fmla="*/ 1128713 h 1720299"/>
              <a:gd name="connsiteX370" fmla="*/ 1069739 w 1878763"/>
              <a:gd name="connsiteY370" fmla="*/ 1156145 h 1720299"/>
              <a:gd name="connsiteX371" fmla="*/ 1042307 w 1878763"/>
              <a:gd name="connsiteY371" fmla="*/ 1156145 h 1720299"/>
              <a:gd name="connsiteX372" fmla="*/ 926798 w 1878763"/>
              <a:gd name="connsiteY372" fmla="*/ 1128713 h 1720299"/>
              <a:gd name="connsiteX373" fmla="*/ 954230 w 1878763"/>
              <a:gd name="connsiteY373" fmla="*/ 1128713 h 1720299"/>
              <a:gd name="connsiteX374" fmla="*/ 954230 w 1878763"/>
              <a:gd name="connsiteY374" fmla="*/ 1156145 h 1720299"/>
              <a:gd name="connsiteX375" fmla="*/ 926798 w 1878763"/>
              <a:gd name="connsiteY375" fmla="*/ 1156145 h 1720299"/>
              <a:gd name="connsiteX376" fmla="*/ 812625 w 1878763"/>
              <a:gd name="connsiteY376" fmla="*/ 1128713 h 1720299"/>
              <a:gd name="connsiteX377" fmla="*/ 840057 w 1878763"/>
              <a:gd name="connsiteY377" fmla="*/ 1128713 h 1720299"/>
              <a:gd name="connsiteX378" fmla="*/ 840057 w 1878763"/>
              <a:gd name="connsiteY378" fmla="*/ 1156145 h 1720299"/>
              <a:gd name="connsiteX379" fmla="*/ 812625 w 1878763"/>
              <a:gd name="connsiteY379" fmla="*/ 1156145 h 1720299"/>
              <a:gd name="connsiteX380" fmla="*/ 692450 w 1878763"/>
              <a:gd name="connsiteY380" fmla="*/ 1128713 h 1720299"/>
              <a:gd name="connsiteX381" fmla="*/ 719882 w 1878763"/>
              <a:gd name="connsiteY381" fmla="*/ 1128713 h 1720299"/>
              <a:gd name="connsiteX382" fmla="*/ 719882 w 1878763"/>
              <a:gd name="connsiteY382" fmla="*/ 1156145 h 1720299"/>
              <a:gd name="connsiteX383" fmla="*/ 692450 w 1878763"/>
              <a:gd name="connsiteY383" fmla="*/ 1156145 h 1720299"/>
              <a:gd name="connsiteX384" fmla="*/ 576340 w 1878763"/>
              <a:gd name="connsiteY384" fmla="*/ 1128713 h 1720299"/>
              <a:gd name="connsiteX385" fmla="*/ 603772 w 1878763"/>
              <a:gd name="connsiteY385" fmla="*/ 1128713 h 1720299"/>
              <a:gd name="connsiteX386" fmla="*/ 603772 w 1878763"/>
              <a:gd name="connsiteY386" fmla="*/ 1156145 h 1720299"/>
              <a:gd name="connsiteX387" fmla="*/ 576340 w 1878763"/>
              <a:gd name="connsiteY387" fmla="*/ 1156145 h 1720299"/>
              <a:gd name="connsiteX388" fmla="*/ 456165 w 1878763"/>
              <a:gd name="connsiteY388" fmla="*/ 1128713 h 1720299"/>
              <a:gd name="connsiteX389" fmla="*/ 483597 w 1878763"/>
              <a:gd name="connsiteY389" fmla="*/ 1128713 h 1720299"/>
              <a:gd name="connsiteX390" fmla="*/ 483597 w 1878763"/>
              <a:gd name="connsiteY390" fmla="*/ 1156145 h 1720299"/>
              <a:gd name="connsiteX391" fmla="*/ 456165 w 1878763"/>
              <a:gd name="connsiteY391" fmla="*/ 1156145 h 1720299"/>
              <a:gd name="connsiteX392" fmla="*/ 340656 w 1878763"/>
              <a:gd name="connsiteY392" fmla="*/ 1128713 h 1720299"/>
              <a:gd name="connsiteX393" fmla="*/ 368088 w 1878763"/>
              <a:gd name="connsiteY393" fmla="*/ 1128713 h 1720299"/>
              <a:gd name="connsiteX394" fmla="*/ 368088 w 1878763"/>
              <a:gd name="connsiteY394" fmla="*/ 1156145 h 1720299"/>
              <a:gd name="connsiteX395" fmla="*/ 340656 w 1878763"/>
              <a:gd name="connsiteY395" fmla="*/ 1156145 h 1720299"/>
              <a:gd name="connsiteX396" fmla="*/ 226483 w 1878763"/>
              <a:gd name="connsiteY396" fmla="*/ 1128713 h 1720299"/>
              <a:gd name="connsiteX397" fmla="*/ 253915 w 1878763"/>
              <a:gd name="connsiteY397" fmla="*/ 1128713 h 1720299"/>
              <a:gd name="connsiteX398" fmla="*/ 253915 w 1878763"/>
              <a:gd name="connsiteY398" fmla="*/ 1156145 h 1720299"/>
              <a:gd name="connsiteX399" fmla="*/ 226483 w 1878763"/>
              <a:gd name="connsiteY399" fmla="*/ 1156145 h 1720299"/>
              <a:gd name="connsiteX400" fmla="*/ 114173 w 1878763"/>
              <a:gd name="connsiteY400" fmla="*/ 1128713 h 1720299"/>
              <a:gd name="connsiteX401" fmla="*/ 141605 w 1878763"/>
              <a:gd name="connsiteY401" fmla="*/ 1128713 h 1720299"/>
              <a:gd name="connsiteX402" fmla="*/ 141605 w 1878763"/>
              <a:gd name="connsiteY402" fmla="*/ 1156145 h 1720299"/>
              <a:gd name="connsiteX403" fmla="*/ 114173 w 1878763"/>
              <a:gd name="connsiteY403" fmla="*/ 1156145 h 1720299"/>
              <a:gd name="connsiteX404" fmla="*/ 0 w 1878763"/>
              <a:gd name="connsiteY404" fmla="*/ 1128713 h 1720299"/>
              <a:gd name="connsiteX405" fmla="*/ 27432 w 1878763"/>
              <a:gd name="connsiteY405" fmla="*/ 1128713 h 1720299"/>
              <a:gd name="connsiteX406" fmla="*/ 27432 w 1878763"/>
              <a:gd name="connsiteY406" fmla="*/ 1156145 h 1720299"/>
              <a:gd name="connsiteX407" fmla="*/ 0 w 1878763"/>
              <a:gd name="connsiteY407" fmla="*/ 1156145 h 1720299"/>
              <a:gd name="connsiteX408" fmla="*/ 1851331 w 1878763"/>
              <a:gd name="connsiteY408" fmla="*/ 1018383 h 1720299"/>
              <a:gd name="connsiteX409" fmla="*/ 1878763 w 1878763"/>
              <a:gd name="connsiteY409" fmla="*/ 1018383 h 1720299"/>
              <a:gd name="connsiteX410" fmla="*/ 1878763 w 1878763"/>
              <a:gd name="connsiteY410" fmla="*/ 1045815 h 1720299"/>
              <a:gd name="connsiteX411" fmla="*/ 1851331 w 1878763"/>
              <a:gd name="connsiteY411" fmla="*/ 1045815 h 1720299"/>
              <a:gd name="connsiteX412" fmla="*/ 1737031 w 1878763"/>
              <a:gd name="connsiteY412" fmla="*/ 1018383 h 1720299"/>
              <a:gd name="connsiteX413" fmla="*/ 1764463 w 1878763"/>
              <a:gd name="connsiteY413" fmla="*/ 1018383 h 1720299"/>
              <a:gd name="connsiteX414" fmla="*/ 1764463 w 1878763"/>
              <a:gd name="connsiteY414" fmla="*/ 1045815 h 1720299"/>
              <a:gd name="connsiteX415" fmla="*/ 1737031 w 1878763"/>
              <a:gd name="connsiteY415" fmla="*/ 1045815 h 1720299"/>
              <a:gd name="connsiteX416" fmla="*/ 1625112 w 1878763"/>
              <a:gd name="connsiteY416" fmla="*/ 1018383 h 1720299"/>
              <a:gd name="connsiteX417" fmla="*/ 1652544 w 1878763"/>
              <a:gd name="connsiteY417" fmla="*/ 1018383 h 1720299"/>
              <a:gd name="connsiteX418" fmla="*/ 1652544 w 1878763"/>
              <a:gd name="connsiteY418" fmla="*/ 1045815 h 1720299"/>
              <a:gd name="connsiteX419" fmla="*/ 1625112 w 1878763"/>
              <a:gd name="connsiteY419" fmla="*/ 1045815 h 1720299"/>
              <a:gd name="connsiteX420" fmla="*/ 1510812 w 1878763"/>
              <a:gd name="connsiteY420" fmla="*/ 1018383 h 1720299"/>
              <a:gd name="connsiteX421" fmla="*/ 1538244 w 1878763"/>
              <a:gd name="connsiteY421" fmla="*/ 1018383 h 1720299"/>
              <a:gd name="connsiteX422" fmla="*/ 1538244 w 1878763"/>
              <a:gd name="connsiteY422" fmla="*/ 1045815 h 1720299"/>
              <a:gd name="connsiteX423" fmla="*/ 1510812 w 1878763"/>
              <a:gd name="connsiteY423" fmla="*/ 1045815 h 1720299"/>
              <a:gd name="connsiteX424" fmla="*/ 1394702 w 1878763"/>
              <a:gd name="connsiteY424" fmla="*/ 1018383 h 1720299"/>
              <a:gd name="connsiteX425" fmla="*/ 1422134 w 1878763"/>
              <a:gd name="connsiteY425" fmla="*/ 1018383 h 1720299"/>
              <a:gd name="connsiteX426" fmla="*/ 1422134 w 1878763"/>
              <a:gd name="connsiteY426" fmla="*/ 1045815 h 1720299"/>
              <a:gd name="connsiteX427" fmla="*/ 1394702 w 1878763"/>
              <a:gd name="connsiteY427" fmla="*/ 1045815 h 1720299"/>
              <a:gd name="connsiteX428" fmla="*/ 1278592 w 1878763"/>
              <a:gd name="connsiteY428" fmla="*/ 1018383 h 1720299"/>
              <a:gd name="connsiteX429" fmla="*/ 1306024 w 1878763"/>
              <a:gd name="connsiteY429" fmla="*/ 1018383 h 1720299"/>
              <a:gd name="connsiteX430" fmla="*/ 1306024 w 1878763"/>
              <a:gd name="connsiteY430" fmla="*/ 1045815 h 1720299"/>
              <a:gd name="connsiteX431" fmla="*/ 1278592 w 1878763"/>
              <a:gd name="connsiteY431" fmla="*/ 1045815 h 1720299"/>
              <a:gd name="connsiteX432" fmla="*/ 1162482 w 1878763"/>
              <a:gd name="connsiteY432" fmla="*/ 1018383 h 1720299"/>
              <a:gd name="connsiteX433" fmla="*/ 1189914 w 1878763"/>
              <a:gd name="connsiteY433" fmla="*/ 1018383 h 1720299"/>
              <a:gd name="connsiteX434" fmla="*/ 1189914 w 1878763"/>
              <a:gd name="connsiteY434" fmla="*/ 1045815 h 1720299"/>
              <a:gd name="connsiteX435" fmla="*/ 1162482 w 1878763"/>
              <a:gd name="connsiteY435" fmla="*/ 1045815 h 1720299"/>
              <a:gd name="connsiteX436" fmla="*/ 1042307 w 1878763"/>
              <a:gd name="connsiteY436" fmla="*/ 1018383 h 1720299"/>
              <a:gd name="connsiteX437" fmla="*/ 1069739 w 1878763"/>
              <a:gd name="connsiteY437" fmla="*/ 1018383 h 1720299"/>
              <a:gd name="connsiteX438" fmla="*/ 1069739 w 1878763"/>
              <a:gd name="connsiteY438" fmla="*/ 1045815 h 1720299"/>
              <a:gd name="connsiteX439" fmla="*/ 1042307 w 1878763"/>
              <a:gd name="connsiteY439" fmla="*/ 1045815 h 1720299"/>
              <a:gd name="connsiteX440" fmla="*/ 926798 w 1878763"/>
              <a:gd name="connsiteY440" fmla="*/ 1018383 h 1720299"/>
              <a:gd name="connsiteX441" fmla="*/ 954230 w 1878763"/>
              <a:gd name="connsiteY441" fmla="*/ 1018383 h 1720299"/>
              <a:gd name="connsiteX442" fmla="*/ 954230 w 1878763"/>
              <a:gd name="connsiteY442" fmla="*/ 1045815 h 1720299"/>
              <a:gd name="connsiteX443" fmla="*/ 926798 w 1878763"/>
              <a:gd name="connsiteY443" fmla="*/ 1045815 h 1720299"/>
              <a:gd name="connsiteX444" fmla="*/ 812625 w 1878763"/>
              <a:gd name="connsiteY444" fmla="*/ 1018383 h 1720299"/>
              <a:gd name="connsiteX445" fmla="*/ 840057 w 1878763"/>
              <a:gd name="connsiteY445" fmla="*/ 1018383 h 1720299"/>
              <a:gd name="connsiteX446" fmla="*/ 840057 w 1878763"/>
              <a:gd name="connsiteY446" fmla="*/ 1045815 h 1720299"/>
              <a:gd name="connsiteX447" fmla="*/ 812625 w 1878763"/>
              <a:gd name="connsiteY447" fmla="*/ 1045815 h 1720299"/>
              <a:gd name="connsiteX448" fmla="*/ 692450 w 1878763"/>
              <a:gd name="connsiteY448" fmla="*/ 1018383 h 1720299"/>
              <a:gd name="connsiteX449" fmla="*/ 719882 w 1878763"/>
              <a:gd name="connsiteY449" fmla="*/ 1018383 h 1720299"/>
              <a:gd name="connsiteX450" fmla="*/ 719882 w 1878763"/>
              <a:gd name="connsiteY450" fmla="*/ 1045815 h 1720299"/>
              <a:gd name="connsiteX451" fmla="*/ 692450 w 1878763"/>
              <a:gd name="connsiteY451" fmla="*/ 1045815 h 1720299"/>
              <a:gd name="connsiteX452" fmla="*/ 576340 w 1878763"/>
              <a:gd name="connsiteY452" fmla="*/ 1018383 h 1720299"/>
              <a:gd name="connsiteX453" fmla="*/ 603772 w 1878763"/>
              <a:gd name="connsiteY453" fmla="*/ 1018383 h 1720299"/>
              <a:gd name="connsiteX454" fmla="*/ 603772 w 1878763"/>
              <a:gd name="connsiteY454" fmla="*/ 1045815 h 1720299"/>
              <a:gd name="connsiteX455" fmla="*/ 576340 w 1878763"/>
              <a:gd name="connsiteY455" fmla="*/ 1045815 h 1720299"/>
              <a:gd name="connsiteX456" fmla="*/ 456165 w 1878763"/>
              <a:gd name="connsiteY456" fmla="*/ 1018383 h 1720299"/>
              <a:gd name="connsiteX457" fmla="*/ 483597 w 1878763"/>
              <a:gd name="connsiteY457" fmla="*/ 1018383 h 1720299"/>
              <a:gd name="connsiteX458" fmla="*/ 483597 w 1878763"/>
              <a:gd name="connsiteY458" fmla="*/ 1045815 h 1720299"/>
              <a:gd name="connsiteX459" fmla="*/ 456165 w 1878763"/>
              <a:gd name="connsiteY459" fmla="*/ 1045815 h 1720299"/>
              <a:gd name="connsiteX460" fmla="*/ 340656 w 1878763"/>
              <a:gd name="connsiteY460" fmla="*/ 1018383 h 1720299"/>
              <a:gd name="connsiteX461" fmla="*/ 368088 w 1878763"/>
              <a:gd name="connsiteY461" fmla="*/ 1018383 h 1720299"/>
              <a:gd name="connsiteX462" fmla="*/ 368088 w 1878763"/>
              <a:gd name="connsiteY462" fmla="*/ 1045815 h 1720299"/>
              <a:gd name="connsiteX463" fmla="*/ 340656 w 1878763"/>
              <a:gd name="connsiteY463" fmla="*/ 1045815 h 1720299"/>
              <a:gd name="connsiteX464" fmla="*/ 226483 w 1878763"/>
              <a:gd name="connsiteY464" fmla="*/ 1018383 h 1720299"/>
              <a:gd name="connsiteX465" fmla="*/ 253915 w 1878763"/>
              <a:gd name="connsiteY465" fmla="*/ 1018383 h 1720299"/>
              <a:gd name="connsiteX466" fmla="*/ 253915 w 1878763"/>
              <a:gd name="connsiteY466" fmla="*/ 1045815 h 1720299"/>
              <a:gd name="connsiteX467" fmla="*/ 226483 w 1878763"/>
              <a:gd name="connsiteY467" fmla="*/ 1045815 h 1720299"/>
              <a:gd name="connsiteX468" fmla="*/ 114173 w 1878763"/>
              <a:gd name="connsiteY468" fmla="*/ 1018383 h 1720299"/>
              <a:gd name="connsiteX469" fmla="*/ 141605 w 1878763"/>
              <a:gd name="connsiteY469" fmla="*/ 1018383 h 1720299"/>
              <a:gd name="connsiteX470" fmla="*/ 141605 w 1878763"/>
              <a:gd name="connsiteY470" fmla="*/ 1045815 h 1720299"/>
              <a:gd name="connsiteX471" fmla="*/ 114173 w 1878763"/>
              <a:gd name="connsiteY471" fmla="*/ 1045815 h 1720299"/>
              <a:gd name="connsiteX472" fmla="*/ 0 w 1878763"/>
              <a:gd name="connsiteY472" fmla="*/ 1018383 h 1720299"/>
              <a:gd name="connsiteX473" fmla="*/ 27432 w 1878763"/>
              <a:gd name="connsiteY473" fmla="*/ 1018383 h 1720299"/>
              <a:gd name="connsiteX474" fmla="*/ 27432 w 1878763"/>
              <a:gd name="connsiteY474" fmla="*/ 1045815 h 1720299"/>
              <a:gd name="connsiteX475" fmla="*/ 0 w 1878763"/>
              <a:gd name="connsiteY475" fmla="*/ 1045815 h 1720299"/>
              <a:gd name="connsiteX476" fmla="*/ 1851331 w 1878763"/>
              <a:gd name="connsiteY476" fmla="*/ 904876 h 1720299"/>
              <a:gd name="connsiteX477" fmla="*/ 1878763 w 1878763"/>
              <a:gd name="connsiteY477" fmla="*/ 904876 h 1720299"/>
              <a:gd name="connsiteX478" fmla="*/ 1878763 w 1878763"/>
              <a:gd name="connsiteY478" fmla="*/ 932308 h 1720299"/>
              <a:gd name="connsiteX479" fmla="*/ 1851331 w 1878763"/>
              <a:gd name="connsiteY479" fmla="*/ 932308 h 1720299"/>
              <a:gd name="connsiteX480" fmla="*/ 1737031 w 1878763"/>
              <a:gd name="connsiteY480" fmla="*/ 904876 h 1720299"/>
              <a:gd name="connsiteX481" fmla="*/ 1764463 w 1878763"/>
              <a:gd name="connsiteY481" fmla="*/ 904876 h 1720299"/>
              <a:gd name="connsiteX482" fmla="*/ 1764463 w 1878763"/>
              <a:gd name="connsiteY482" fmla="*/ 932308 h 1720299"/>
              <a:gd name="connsiteX483" fmla="*/ 1737031 w 1878763"/>
              <a:gd name="connsiteY483" fmla="*/ 932308 h 1720299"/>
              <a:gd name="connsiteX484" fmla="*/ 1625112 w 1878763"/>
              <a:gd name="connsiteY484" fmla="*/ 904876 h 1720299"/>
              <a:gd name="connsiteX485" fmla="*/ 1652544 w 1878763"/>
              <a:gd name="connsiteY485" fmla="*/ 904876 h 1720299"/>
              <a:gd name="connsiteX486" fmla="*/ 1652544 w 1878763"/>
              <a:gd name="connsiteY486" fmla="*/ 932308 h 1720299"/>
              <a:gd name="connsiteX487" fmla="*/ 1625112 w 1878763"/>
              <a:gd name="connsiteY487" fmla="*/ 932308 h 1720299"/>
              <a:gd name="connsiteX488" fmla="*/ 1510812 w 1878763"/>
              <a:gd name="connsiteY488" fmla="*/ 904876 h 1720299"/>
              <a:gd name="connsiteX489" fmla="*/ 1538244 w 1878763"/>
              <a:gd name="connsiteY489" fmla="*/ 904876 h 1720299"/>
              <a:gd name="connsiteX490" fmla="*/ 1538244 w 1878763"/>
              <a:gd name="connsiteY490" fmla="*/ 932308 h 1720299"/>
              <a:gd name="connsiteX491" fmla="*/ 1510812 w 1878763"/>
              <a:gd name="connsiteY491" fmla="*/ 932308 h 1720299"/>
              <a:gd name="connsiteX492" fmla="*/ 1394702 w 1878763"/>
              <a:gd name="connsiteY492" fmla="*/ 904876 h 1720299"/>
              <a:gd name="connsiteX493" fmla="*/ 1422134 w 1878763"/>
              <a:gd name="connsiteY493" fmla="*/ 904876 h 1720299"/>
              <a:gd name="connsiteX494" fmla="*/ 1422134 w 1878763"/>
              <a:gd name="connsiteY494" fmla="*/ 932308 h 1720299"/>
              <a:gd name="connsiteX495" fmla="*/ 1394702 w 1878763"/>
              <a:gd name="connsiteY495" fmla="*/ 932308 h 1720299"/>
              <a:gd name="connsiteX496" fmla="*/ 1278592 w 1878763"/>
              <a:gd name="connsiteY496" fmla="*/ 904876 h 1720299"/>
              <a:gd name="connsiteX497" fmla="*/ 1306024 w 1878763"/>
              <a:gd name="connsiteY497" fmla="*/ 904876 h 1720299"/>
              <a:gd name="connsiteX498" fmla="*/ 1306024 w 1878763"/>
              <a:gd name="connsiteY498" fmla="*/ 932308 h 1720299"/>
              <a:gd name="connsiteX499" fmla="*/ 1278592 w 1878763"/>
              <a:gd name="connsiteY499" fmla="*/ 932308 h 1720299"/>
              <a:gd name="connsiteX500" fmla="*/ 1162482 w 1878763"/>
              <a:gd name="connsiteY500" fmla="*/ 904876 h 1720299"/>
              <a:gd name="connsiteX501" fmla="*/ 1189914 w 1878763"/>
              <a:gd name="connsiteY501" fmla="*/ 904876 h 1720299"/>
              <a:gd name="connsiteX502" fmla="*/ 1189914 w 1878763"/>
              <a:gd name="connsiteY502" fmla="*/ 932308 h 1720299"/>
              <a:gd name="connsiteX503" fmla="*/ 1162482 w 1878763"/>
              <a:gd name="connsiteY503" fmla="*/ 932308 h 1720299"/>
              <a:gd name="connsiteX504" fmla="*/ 1042307 w 1878763"/>
              <a:gd name="connsiteY504" fmla="*/ 904876 h 1720299"/>
              <a:gd name="connsiteX505" fmla="*/ 1069739 w 1878763"/>
              <a:gd name="connsiteY505" fmla="*/ 904876 h 1720299"/>
              <a:gd name="connsiteX506" fmla="*/ 1069739 w 1878763"/>
              <a:gd name="connsiteY506" fmla="*/ 932308 h 1720299"/>
              <a:gd name="connsiteX507" fmla="*/ 1042307 w 1878763"/>
              <a:gd name="connsiteY507" fmla="*/ 932308 h 1720299"/>
              <a:gd name="connsiteX508" fmla="*/ 926798 w 1878763"/>
              <a:gd name="connsiteY508" fmla="*/ 904876 h 1720299"/>
              <a:gd name="connsiteX509" fmla="*/ 954230 w 1878763"/>
              <a:gd name="connsiteY509" fmla="*/ 904876 h 1720299"/>
              <a:gd name="connsiteX510" fmla="*/ 954230 w 1878763"/>
              <a:gd name="connsiteY510" fmla="*/ 932308 h 1720299"/>
              <a:gd name="connsiteX511" fmla="*/ 926798 w 1878763"/>
              <a:gd name="connsiteY511" fmla="*/ 932308 h 1720299"/>
              <a:gd name="connsiteX512" fmla="*/ 812625 w 1878763"/>
              <a:gd name="connsiteY512" fmla="*/ 904876 h 1720299"/>
              <a:gd name="connsiteX513" fmla="*/ 840057 w 1878763"/>
              <a:gd name="connsiteY513" fmla="*/ 904876 h 1720299"/>
              <a:gd name="connsiteX514" fmla="*/ 840057 w 1878763"/>
              <a:gd name="connsiteY514" fmla="*/ 932308 h 1720299"/>
              <a:gd name="connsiteX515" fmla="*/ 812625 w 1878763"/>
              <a:gd name="connsiteY515" fmla="*/ 932308 h 1720299"/>
              <a:gd name="connsiteX516" fmla="*/ 692450 w 1878763"/>
              <a:gd name="connsiteY516" fmla="*/ 904876 h 1720299"/>
              <a:gd name="connsiteX517" fmla="*/ 719882 w 1878763"/>
              <a:gd name="connsiteY517" fmla="*/ 904876 h 1720299"/>
              <a:gd name="connsiteX518" fmla="*/ 719882 w 1878763"/>
              <a:gd name="connsiteY518" fmla="*/ 932308 h 1720299"/>
              <a:gd name="connsiteX519" fmla="*/ 692450 w 1878763"/>
              <a:gd name="connsiteY519" fmla="*/ 932308 h 1720299"/>
              <a:gd name="connsiteX520" fmla="*/ 576340 w 1878763"/>
              <a:gd name="connsiteY520" fmla="*/ 904876 h 1720299"/>
              <a:gd name="connsiteX521" fmla="*/ 603772 w 1878763"/>
              <a:gd name="connsiteY521" fmla="*/ 904876 h 1720299"/>
              <a:gd name="connsiteX522" fmla="*/ 603772 w 1878763"/>
              <a:gd name="connsiteY522" fmla="*/ 932308 h 1720299"/>
              <a:gd name="connsiteX523" fmla="*/ 576340 w 1878763"/>
              <a:gd name="connsiteY523" fmla="*/ 932308 h 1720299"/>
              <a:gd name="connsiteX524" fmla="*/ 456165 w 1878763"/>
              <a:gd name="connsiteY524" fmla="*/ 904876 h 1720299"/>
              <a:gd name="connsiteX525" fmla="*/ 483597 w 1878763"/>
              <a:gd name="connsiteY525" fmla="*/ 904876 h 1720299"/>
              <a:gd name="connsiteX526" fmla="*/ 483597 w 1878763"/>
              <a:gd name="connsiteY526" fmla="*/ 932308 h 1720299"/>
              <a:gd name="connsiteX527" fmla="*/ 456165 w 1878763"/>
              <a:gd name="connsiteY527" fmla="*/ 932308 h 1720299"/>
              <a:gd name="connsiteX528" fmla="*/ 340656 w 1878763"/>
              <a:gd name="connsiteY528" fmla="*/ 904876 h 1720299"/>
              <a:gd name="connsiteX529" fmla="*/ 368088 w 1878763"/>
              <a:gd name="connsiteY529" fmla="*/ 904876 h 1720299"/>
              <a:gd name="connsiteX530" fmla="*/ 368088 w 1878763"/>
              <a:gd name="connsiteY530" fmla="*/ 932308 h 1720299"/>
              <a:gd name="connsiteX531" fmla="*/ 340656 w 1878763"/>
              <a:gd name="connsiteY531" fmla="*/ 932308 h 1720299"/>
              <a:gd name="connsiteX532" fmla="*/ 226483 w 1878763"/>
              <a:gd name="connsiteY532" fmla="*/ 904876 h 1720299"/>
              <a:gd name="connsiteX533" fmla="*/ 253915 w 1878763"/>
              <a:gd name="connsiteY533" fmla="*/ 904876 h 1720299"/>
              <a:gd name="connsiteX534" fmla="*/ 253915 w 1878763"/>
              <a:gd name="connsiteY534" fmla="*/ 932308 h 1720299"/>
              <a:gd name="connsiteX535" fmla="*/ 226483 w 1878763"/>
              <a:gd name="connsiteY535" fmla="*/ 932308 h 1720299"/>
              <a:gd name="connsiteX536" fmla="*/ 114173 w 1878763"/>
              <a:gd name="connsiteY536" fmla="*/ 904876 h 1720299"/>
              <a:gd name="connsiteX537" fmla="*/ 141605 w 1878763"/>
              <a:gd name="connsiteY537" fmla="*/ 904876 h 1720299"/>
              <a:gd name="connsiteX538" fmla="*/ 141605 w 1878763"/>
              <a:gd name="connsiteY538" fmla="*/ 932308 h 1720299"/>
              <a:gd name="connsiteX539" fmla="*/ 114173 w 1878763"/>
              <a:gd name="connsiteY539" fmla="*/ 932308 h 1720299"/>
              <a:gd name="connsiteX540" fmla="*/ 0 w 1878763"/>
              <a:gd name="connsiteY540" fmla="*/ 904876 h 1720299"/>
              <a:gd name="connsiteX541" fmla="*/ 27432 w 1878763"/>
              <a:gd name="connsiteY541" fmla="*/ 904876 h 1720299"/>
              <a:gd name="connsiteX542" fmla="*/ 27432 w 1878763"/>
              <a:gd name="connsiteY542" fmla="*/ 932308 h 1720299"/>
              <a:gd name="connsiteX543" fmla="*/ 0 w 1878763"/>
              <a:gd name="connsiteY543" fmla="*/ 932308 h 1720299"/>
              <a:gd name="connsiteX544" fmla="*/ 1851331 w 1878763"/>
              <a:gd name="connsiteY544" fmla="*/ 789782 h 1720299"/>
              <a:gd name="connsiteX545" fmla="*/ 1878763 w 1878763"/>
              <a:gd name="connsiteY545" fmla="*/ 789782 h 1720299"/>
              <a:gd name="connsiteX546" fmla="*/ 1878763 w 1878763"/>
              <a:gd name="connsiteY546" fmla="*/ 817214 h 1720299"/>
              <a:gd name="connsiteX547" fmla="*/ 1851331 w 1878763"/>
              <a:gd name="connsiteY547" fmla="*/ 817214 h 1720299"/>
              <a:gd name="connsiteX548" fmla="*/ 1737031 w 1878763"/>
              <a:gd name="connsiteY548" fmla="*/ 789782 h 1720299"/>
              <a:gd name="connsiteX549" fmla="*/ 1764463 w 1878763"/>
              <a:gd name="connsiteY549" fmla="*/ 789782 h 1720299"/>
              <a:gd name="connsiteX550" fmla="*/ 1764463 w 1878763"/>
              <a:gd name="connsiteY550" fmla="*/ 817214 h 1720299"/>
              <a:gd name="connsiteX551" fmla="*/ 1737031 w 1878763"/>
              <a:gd name="connsiteY551" fmla="*/ 817214 h 1720299"/>
              <a:gd name="connsiteX552" fmla="*/ 1625112 w 1878763"/>
              <a:gd name="connsiteY552" fmla="*/ 789782 h 1720299"/>
              <a:gd name="connsiteX553" fmla="*/ 1652544 w 1878763"/>
              <a:gd name="connsiteY553" fmla="*/ 789782 h 1720299"/>
              <a:gd name="connsiteX554" fmla="*/ 1652544 w 1878763"/>
              <a:gd name="connsiteY554" fmla="*/ 817214 h 1720299"/>
              <a:gd name="connsiteX555" fmla="*/ 1625112 w 1878763"/>
              <a:gd name="connsiteY555" fmla="*/ 817214 h 1720299"/>
              <a:gd name="connsiteX556" fmla="*/ 1510812 w 1878763"/>
              <a:gd name="connsiteY556" fmla="*/ 789782 h 1720299"/>
              <a:gd name="connsiteX557" fmla="*/ 1538244 w 1878763"/>
              <a:gd name="connsiteY557" fmla="*/ 789782 h 1720299"/>
              <a:gd name="connsiteX558" fmla="*/ 1538244 w 1878763"/>
              <a:gd name="connsiteY558" fmla="*/ 817214 h 1720299"/>
              <a:gd name="connsiteX559" fmla="*/ 1510812 w 1878763"/>
              <a:gd name="connsiteY559" fmla="*/ 817214 h 1720299"/>
              <a:gd name="connsiteX560" fmla="*/ 1394702 w 1878763"/>
              <a:gd name="connsiteY560" fmla="*/ 789782 h 1720299"/>
              <a:gd name="connsiteX561" fmla="*/ 1422134 w 1878763"/>
              <a:gd name="connsiteY561" fmla="*/ 789782 h 1720299"/>
              <a:gd name="connsiteX562" fmla="*/ 1422134 w 1878763"/>
              <a:gd name="connsiteY562" fmla="*/ 817214 h 1720299"/>
              <a:gd name="connsiteX563" fmla="*/ 1394702 w 1878763"/>
              <a:gd name="connsiteY563" fmla="*/ 817214 h 1720299"/>
              <a:gd name="connsiteX564" fmla="*/ 1278592 w 1878763"/>
              <a:gd name="connsiteY564" fmla="*/ 789782 h 1720299"/>
              <a:gd name="connsiteX565" fmla="*/ 1306024 w 1878763"/>
              <a:gd name="connsiteY565" fmla="*/ 789782 h 1720299"/>
              <a:gd name="connsiteX566" fmla="*/ 1306024 w 1878763"/>
              <a:gd name="connsiteY566" fmla="*/ 817214 h 1720299"/>
              <a:gd name="connsiteX567" fmla="*/ 1278592 w 1878763"/>
              <a:gd name="connsiteY567" fmla="*/ 817214 h 1720299"/>
              <a:gd name="connsiteX568" fmla="*/ 1162482 w 1878763"/>
              <a:gd name="connsiteY568" fmla="*/ 789782 h 1720299"/>
              <a:gd name="connsiteX569" fmla="*/ 1189914 w 1878763"/>
              <a:gd name="connsiteY569" fmla="*/ 789782 h 1720299"/>
              <a:gd name="connsiteX570" fmla="*/ 1189914 w 1878763"/>
              <a:gd name="connsiteY570" fmla="*/ 817214 h 1720299"/>
              <a:gd name="connsiteX571" fmla="*/ 1162482 w 1878763"/>
              <a:gd name="connsiteY571" fmla="*/ 817214 h 1720299"/>
              <a:gd name="connsiteX572" fmla="*/ 1042307 w 1878763"/>
              <a:gd name="connsiteY572" fmla="*/ 789782 h 1720299"/>
              <a:gd name="connsiteX573" fmla="*/ 1069739 w 1878763"/>
              <a:gd name="connsiteY573" fmla="*/ 789782 h 1720299"/>
              <a:gd name="connsiteX574" fmla="*/ 1069739 w 1878763"/>
              <a:gd name="connsiteY574" fmla="*/ 817214 h 1720299"/>
              <a:gd name="connsiteX575" fmla="*/ 1042307 w 1878763"/>
              <a:gd name="connsiteY575" fmla="*/ 817214 h 1720299"/>
              <a:gd name="connsiteX576" fmla="*/ 926798 w 1878763"/>
              <a:gd name="connsiteY576" fmla="*/ 789782 h 1720299"/>
              <a:gd name="connsiteX577" fmla="*/ 954230 w 1878763"/>
              <a:gd name="connsiteY577" fmla="*/ 789782 h 1720299"/>
              <a:gd name="connsiteX578" fmla="*/ 954230 w 1878763"/>
              <a:gd name="connsiteY578" fmla="*/ 817214 h 1720299"/>
              <a:gd name="connsiteX579" fmla="*/ 926798 w 1878763"/>
              <a:gd name="connsiteY579" fmla="*/ 817214 h 1720299"/>
              <a:gd name="connsiteX580" fmla="*/ 812625 w 1878763"/>
              <a:gd name="connsiteY580" fmla="*/ 789782 h 1720299"/>
              <a:gd name="connsiteX581" fmla="*/ 840057 w 1878763"/>
              <a:gd name="connsiteY581" fmla="*/ 789782 h 1720299"/>
              <a:gd name="connsiteX582" fmla="*/ 840057 w 1878763"/>
              <a:gd name="connsiteY582" fmla="*/ 817214 h 1720299"/>
              <a:gd name="connsiteX583" fmla="*/ 812625 w 1878763"/>
              <a:gd name="connsiteY583" fmla="*/ 817214 h 1720299"/>
              <a:gd name="connsiteX584" fmla="*/ 692450 w 1878763"/>
              <a:gd name="connsiteY584" fmla="*/ 789782 h 1720299"/>
              <a:gd name="connsiteX585" fmla="*/ 719882 w 1878763"/>
              <a:gd name="connsiteY585" fmla="*/ 789782 h 1720299"/>
              <a:gd name="connsiteX586" fmla="*/ 719882 w 1878763"/>
              <a:gd name="connsiteY586" fmla="*/ 817214 h 1720299"/>
              <a:gd name="connsiteX587" fmla="*/ 692450 w 1878763"/>
              <a:gd name="connsiteY587" fmla="*/ 817214 h 1720299"/>
              <a:gd name="connsiteX588" fmla="*/ 576340 w 1878763"/>
              <a:gd name="connsiteY588" fmla="*/ 789782 h 1720299"/>
              <a:gd name="connsiteX589" fmla="*/ 603772 w 1878763"/>
              <a:gd name="connsiteY589" fmla="*/ 789782 h 1720299"/>
              <a:gd name="connsiteX590" fmla="*/ 603772 w 1878763"/>
              <a:gd name="connsiteY590" fmla="*/ 817214 h 1720299"/>
              <a:gd name="connsiteX591" fmla="*/ 576340 w 1878763"/>
              <a:gd name="connsiteY591" fmla="*/ 817214 h 1720299"/>
              <a:gd name="connsiteX592" fmla="*/ 456165 w 1878763"/>
              <a:gd name="connsiteY592" fmla="*/ 789782 h 1720299"/>
              <a:gd name="connsiteX593" fmla="*/ 483597 w 1878763"/>
              <a:gd name="connsiteY593" fmla="*/ 789782 h 1720299"/>
              <a:gd name="connsiteX594" fmla="*/ 483597 w 1878763"/>
              <a:gd name="connsiteY594" fmla="*/ 817214 h 1720299"/>
              <a:gd name="connsiteX595" fmla="*/ 456165 w 1878763"/>
              <a:gd name="connsiteY595" fmla="*/ 817214 h 1720299"/>
              <a:gd name="connsiteX596" fmla="*/ 340656 w 1878763"/>
              <a:gd name="connsiteY596" fmla="*/ 789782 h 1720299"/>
              <a:gd name="connsiteX597" fmla="*/ 368088 w 1878763"/>
              <a:gd name="connsiteY597" fmla="*/ 789782 h 1720299"/>
              <a:gd name="connsiteX598" fmla="*/ 368088 w 1878763"/>
              <a:gd name="connsiteY598" fmla="*/ 817214 h 1720299"/>
              <a:gd name="connsiteX599" fmla="*/ 340656 w 1878763"/>
              <a:gd name="connsiteY599" fmla="*/ 817214 h 1720299"/>
              <a:gd name="connsiteX600" fmla="*/ 226483 w 1878763"/>
              <a:gd name="connsiteY600" fmla="*/ 789782 h 1720299"/>
              <a:gd name="connsiteX601" fmla="*/ 253915 w 1878763"/>
              <a:gd name="connsiteY601" fmla="*/ 789782 h 1720299"/>
              <a:gd name="connsiteX602" fmla="*/ 253915 w 1878763"/>
              <a:gd name="connsiteY602" fmla="*/ 817214 h 1720299"/>
              <a:gd name="connsiteX603" fmla="*/ 226483 w 1878763"/>
              <a:gd name="connsiteY603" fmla="*/ 817214 h 1720299"/>
              <a:gd name="connsiteX604" fmla="*/ 114173 w 1878763"/>
              <a:gd name="connsiteY604" fmla="*/ 789782 h 1720299"/>
              <a:gd name="connsiteX605" fmla="*/ 141605 w 1878763"/>
              <a:gd name="connsiteY605" fmla="*/ 789782 h 1720299"/>
              <a:gd name="connsiteX606" fmla="*/ 141605 w 1878763"/>
              <a:gd name="connsiteY606" fmla="*/ 817214 h 1720299"/>
              <a:gd name="connsiteX607" fmla="*/ 114173 w 1878763"/>
              <a:gd name="connsiteY607" fmla="*/ 817214 h 1720299"/>
              <a:gd name="connsiteX608" fmla="*/ 0 w 1878763"/>
              <a:gd name="connsiteY608" fmla="*/ 789782 h 1720299"/>
              <a:gd name="connsiteX609" fmla="*/ 27432 w 1878763"/>
              <a:gd name="connsiteY609" fmla="*/ 789782 h 1720299"/>
              <a:gd name="connsiteX610" fmla="*/ 27432 w 1878763"/>
              <a:gd name="connsiteY610" fmla="*/ 817214 h 1720299"/>
              <a:gd name="connsiteX611" fmla="*/ 0 w 1878763"/>
              <a:gd name="connsiteY611" fmla="*/ 817214 h 1720299"/>
              <a:gd name="connsiteX612" fmla="*/ 1851331 w 1878763"/>
              <a:gd name="connsiteY612" fmla="*/ 676275 h 1720299"/>
              <a:gd name="connsiteX613" fmla="*/ 1878763 w 1878763"/>
              <a:gd name="connsiteY613" fmla="*/ 676275 h 1720299"/>
              <a:gd name="connsiteX614" fmla="*/ 1878763 w 1878763"/>
              <a:gd name="connsiteY614" fmla="*/ 703707 h 1720299"/>
              <a:gd name="connsiteX615" fmla="*/ 1851331 w 1878763"/>
              <a:gd name="connsiteY615" fmla="*/ 703707 h 1720299"/>
              <a:gd name="connsiteX616" fmla="*/ 1737031 w 1878763"/>
              <a:gd name="connsiteY616" fmla="*/ 676275 h 1720299"/>
              <a:gd name="connsiteX617" fmla="*/ 1764463 w 1878763"/>
              <a:gd name="connsiteY617" fmla="*/ 676275 h 1720299"/>
              <a:gd name="connsiteX618" fmla="*/ 1764463 w 1878763"/>
              <a:gd name="connsiteY618" fmla="*/ 703707 h 1720299"/>
              <a:gd name="connsiteX619" fmla="*/ 1737031 w 1878763"/>
              <a:gd name="connsiteY619" fmla="*/ 703707 h 1720299"/>
              <a:gd name="connsiteX620" fmla="*/ 1625112 w 1878763"/>
              <a:gd name="connsiteY620" fmla="*/ 676275 h 1720299"/>
              <a:gd name="connsiteX621" fmla="*/ 1652544 w 1878763"/>
              <a:gd name="connsiteY621" fmla="*/ 676275 h 1720299"/>
              <a:gd name="connsiteX622" fmla="*/ 1652544 w 1878763"/>
              <a:gd name="connsiteY622" fmla="*/ 703707 h 1720299"/>
              <a:gd name="connsiteX623" fmla="*/ 1625112 w 1878763"/>
              <a:gd name="connsiteY623" fmla="*/ 703707 h 1720299"/>
              <a:gd name="connsiteX624" fmla="*/ 1510812 w 1878763"/>
              <a:gd name="connsiteY624" fmla="*/ 676275 h 1720299"/>
              <a:gd name="connsiteX625" fmla="*/ 1538244 w 1878763"/>
              <a:gd name="connsiteY625" fmla="*/ 676275 h 1720299"/>
              <a:gd name="connsiteX626" fmla="*/ 1538244 w 1878763"/>
              <a:gd name="connsiteY626" fmla="*/ 703707 h 1720299"/>
              <a:gd name="connsiteX627" fmla="*/ 1510812 w 1878763"/>
              <a:gd name="connsiteY627" fmla="*/ 703707 h 1720299"/>
              <a:gd name="connsiteX628" fmla="*/ 1394702 w 1878763"/>
              <a:gd name="connsiteY628" fmla="*/ 676275 h 1720299"/>
              <a:gd name="connsiteX629" fmla="*/ 1422134 w 1878763"/>
              <a:gd name="connsiteY629" fmla="*/ 676275 h 1720299"/>
              <a:gd name="connsiteX630" fmla="*/ 1422134 w 1878763"/>
              <a:gd name="connsiteY630" fmla="*/ 703707 h 1720299"/>
              <a:gd name="connsiteX631" fmla="*/ 1394702 w 1878763"/>
              <a:gd name="connsiteY631" fmla="*/ 703707 h 1720299"/>
              <a:gd name="connsiteX632" fmla="*/ 1278592 w 1878763"/>
              <a:gd name="connsiteY632" fmla="*/ 676275 h 1720299"/>
              <a:gd name="connsiteX633" fmla="*/ 1306024 w 1878763"/>
              <a:gd name="connsiteY633" fmla="*/ 676275 h 1720299"/>
              <a:gd name="connsiteX634" fmla="*/ 1306024 w 1878763"/>
              <a:gd name="connsiteY634" fmla="*/ 703707 h 1720299"/>
              <a:gd name="connsiteX635" fmla="*/ 1278592 w 1878763"/>
              <a:gd name="connsiteY635" fmla="*/ 703707 h 1720299"/>
              <a:gd name="connsiteX636" fmla="*/ 1162482 w 1878763"/>
              <a:gd name="connsiteY636" fmla="*/ 676275 h 1720299"/>
              <a:gd name="connsiteX637" fmla="*/ 1189914 w 1878763"/>
              <a:gd name="connsiteY637" fmla="*/ 676275 h 1720299"/>
              <a:gd name="connsiteX638" fmla="*/ 1189914 w 1878763"/>
              <a:gd name="connsiteY638" fmla="*/ 703707 h 1720299"/>
              <a:gd name="connsiteX639" fmla="*/ 1162482 w 1878763"/>
              <a:gd name="connsiteY639" fmla="*/ 703707 h 1720299"/>
              <a:gd name="connsiteX640" fmla="*/ 1042307 w 1878763"/>
              <a:gd name="connsiteY640" fmla="*/ 676275 h 1720299"/>
              <a:gd name="connsiteX641" fmla="*/ 1069739 w 1878763"/>
              <a:gd name="connsiteY641" fmla="*/ 676275 h 1720299"/>
              <a:gd name="connsiteX642" fmla="*/ 1069739 w 1878763"/>
              <a:gd name="connsiteY642" fmla="*/ 703707 h 1720299"/>
              <a:gd name="connsiteX643" fmla="*/ 1042307 w 1878763"/>
              <a:gd name="connsiteY643" fmla="*/ 703707 h 1720299"/>
              <a:gd name="connsiteX644" fmla="*/ 926798 w 1878763"/>
              <a:gd name="connsiteY644" fmla="*/ 676275 h 1720299"/>
              <a:gd name="connsiteX645" fmla="*/ 954230 w 1878763"/>
              <a:gd name="connsiteY645" fmla="*/ 676275 h 1720299"/>
              <a:gd name="connsiteX646" fmla="*/ 954230 w 1878763"/>
              <a:gd name="connsiteY646" fmla="*/ 703707 h 1720299"/>
              <a:gd name="connsiteX647" fmla="*/ 926798 w 1878763"/>
              <a:gd name="connsiteY647" fmla="*/ 703707 h 1720299"/>
              <a:gd name="connsiteX648" fmla="*/ 812625 w 1878763"/>
              <a:gd name="connsiteY648" fmla="*/ 676275 h 1720299"/>
              <a:gd name="connsiteX649" fmla="*/ 840057 w 1878763"/>
              <a:gd name="connsiteY649" fmla="*/ 676275 h 1720299"/>
              <a:gd name="connsiteX650" fmla="*/ 840057 w 1878763"/>
              <a:gd name="connsiteY650" fmla="*/ 703707 h 1720299"/>
              <a:gd name="connsiteX651" fmla="*/ 812625 w 1878763"/>
              <a:gd name="connsiteY651" fmla="*/ 703707 h 1720299"/>
              <a:gd name="connsiteX652" fmla="*/ 692450 w 1878763"/>
              <a:gd name="connsiteY652" fmla="*/ 676275 h 1720299"/>
              <a:gd name="connsiteX653" fmla="*/ 719882 w 1878763"/>
              <a:gd name="connsiteY653" fmla="*/ 676275 h 1720299"/>
              <a:gd name="connsiteX654" fmla="*/ 719882 w 1878763"/>
              <a:gd name="connsiteY654" fmla="*/ 703707 h 1720299"/>
              <a:gd name="connsiteX655" fmla="*/ 692450 w 1878763"/>
              <a:gd name="connsiteY655" fmla="*/ 703707 h 1720299"/>
              <a:gd name="connsiteX656" fmla="*/ 576340 w 1878763"/>
              <a:gd name="connsiteY656" fmla="*/ 676275 h 1720299"/>
              <a:gd name="connsiteX657" fmla="*/ 603772 w 1878763"/>
              <a:gd name="connsiteY657" fmla="*/ 676275 h 1720299"/>
              <a:gd name="connsiteX658" fmla="*/ 603772 w 1878763"/>
              <a:gd name="connsiteY658" fmla="*/ 703707 h 1720299"/>
              <a:gd name="connsiteX659" fmla="*/ 576340 w 1878763"/>
              <a:gd name="connsiteY659" fmla="*/ 703707 h 1720299"/>
              <a:gd name="connsiteX660" fmla="*/ 456165 w 1878763"/>
              <a:gd name="connsiteY660" fmla="*/ 676275 h 1720299"/>
              <a:gd name="connsiteX661" fmla="*/ 483597 w 1878763"/>
              <a:gd name="connsiteY661" fmla="*/ 676275 h 1720299"/>
              <a:gd name="connsiteX662" fmla="*/ 483597 w 1878763"/>
              <a:gd name="connsiteY662" fmla="*/ 703707 h 1720299"/>
              <a:gd name="connsiteX663" fmla="*/ 456165 w 1878763"/>
              <a:gd name="connsiteY663" fmla="*/ 703707 h 1720299"/>
              <a:gd name="connsiteX664" fmla="*/ 340656 w 1878763"/>
              <a:gd name="connsiteY664" fmla="*/ 676275 h 1720299"/>
              <a:gd name="connsiteX665" fmla="*/ 368088 w 1878763"/>
              <a:gd name="connsiteY665" fmla="*/ 676275 h 1720299"/>
              <a:gd name="connsiteX666" fmla="*/ 368088 w 1878763"/>
              <a:gd name="connsiteY666" fmla="*/ 703707 h 1720299"/>
              <a:gd name="connsiteX667" fmla="*/ 340656 w 1878763"/>
              <a:gd name="connsiteY667" fmla="*/ 703707 h 1720299"/>
              <a:gd name="connsiteX668" fmla="*/ 226483 w 1878763"/>
              <a:gd name="connsiteY668" fmla="*/ 676275 h 1720299"/>
              <a:gd name="connsiteX669" fmla="*/ 253915 w 1878763"/>
              <a:gd name="connsiteY669" fmla="*/ 676275 h 1720299"/>
              <a:gd name="connsiteX670" fmla="*/ 253915 w 1878763"/>
              <a:gd name="connsiteY670" fmla="*/ 703707 h 1720299"/>
              <a:gd name="connsiteX671" fmla="*/ 226483 w 1878763"/>
              <a:gd name="connsiteY671" fmla="*/ 703707 h 1720299"/>
              <a:gd name="connsiteX672" fmla="*/ 114173 w 1878763"/>
              <a:gd name="connsiteY672" fmla="*/ 676275 h 1720299"/>
              <a:gd name="connsiteX673" fmla="*/ 141605 w 1878763"/>
              <a:gd name="connsiteY673" fmla="*/ 676275 h 1720299"/>
              <a:gd name="connsiteX674" fmla="*/ 141605 w 1878763"/>
              <a:gd name="connsiteY674" fmla="*/ 703707 h 1720299"/>
              <a:gd name="connsiteX675" fmla="*/ 114173 w 1878763"/>
              <a:gd name="connsiteY675" fmla="*/ 703707 h 1720299"/>
              <a:gd name="connsiteX676" fmla="*/ 0 w 1878763"/>
              <a:gd name="connsiteY676" fmla="*/ 676275 h 1720299"/>
              <a:gd name="connsiteX677" fmla="*/ 27432 w 1878763"/>
              <a:gd name="connsiteY677" fmla="*/ 676275 h 1720299"/>
              <a:gd name="connsiteX678" fmla="*/ 27432 w 1878763"/>
              <a:gd name="connsiteY678" fmla="*/ 703707 h 1720299"/>
              <a:gd name="connsiteX679" fmla="*/ 0 w 1878763"/>
              <a:gd name="connsiteY679" fmla="*/ 703707 h 1720299"/>
              <a:gd name="connsiteX680" fmla="*/ 1851331 w 1878763"/>
              <a:gd name="connsiteY680" fmla="*/ 565945 h 1720299"/>
              <a:gd name="connsiteX681" fmla="*/ 1878763 w 1878763"/>
              <a:gd name="connsiteY681" fmla="*/ 565945 h 1720299"/>
              <a:gd name="connsiteX682" fmla="*/ 1878763 w 1878763"/>
              <a:gd name="connsiteY682" fmla="*/ 593377 h 1720299"/>
              <a:gd name="connsiteX683" fmla="*/ 1851331 w 1878763"/>
              <a:gd name="connsiteY683" fmla="*/ 593377 h 1720299"/>
              <a:gd name="connsiteX684" fmla="*/ 1737031 w 1878763"/>
              <a:gd name="connsiteY684" fmla="*/ 565945 h 1720299"/>
              <a:gd name="connsiteX685" fmla="*/ 1764463 w 1878763"/>
              <a:gd name="connsiteY685" fmla="*/ 565945 h 1720299"/>
              <a:gd name="connsiteX686" fmla="*/ 1764463 w 1878763"/>
              <a:gd name="connsiteY686" fmla="*/ 593377 h 1720299"/>
              <a:gd name="connsiteX687" fmla="*/ 1737031 w 1878763"/>
              <a:gd name="connsiteY687" fmla="*/ 593377 h 1720299"/>
              <a:gd name="connsiteX688" fmla="*/ 1625112 w 1878763"/>
              <a:gd name="connsiteY688" fmla="*/ 565945 h 1720299"/>
              <a:gd name="connsiteX689" fmla="*/ 1652544 w 1878763"/>
              <a:gd name="connsiteY689" fmla="*/ 565945 h 1720299"/>
              <a:gd name="connsiteX690" fmla="*/ 1652544 w 1878763"/>
              <a:gd name="connsiteY690" fmla="*/ 593377 h 1720299"/>
              <a:gd name="connsiteX691" fmla="*/ 1625112 w 1878763"/>
              <a:gd name="connsiteY691" fmla="*/ 593377 h 1720299"/>
              <a:gd name="connsiteX692" fmla="*/ 1510812 w 1878763"/>
              <a:gd name="connsiteY692" fmla="*/ 565945 h 1720299"/>
              <a:gd name="connsiteX693" fmla="*/ 1538244 w 1878763"/>
              <a:gd name="connsiteY693" fmla="*/ 565945 h 1720299"/>
              <a:gd name="connsiteX694" fmla="*/ 1538244 w 1878763"/>
              <a:gd name="connsiteY694" fmla="*/ 593377 h 1720299"/>
              <a:gd name="connsiteX695" fmla="*/ 1510812 w 1878763"/>
              <a:gd name="connsiteY695" fmla="*/ 593377 h 1720299"/>
              <a:gd name="connsiteX696" fmla="*/ 1394702 w 1878763"/>
              <a:gd name="connsiteY696" fmla="*/ 565945 h 1720299"/>
              <a:gd name="connsiteX697" fmla="*/ 1422134 w 1878763"/>
              <a:gd name="connsiteY697" fmla="*/ 565945 h 1720299"/>
              <a:gd name="connsiteX698" fmla="*/ 1422134 w 1878763"/>
              <a:gd name="connsiteY698" fmla="*/ 593377 h 1720299"/>
              <a:gd name="connsiteX699" fmla="*/ 1394702 w 1878763"/>
              <a:gd name="connsiteY699" fmla="*/ 593377 h 1720299"/>
              <a:gd name="connsiteX700" fmla="*/ 1278592 w 1878763"/>
              <a:gd name="connsiteY700" fmla="*/ 565945 h 1720299"/>
              <a:gd name="connsiteX701" fmla="*/ 1306024 w 1878763"/>
              <a:gd name="connsiteY701" fmla="*/ 565945 h 1720299"/>
              <a:gd name="connsiteX702" fmla="*/ 1306024 w 1878763"/>
              <a:gd name="connsiteY702" fmla="*/ 593377 h 1720299"/>
              <a:gd name="connsiteX703" fmla="*/ 1278592 w 1878763"/>
              <a:gd name="connsiteY703" fmla="*/ 593377 h 1720299"/>
              <a:gd name="connsiteX704" fmla="*/ 1162482 w 1878763"/>
              <a:gd name="connsiteY704" fmla="*/ 565945 h 1720299"/>
              <a:gd name="connsiteX705" fmla="*/ 1189914 w 1878763"/>
              <a:gd name="connsiteY705" fmla="*/ 565945 h 1720299"/>
              <a:gd name="connsiteX706" fmla="*/ 1189914 w 1878763"/>
              <a:gd name="connsiteY706" fmla="*/ 593377 h 1720299"/>
              <a:gd name="connsiteX707" fmla="*/ 1162482 w 1878763"/>
              <a:gd name="connsiteY707" fmla="*/ 593377 h 1720299"/>
              <a:gd name="connsiteX708" fmla="*/ 1042307 w 1878763"/>
              <a:gd name="connsiteY708" fmla="*/ 565945 h 1720299"/>
              <a:gd name="connsiteX709" fmla="*/ 1069739 w 1878763"/>
              <a:gd name="connsiteY709" fmla="*/ 565945 h 1720299"/>
              <a:gd name="connsiteX710" fmla="*/ 1069739 w 1878763"/>
              <a:gd name="connsiteY710" fmla="*/ 593377 h 1720299"/>
              <a:gd name="connsiteX711" fmla="*/ 1042307 w 1878763"/>
              <a:gd name="connsiteY711" fmla="*/ 593377 h 1720299"/>
              <a:gd name="connsiteX712" fmla="*/ 926798 w 1878763"/>
              <a:gd name="connsiteY712" fmla="*/ 565945 h 1720299"/>
              <a:gd name="connsiteX713" fmla="*/ 954230 w 1878763"/>
              <a:gd name="connsiteY713" fmla="*/ 565945 h 1720299"/>
              <a:gd name="connsiteX714" fmla="*/ 954230 w 1878763"/>
              <a:gd name="connsiteY714" fmla="*/ 593377 h 1720299"/>
              <a:gd name="connsiteX715" fmla="*/ 926798 w 1878763"/>
              <a:gd name="connsiteY715" fmla="*/ 593377 h 1720299"/>
              <a:gd name="connsiteX716" fmla="*/ 812625 w 1878763"/>
              <a:gd name="connsiteY716" fmla="*/ 565945 h 1720299"/>
              <a:gd name="connsiteX717" fmla="*/ 840057 w 1878763"/>
              <a:gd name="connsiteY717" fmla="*/ 565945 h 1720299"/>
              <a:gd name="connsiteX718" fmla="*/ 840057 w 1878763"/>
              <a:gd name="connsiteY718" fmla="*/ 593377 h 1720299"/>
              <a:gd name="connsiteX719" fmla="*/ 812625 w 1878763"/>
              <a:gd name="connsiteY719" fmla="*/ 593377 h 1720299"/>
              <a:gd name="connsiteX720" fmla="*/ 692450 w 1878763"/>
              <a:gd name="connsiteY720" fmla="*/ 565945 h 1720299"/>
              <a:gd name="connsiteX721" fmla="*/ 719882 w 1878763"/>
              <a:gd name="connsiteY721" fmla="*/ 565945 h 1720299"/>
              <a:gd name="connsiteX722" fmla="*/ 719882 w 1878763"/>
              <a:gd name="connsiteY722" fmla="*/ 593377 h 1720299"/>
              <a:gd name="connsiteX723" fmla="*/ 692450 w 1878763"/>
              <a:gd name="connsiteY723" fmla="*/ 593377 h 1720299"/>
              <a:gd name="connsiteX724" fmla="*/ 576340 w 1878763"/>
              <a:gd name="connsiteY724" fmla="*/ 565945 h 1720299"/>
              <a:gd name="connsiteX725" fmla="*/ 603772 w 1878763"/>
              <a:gd name="connsiteY725" fmla="*/ 565945 h 1720299"/>
              <a:gd name="connsiteX726" fmla="*/ 603772 w 1878763"/>
              <a:gd name="connsiteY726" fmla="*/ 593377 h 1720299"/>
              <a:gd name="connsiteX727" fmla="*/ 576340 w 1878763"/>
              <a:gd name="connsiteY727" fmla="*/ 593377 h 1720299"/>
              <a:gd name="connsiteX728" fmla="*/ 456165 w 1878763"/>
              <a:gd name="connsiteY728" fmla="*/ 565945 h 1720299"/>
              <a:gd name="connsiteX729" fmla="*/ 483597 w 1878763"/>
              <a:gd name="connsiteY729" fmla="*/ 565945 h 1720299"/>
              <a:gd name="connsiteX730" fmla="*/ 483597 w 1878763"/>
              <a:gd name="connsiteY730" fmla="*/ 593377 h 1720299"/>
              <a:gd name="connsiteX731" fmla="*/ 456165 w 1878763"/>
              <a:gd name="connsiteY731" fmla="*/ 593377 h 1720299"/>
              <a:gd name="connsiteX732" fmla="*/ 340656 w 1878763"/>
              <a:gd name="connsiteY732" fmla="*/ 565945 h 1720299"/>
              <a:gd name="connsiteX733" fmla="*/ 368088 w 1878763"/>
              <a:gd name="connsiteY733" fmla="*/ 565945 h 1720299"/>
              <a:gd name="connsiteX734" fmla="*/ 368088 w 1878763"/>
              <a:gd name="connsiteY734" fmla="*/ 593377 h 1720299"/>
              <a:gd name="connsiteX735" fmla="*/ 340656 w 1878763"/>
              <a:gd name="connsiteY735" fmla="*/ 593377 h 1720299"/>
              <a:gd name="connsiteX736" fmla="*/ 226483 w 1878763"/>
              <a:gd name="connsiteY736" fmla="*/ 565945 h 1720299"/>
              <a:gd name="connsiteX737" fmla="*/ 253915 w 1878763"/>
              <a:gd name="connsiteY737" fmla="*/ 565945 h 1720299"/>
              <a:gd name="connsiteX738" fmla="*/ 253915 w 1878763"/>
              <a:gd name="connsiteY738" fmla="*/ 593377 h 1720299"/>
              <a:gd name="connsiteX739" fmla="*/ 226483 w 1878763"/>
              <a:gd name="connsiteY739" fmla="*/ 593377 h 1720299"/>
              <a:gd name="connsiteX740" fmla="*/ 114173 w 1878763"/>
              <a:gd name="connsiteY740" fmla="*/ 565945 h 1720299"/>
              <a:gd name="connsiteX741" fmla="*/ 141605 w 1878763"/>
              <a:gd name="connsiteY741" fmla="*/ 565945 h 1720299"/>
              <a:gd name="connsiteX742" fmla="*/ 141605 w 1878763"/>
              <a:gd name="connsiteY742" fmla="*/ 593377 h 1720299"/>
              <a:gd name="connsiteX743" fmla="*/ 114173 w 1878763"/>
              <a:gd name="connsiteY743" fmla="*/ 593377 h 1720299"/>
              <a:gd name="connsiteX744" fmla="*/ 0 w 1878763"/>
              <a:gd name="connsiteY744" fmla="*/ 565945 h 1720299"/>
              <a:gd name="connsiteX745" fmla="*/ 27432 w 1878763"/>
              <a:gd name="connsiteY745" fmla="*/ 565945 h 1720299"/>
              <a:gd name="connsiteX746" fmla="*/ 27432 w 1878763"/>
              <a:gd name="connsiteY746" fmla="*/ 593377 h 1720299"/>
              <a:gd name="connsiteX747" fmla="*/ 0 w 1878763"/>
              <a:gd name="connsiteY747" fmla="*/ 593377 h 1720299"/>
              <a:gd name="connsiteX748" fmla="*/ 1851331 w 1878763"/>
              <a:gd name="connsiteY748" fmla="*/ 452438 h 1720299"/>
              <a:gd name="connsiteX749" fmla="*/ 1878763 w 1878763"/>
              <a:gd name="connsiteY749" fmla="*/ 452438 h 1720299"/>
              <a:gd name="connsiteX750" fmla="*/ 1878763 w 1878763"/>
              <a:gd name="connsiteY750" fmla="*/ 479870 h 1720299"/>
              <a:gd name="connsiteX751" fmla="*/ 1851331 w 1878763"/>
              <a:gd name="connsiteY751" fmla="*/ 479870 h 1720299"/>
              <a:gd name="connsiteX752" fmla="*/ 1737031 w 1878763"/>
              <a:gd name="connsiteY752" fmla="*/ 452438 h 1720299"/>
              <a:gd name="connsiteX753" fmla="*/ 1764463 w 1878763"/>
              <a:gd name="connsiteY753" fmla="*/ 452438 h 1720299"/>
              <a:gd name="connsiteX754" fmla="*/ 1764463 w 1878763"/>
              <a:gd name="connsiteY754" fmla="*/ 479870 h 1720299"/>
              <a:gd name="connsiteX755" fmla="*/ 1737031 w 1878763"/>
              <a:gd name="connsiteY755" fmla="*/ 479870 h 1720299"/>
              <a:gd name="connsiteX756" fmla="*/ 1625112 w 1878763"/>
              <a:gd name="connsiteY756" fmla="*/ 452438 h 1720299"/>
              <a:gd name="connsiteX757" fmla="*/ 1652544 w 1878763"/>
              <a:gd name="connsiteY757" fmla="*/ 452438 h 1720299"/>
              <a:gd name="connsiteX758" fmla="*/ 1652544 w 1878763"/>
              <a:gd name="connsiteY758" fmla="*/ 479870 h 1720299"/>
              <a:gd name="connsiteX759" fmla="*/ 1625112 w 1878763"/>
              <a:gd name="connsiteY759" fmla="*/ 479870 h 1720299"/>
              <a:gd name="connsiteX760" fmla="*/ 1510812 w 1878763"/>
              <a:gd name="connsiteY760" fmla="*/ 452438 h 1720299"/>
              <a:gd name="connsiteX761" fmla="*/ 1538244 w 1878763"/>
              <a:gd name="connsiteY761" fmla="*/ 452438 h 1720299"/>
              <a:gd name="connsiteX762" fmla="*/ 1538244 w 1878763"/>
              <a:gd name="connsiteY762" fmla="*/ 479870 h 1720299"/>
              <a:gd name="connsiteX763" fmla="*/ 1510812 w 1878763"/>
              <a:gd name="connsiteY763" fmla="*/ 479870 h 1720299"/>
              <a:gd name="connsiteX764" fmla="*/ 1394702 w 1878763"/>
              <a:gd name="connsiteY764" fmla="*/ 452438 h 1720299"/>
              <a:gd name="connsiteX765" fmla="*/ 1422134 w 1878763"/>
              <a:gd name="connsiteY765" fmla="*/ 452438 h 1720299"/>
              <a:gd name="connsiteX766" fmla="*/ 1422134 w 1878763"/>
              <a:gd name="connsiteY766" fmla="*/ 479870 h 1720299"/>
              <a:gd name="connsiteX767" fmla="*/ 1394702 w 1878763"/>
              <a:gd name="connsiteY767" fmla="*/ 479870 h 1720299"/>
              <a:gd name="connsiteX768" fmla="*/ 1278592 w 1878763"/>
              <a:gd name="connsiteY768" fmla="*/ 452438 h 1720299"/>
              <a:gd name="connsiteX769" fmla="*/ 1306024 w 1878763"/>
              <a:gd name="connsiteY769" fmla="*/ 452438 h 1720299"/>
              <a:gd name="connsiteX770" fmla="*/ 1306024 w 1878763"/>
              <a:gd name="connsiteY770" fmla="*/ 479870 h 1720299"/>
              <a:gd name="connsiteX771" fmla="*/ 1278592 w 1878763"/>
              <a:gd name="connsiteY771" fmla="*/ 479870 h 1720299"/>
              <a:gd name="connsiteX772" fmla="*/ 1162482 w 1878763"/>
              <a:gd name="connsiteY772" fmla="*/ 452438 h 1720299"/>
              <a:gd name="connsiteX773" fmla="*/ 1189914 w 1878763"/>
              <a:gd name="connsiteY773" fmla="*/ 452438 h 1720299"/>
              <a:gd name="connsiteX774" fmla="*/ 1189914 w 1878763"/>
              <a:gd name="connsiteY774" fmla="*/ 479870 h 1720299"/>
              <a:gd name="connsiteX775" fmla="*/ 1162482 w 1878763"/>
              <a:gd name="connsiteY775" fmla="*/ 479870 h 1720299"/>
              <a:gd name="connsiteX776" fmla="*/ 1042307 w 1878763"/>
              <a:gd name="connsiteY776" fmla="*/ 452438 h 1720299"/>
              <a:gd name="connsiteX777" fmla="*/ 1069739 w 1878763"/>
              <a:gd name="connsiteY777" fmla="*/ 452438 h 1720299"/>
              <a:gd name="connsiteX778" fmla="*/ 1069739 w 1878763"/>
              <a:gd name="connsiteY778" fmla="*/ 479870 h 1720299"/>
              <a:gd name="connsiteX779" fmla="*/ 1042307 w 1878763"/>
              <a:gd name="connsiteY779" fmla="*/ 479870 h 1720299"/>
              <a:gd name="connsiteX780" fmla="*/ 926798 w 1878763"/>
              <a:gd name="connsiteY780" fmla="*/ 452438 h 1720299"/>
              <a:gd name="connsiteX781" fmla="*/ 954230 w 1878763"/>
              <a:gd name="connsiteY781" fmla="*/ 452438 h 1720299"/>
              <a:gd name="connsiteX782" fmla="*/ 954230 w 1878763"/>
              <a:gd name="connsiteY782" fmla="*/ 479870 h 1720299"/>
              <a:gd name="connsiteX783" fmla="*/ 926798 w 1878763"/>
              <a:gd name="connsiteY783" fmla="*/ 479870 h 1720299"/>
              <a:gd name="connsiteX784" fmla="*/ 812625 w 1878763"/>
              <a:gd name="connsiteY784" fmla="*/ 452438 h 1720299"/>
              <a:gd name="connsiteX785" fmla="*/ 840057 w 1878763"/>
              <a:gd name="connsiteY785" fmla="*/ 452438 h 1720299"/>
              <a:gd name="connsiteX786" fmla="*/ 840057 w 1878763"/>
              <a:gd name="connsiteY786" fmla="*/ 479870 h 1720299"/>
              <a:gd name="connsiteX787" fmla="*/ 812625 w 1878763"/>
              <a:gd name="connsiteY787" fmla="*/ 479870 h 1720299"/>
              <a:gd name="connsiteX788" fmla="*/ 692450 w 1878763"/>
              <a:gd name="connsiteY788" fmla="*/ 452438 h 1720299"/>
              <a:gd name="connsiteX789" fmla="*/ 719882 w 1878763"/>
              <a:gd name="connsiteY789" fmla="*/ 452438 h 1720299"/>
              <a:gd name="connsiteX790" fmla="*/ 719882 w 1878763"/>
              <a:gd name="connsiteY790" fmla="*/ 479870 h 1720299"/>
              <a:gd name="connsiteX791" fmla="*/ 692450 w 1878763"/>
              <a:gd name="connsiteY791" fmla="*/ 479870 h 1720299"/>
              <a:gd name="connsiteX792" fmla="*/ 576340 w 1878763"/>
              <a:gd name="connsiteY792" fmla="*/ 452438 h 1720299"/>
              <a:gd name="connsiteX793" fmla="*/ 603772 w 1878763"/>
              <a:gd name="connsiteY793" fmla="*/ 452438 h 1720299"/>
              <a:gd name="connsiteX794" fmla="*/ 603772 w 1878763"/>
              <a:gd name="connsiteY794" fmla="*/ 479870 h 1720299"/>
              <a:gd name="connsiteX795" fmla="*/ 576340 w 1878763"/>
              <a:gd name="connsiteY795" fmla="*/ 479870 h 1720299"/>
              <a:gd name="connsiteX796" fmla="*/ 456165 w 1878763"/>
              <a:gd name="connsiteY796" fmla="*/ 452438 h 1720299"/>
              <a:gd name="connsiteX797" fmla="*/ 483597 w 1878763"/>
              <a:gd name="connsiteY797" fmla="*/ 452438 h 1720299"/>
              <a:gd name="connsiteX798" fmla="*/ 483597 w 1878763"/>
              <a:gd name="connsiteY798" fmla="*/ 479870 h 1720299"/>
              <a:gd name="connsiteX799" fmla="*/ 456165 w 1878763"/>
              <a:gd name="connsiteY799" fmla="*/ 479870 h 1720299"/>
              <a:gd name="connsiteX800" fmla="*/ 340656 w 1878763"/>
              <a:gd name="connsiteY800" fmla="*/ 452438 h 1720299"/>
              <a:gd name="connsiteX801" fmla="*/ 368088 w 1878763"/>
              <a:gd name="connsiteY801" fmla="*/ 452438 h 1720299"/>
              <a:gd name="connsiteX802" fmla="*/ 368088 w 1878763"/>
              <a:gd name="connsiteY802" fmla="*/ 479870 h 1720299"/>
              <a:gd name="connsiteX803" fmla="*/ 340656 w 1878763"/>
              <a:gd name="connsiteY803" fmla="*/ 479870 h 1720299"/>
              <a:gd name="connsiteX804" fmla="*/ 226483 w 1878763"/>
              <a:gd name="connsiteY804" fmla="*/ 452438 h 1720299"/>
              <a:gd name="connsiteX805" fmla="*/ 253915 w 1878763"/>
              <a:gd name="connsiteY805" fmla="*/ 452438 h 1720299"/>
              <a:gd name="connsiteX806" fmla="*/ 253915 w 1878763"/>
              <a:gd name="connsiteY806" fmla="*/ 479870 h 1720299"/>
              <a:gd name="connsiteX807" fmla="*/ 226483 w 1878763"/>
              <a:gd name="connsiteY807" fmla="*/ 479870 h 1720299"/>
              <a:gd name="connsiteX808" fmla="*/ 114173 w 1878763"/>
              <a:gd name="connsiteY808" fmla="*/ 452438 h 1720299"/>
              <a:gd name="connsiteX809" fmla="*/ 141605 w 1878763"/>
              <a:gd name="connsiteY809" fmla="*/ 452438 h 1720299"/>
              <a:gd name="connsiteX810" fmla="*/ 141605 w 1878763"/>
              <a:gd name="connsiteY810" fmla="*/ 479870 h 1720299"/>
              <a:gd name="connsiteX811" fmla="*/ 114173 w 1878763"/>
              <a:gd name="connsiteY811" fmla="*/ 479870 h 1720299"/>
              <a:gd name="connsiteX812" fmla="*/ 0 w 1878763"/>
              <a:gd name="connsiteY812" fmla="*/ 452438 h 1720299"/>
              <a:gd name="connsiteX813" fmla="*/ 27432 w 1878763"/>
              <a:gd name="connsiteY813" fmla="*/ 452438 h 1720299"/>
              <a:gd name="connsiteX814" fmla="*/ 27432 w 1878763"/>
              <a:gd name="connsiteY814" fmla="*/ 479870 h 1720299"/>
              <a:gd name="connsiteX815" fmla="*/ 0 w 1878763"/>
              <a:gd name="connsiteY815" fmla="*/ 479870 h 1720299"/>
              <a:gd name="connsiteX816" fmla="*/ 1851331 w 1878763"/>
              <a:gd name="connsiteY816" fmla="*/ 337344 h 1720299"/>
              <a:gd name="connsiteX817" fmla="*/ 1878763 w 1878763"/>
              <a:gd name="connsiteY817" fmla="*/ 337344 h 1720299"/>
              <a:gd name="connsiteX818" fmla="*/ 1878763 w 1878763"/>
              <a:gd name="connsiteY818" fmla="*/ 364776 h 1720299"/>
              <a:gd name="connsiteX819" fmla="*/ 1851331 w 1878763"/>
              <a:gd name="connsiteY819" fmla="*/ 364776 h 1720299"/>
              <a:gd name="connsiteX820" fmla="*/ 1737031 w 1878763"/>
              <a:gd name="connsiteY820" fmla="*/ 337344 h 1720299"/>
              <a:gd name="connsiteX821" fmla="*/ 1764463 w 1878763"/>
              <a:gd name="connsiteY821" fmla="*/ 337344 h 1720299"/>
              <a:gd name="connsiteX822" fmla="*/ 1764463 w 1878763"/>
              <a:gd name="connsiteY822" fmla="*/ 364776 h 1720299"/>
              <a:gd name="connsiteX823" fmla="*/ 1737031 w 1878763"/>
              <a:gd name="connsiteY823" fmla="*/ 364776 h 1720299"/>
              <a:gd name="connsiteX824" fmla="*/ 1625112 w 1878763"/>
              <a:gd name="connsiteY824" fmla="*/ 337344 h 1720299"/>
              <a:gd name="connsiteX825" fmla="*/ 1652544 w 1878763"/>
              <a:gd name="connsiteY825" fmla="*/ 337344 h 1720299"/>
              <a:gd name="connsiteX826" fmla="*/ 1652544 w 1878763"/>
              <a:gd name="connsiteY826" fmla="*/ 364776 h 1720299"/>
              <a:gd name="connsiteX827" fmla="*/ 1625112 w 1878763"/>
              <a:gd name="connsiteY827" fmla="*/ 364776 h 1720299"/>
              <a:gd name="connsiteX828" fmla="*/ 1510812 w 1878763"/>
              <a:gd name="connsiteY828" fmla="*/ 337344 h 1720299"/>
              <a:gd name="connsiteX829" fmla="*/ 1538244 w 1878763"/>
              <a:gd name="connsiteY829" fmla="*/ 337344 h 1720299"/>
              <a:gd name="connsiteX830" fmla="*/ 1538244 w 1878763"/>
              <a:gd name="connsiteY830" fmla="*/ 364776 h 1720299"/>
              <a:gd name="connsiteX831" fmla="*/ 1510812 w 1878763"/>
              <a:gd name="connsiteY831" fmla="*/ 364776 h 1720299"/>
              <a:gd name="connsiteX832" fmla="*/ 1394702 w 1878763"/>
              <a:gd name="connsiteY832" fmla="*/ 337344 h 1720299"/>
              <a:gd name="connsiteX833" fmla="*/ 1422134 w 1878763"/>
              <a:gd name="connsiteY833" fmla="*/ 337344 h 1720299"/>
              <a:gd name="connsiteX834" fmla="*/ 1422134 w 1878763"/>
              <a:gd name="connsiteY834" fmla="*/ 364776 h 1720299"/>
              <a:gd name="connsiteX835" fmla="*/ 1394702 w 1878763"/>
              <a:gd name="connsiteY835" fmla="*/ 364776 h 1720299"/>
              <a:gd name="connsiteX836" fmla="*/ 1278592 w 1878763"/>
              <a:gd name="connsiteY836" fmla="*/ 337344 h 1720299"/>
              <a:gd name="connsiteX837" fmla="*/ 1306024 w 1878763"/>
              <a:gd name="connsiteY837" fmla="*/ 337344 h 1720299"/>
              <a:gd name="connsiteX838" fmla="*/ 1306024 w 1878763"/>
              <a:gd name="connsiteY838" fmla="*/ 364776 h 1720299"/>
              <a:gd name="connsiteX839" fmla="*/ 1278592 w 1878763"/>
              <a:gd name="connsiteY839" fmla="*/ 364776 h 1720299"/>
              <a:gd name="connsiteX840" fmla="*/ 1162482 w 1878763"/>
              <a:gd name="connsiteY840" fmla="*/ 337344 h 1720299"/>
              <a:gd name="connsiteX841" fmla="*/ 1189914 w 1878763"/>
              <a:gd name="connsiteY841" fmla="*/ 337344 h 1720299"/>
              <a:gd name="connsiteX842" fmla="*/ 1189914 w 1878763"/>
              <a:gd name="connsiteY842" fmla="*/ 364776 h 1720299"/>
              <a:gd name="connsiteX843" fmla="*/ 1162482 w 1878763"/>
              <a:gd name="connsiteY843" fmla="*/ 364776 h 1720299"/>
              <a:gd name="connsiteX844" fmla="*/ 1042307 w 1878763"/>
              <a:gd name="connsiteY844" fmla="*/ 337344 h 1720299"/>
              <a:gd name="connsiteX845" fmla="*/ 1069739 w 1878763"/>
              <a:gd name="connsiteY845" fmla="*/ 337344 h 1720299"/>
              <a:gd name="connsiteX846" fmla="*/ 1069739 w 1878763"/>
              <a:gd name="connsiteY846" fmla="*/ 364776 h 1720299"/>
              <a:gd name="connsiteX847" fmla="*/ 1042307 w 1878763"/>
              <a:gd name="connsiteY847" fmla="*/ 364776 h 1720299"/>
              <a:gd name="connsiteX848" fmla="*/ 926798 w 1878763"/>
              <a:gd name="connsiteY848" fmla="*/ 337344 h 1720299"/>
              <a:gd name="connsiteX849" fmla="*/ 954230 w 1878763"/>
              <a:gd name="connsiteY849" fmla="*/ 337344 h 1720299"/>
              <a:gd name="connsiteX850" fmla="*/ 954230 w 1878763"/>
              <a:gd name="connsiteY850" fmla="*/ 364776 h 1720299"/>
              <a:gd name="connsiteX851" fmla="*/ 926798 w 1878763"/>
              <a:gd name="connsiteY851" fmla="*/ 364776 h 1720299"/>
              <a:gd name="connsiteX852" fmla="*/ 812625 w 1878763"/>
              <a:gd name="connsiteY852" fmla="*/ 337344 h 1720299"/>
              <a:gd name="connsiteX853" fmla="*/ 840057 w 1878763"/>
              <a:gd name="connsiteY853" fmla="*/ 337344 h 1720299"/>
              <a:gd name="connsiteX854" fmla="*/ 840057 w 1878763"/>
              <a:gd name="connsiteY854" fmla="*/ 364776 h 1720299"/>
              <a:gd name="connsiteX855" fmla="*/ 812625 w 1878763"/>
              <a:gd name="connsiteY855" fmla="*/ 364776 h 1720299"/>
              <a:gd name="connsiteX856" fmla="*/ 692450 w 1878763"/>
              <a:gd name="connsiteY856" fmla="*/ 337344 h 1720299"/>
              <a:gd name="connsiteX857" fmla="*/ 719882 w 1878763"/>
              <a:gd name="connsiteY857" fmla="*/ 337344 h 1720299"/>
              <a:gd name="connsiteX858" fmla="*/ 719882 w 1878763"/>
              <a:gd name="connsiteY858" fmla="*/ 364776 h 1720299"/>
              <a:gd name="connsiteX859" fmla="*/ 692450 w 1878763"/>
              <a:gd name="connsiteY859" fmla="*/ 364776 h 1720299"/>
              <a:gd name="connsiteX860" fmla="*/ 576340 w 1878763"/>
              <a:gd name="connsiteY860" fmla="*/ 337344 h 1720299"/>
              <a:gd name="connsiteX861" fmla="*/ 603772 w 1878763"/>
              <a:gd name="connsiteY861" fmla="*/ 337344 h 1720299"/>
              <a:gd name="connsiteX862" fmla="*/ 603772 w 1878763"/>
              <a:gd name="connsiteY862" fmla="*/ 364776 h 1720299"/>
              <a:gd name="connsiteX863" fmla="*/ 576340 w 1878763"/>
              <a:gd name="connsiteY863" fmla="*/ 364776 h 1720299"/>
              <a:gd name="connsiteX864" fmla="*/ 456165 w 1878763"/>
              <a:gd name="connsiteY864" fmla="*/ 337344 h 1720299"/>
              <a:gd name="connsiteX865" fmla="*/ 483597 w 1878763"/>
              <a:gd name="connsiteY865" fmla="*/ 337344 h 1720299"/>
              <a:gd name="connsiteX866" fmla="*/ 483597 w 1878763"/>
              <a:gd name="connsiteY866" fmla="*/ 364776 h 1720299"/>
              <a:gd name="connsiteX867" fmla="*/ 456165 w 1878763"/>
              <a:gd name="connsiteY867" fmla="*/ 364776 h 1720299"/>
              <a:gd name="connsiteX868" fmla="*/ 340656 w 1878763"/>
              <a:gd name="connsiteY868" fmla="*/ 337344 h 1720299"/>
              <a:gd name="connsiteX869" fmla="*/ 368088 w 1878763"/>
              <a:gd name="connsiteY869" fmla="*/ 337344 h 1720299"/>
              <a:gd name="connsiteX870" fmla="*/ 368088 w 1878763"/>
              <a:gd name="connsiteY870" fmla="*/ 364776 h 1720299"/>
              <a:gd name="connsiteX871" fmla="*/ 340656 w 1878763"/>
              <a:gd name="connsiteY871" fmla="*/ 364776 h 1720299"/>
              <a:gd name="connsiteX872" fmla="*/ 226483 w 1878763"/>
              <a:gd name="connsiteY872" fmla="*/ 337344 h 1720299"/>
              <a:gd name="connsiteX873" fmla="*/ 253915 w 1878763"/>
              <a:gd name="connsiteY873" fmla="*/ 337344 h 1720299"/>
              <a:gd name="connsiteX874" fmla="*/ 253915 w 1878763"/>
              <a:gd name="connsiteY874" fmla="*/ 364776 h 1720299"/>
              <a:gd name="connsiteX875" fmla="*/ 226483 w 1878763"/>
              <a:gd name="connsiteY875" fmla="*/ 364776 h 1720299"/>
              <a:gd name="connsiteX876" fmla="*/ 114173 w 1878763"/>
              <a:gd name="connsiteY876" fmla="*/ 337344 h 1720299"/>
              <a:gd name="connsiteX877" fmla="*/ 141605 w 1878763"/>
              <a:gd name="connsiteY877" fmla="*/ 337344 h 1720299"/>
              <a:gd name="connsiteX878" fmla="*/ 141605 w 1878763"/>
              <a:gd name="connsiteY878" fmla="*/ 364776 h 1720299"/>
              <a:gd name="connsiteX879" fmla="*/ 114173 w 1878763"/>
              <a:gd name="connsiteY879" fmla="*/ 364776 h 1720299"/>
              <a:gd name="connsiteX880" fmla="*/ 0 w 1878763"/>
              <a:gd name="connsiteY880" fmla="*/ 337344 h 1720299"/>
              <a:gd name="connsiteX881" fmla="*/ 27432 w 1878763"/>
              <a:gd name="connsiteY881" fmla="*/ 337344 h 1720299"/>
              <a:gd name="connsiteX882" fmla="*/ 27432 w 1878763"/>
              <a:gd name="connsiteY882" fmla="*/ 364776 h 1720299"/>
              <a:gd name="connsiteX883" fmla="*/ 0 w 1878763"/>
              <a:gd name="connsiteY883" fmla="*/ 364776 h 1720299"/>
              <a:gd name="connsiteX884" fmla="*/ 1851331 w 1878763"/>
              <a:gd name="connsiteY884" fmla="*/ 223837 h 1720299"/>
              <a:gd name="connsiteX885" fmla="*/ 1878763 w 1878763"/>
              <a:gd name="connsiteY885" fmla="*/ 223837 h 1720299"/>
              <a:gd name="connsiteX886" fmla="*/ 1878763 w 1878763"/>
              <a:gd name="connsiteY886" fmla="*/ 251269 h 1720299"/>
              <a:gd name="connsiteX887" fmla="*/ 1851331 w 1878763"/>
              <a:gd name="connsiteY887" fmla="*/ 251269 h 1720299"/>
              <a:gd name="connsiteX888" fmla="*/ 1737031 w 1878763"/>
              <a:gd name="connsiteY888" fmla="*/ 223837 h 1720299"/>
              <a:gd name="connsiteX889" fmla="*/ 1764463 w 1878763"/>
              <a:gd name="connsiteY889" fmla="*/ 223837 h 1720299"/>
              <a:gd name="connsiteX890" fmla="*/ 1764463 w 1878763"/>
              <a:gd name="connsiteY890" fmla="*/ 251269 h 1720299"/>
              <a:gd name="connsiteX891" fmla="*/ 1737031 w 1878763"/>
              <a:gd name="connsiteY891" fmla="*/ 251269 h 1720299"/>
              <a:gd name="connsiteX892" fmla="*/ 1625112 w 1878763"/>
              <a:gd name="connsiteY892" fmla="*/ 223837 h 1720299"/>
              <a:gd name="connsiteX893" fmla="*/ 1652544 w 1878763"/>
              <a:gd name="connsiteY893" fmla="*/ 223837 h 1720299"/>
              <a:gd name="connsiteX894" fmla="*/ 1652544 w 1878763"/>
              <a:gd name="connsiteY894" fmla="*/ 251269 h 1720299"/>
              <a:gd name="connsiteX895" fmla="*/ 1625112 w 1878763"/>
              <a:gd name="connsiteY895" fmla="*/ 251269 h 1720299"/>
              <a:gd name="connsiteX896" fmla="*/ 1510812 w 1878763"/>
              <a:gd name="connsiteY896" fmla="*/ 223837 h 1720299"/>
              <a:gd name="connsiteX897" fmla="*/ 1538244 w 1878763"/>
              <a:gd name="connsiteY897" fmla="*/ 223837 h 1720299"/>
              <a:gd name="connsiteX898" fmla="*/ 1538244 w 1878763"/>
              <a:gd name="connsiteY898" fmla="*/ 251269 h 1720299"/>
              <a:gd name="connsiteX899" fmla="*/ 1510812 w 1878763"/>
              <a:gd name="connsiteY899" fmla="*/ 251269 h 1720299"/>
              <a:gd name="connsiteX900" fmla="*/ 1394702 w 1878763"/>
              <a:gd name="connsiteY900" fmla="*/ 223837 h 1720299"/>
              <a:gd name="connsiteX901" fmla="*/ 1422134 w 1878763"/>
              <a:gd name="connsiteY901" fmla="*/ 223837 h 1720299"/>
              <a:gd name="connsiteX902" fmla="*/ 1422134 w 1878763"/>
              <a:gd name="connsiteY902" fmla="*/ 251269 h 1720299"/>
              <a:gd name="connsiteX903" fmla="*/ 1394702 w 1878763"/>
              <a:gd name="connsiteY903" fmla="*/ 251269 h 1720299"/>
              <a:gd name="connsiteX904" fmla="*/ 1278592 w 1878763"/>
              <a:gd name="connsiteY904" fmla="*/ 223837 h 1720299"/>
              <a:gd name="connsiteX905" fmla="*/ 1306024 w 1878763"/>
              <a:gd name="connsiteY905" fmla="*/ 223837 h 1720299"/>
              <a:gd name="connsiteX906" fmla="*/ 1306024 w 1878763"/>
              <a:gd name="connsiteY906" fmla="*/ 251269 h 1720299"/>
              <a:gd name="connsiteX907" fmla="*/ 1278592 w 1878763"/>
              <a:gd name="connsiteY907" fmla="*/ 251269 h 1720299"/>
              <a:gd name="connsiteX908" fmla="*/ 1162482 w 1878763"/>
              <a:gd name="connsiteY908" fmla="*/ 223837 h 1720299"/>
              <a:gd name="connsiteX909" fmla="*/ 1189914 w 1878763"/>
              <a:gd name="connsiteY909" fmla="*/ 223837 h 1720299"/>
              <a:gd name="connsiteX910" fmla="*/ 1189914 w 1878763"/>
              <a:gd name="connsiteY910" fmla="*/ 251269 h 1720299"/>
              <a:gd name="connsiteX911" fmla="*/ 1162482 w 1878763"/>
              <a:gd name="connsiteY911" fmla="*/ 251269 h 1720299"/>
              <a:gd name="connsiteX912" fmla="*/ 1042307 w 1878763"/>
              <a:gd name="connsiteY912" fmla="*/ 223837 h 1720299"/>
              <a:gd name="connsiteX913" fmla="*/ 1069739 w 1878763"/>
              <a:gd name="connsiteY913" fmla="*/ 223837 h 1720299"/>
              <a:gd name="connsiteX914" fmla="*/ 1069739 w 1878763"/>
              <a:gd name="connsiteY914" fmla="*/ 251269 h 1720299"/>
              <a:gd name="connsiteX915" fmla="*/ 1042307 w 1878763"/>
              <a:gd name="connsiteY915" fmla="*/ 251269 h 1720299"/>
              <a:gd name="connsiteX916" fmla="*/ 926798 w 1878763"/>
              <a:gd name="connsiteY916" fmla="*/ 223837 h 1720299"/>
              <a:gd name="connsiteX917" fmla="*/ 954230 w 1878763"/>
              <a:gd name="connsiteY917" fmla="*/ 223837 h 1720299"/>
              <a:gd name="connsiteX918" fmla="*/ 954230 w 1878763"/>
              <a:gd name="connsiteY918" fmla="*/ 251269 h 1720299"/>
              <a:gd name="connsiteX919" fmla="*/ 926798 w 1878763"/>
              <a:gd name="connsiteY919" fmla="*/ 251269 h 1720299"/>
              <a:gd name="connsiteX920" fmla="*/ 812625 w 1878763"/>
              <a:gd name="connsiteY920" fmla="*/ 223837 h 1720299"/>
              <a:gd name="connsiteX921" fmla="*/ 840057 w 1878763"/>
              <a:gd name="connsiteY921" fmla="*/ 223837 h 1720299"/>
              <a:gd name="connsiteX922" fmla="*/ 840057 w 1878763"/>
              <a:gd name="connsiteY922" fmla="*/ 251269 h 1720299"/>
              <a:gd name="connsiteX923" fmla="*/ 812625 w 1878763"/>
              <a:gd name="connsiteY923" fmla="*/ 251269 h 1720299"/>
              <a:gd name="connsiteX924" fmla="*/ 692450 w 1878763"/>
              <a:gd name="connsiteY924" fmla="*/ 223837 h 1720299"/>
              <a:gd name="connsiteX925" fmla="*/ 719882 w 1878763"/>
              <a:gd name="connsiteY925" fmla="*/ 223837 h 1720299"/>
              <a:gd name="connsiteX926" fmla="*/ 719882 w 1878763"/>
              <a:gd name="connsiteY926" fmla="*/ 251269 h 1720299"/>
              <a:gd name="connsiteX927" fmla="*/ 692450 w 1878763"/>
              <a:gd name="connsiteY927" fmla="*/ 251269 h 1720299"/>
              <a:gd name="connsiteX928" fmla="*/ 576340 w 1878763"/>
              <a:gd name="connsiteY928" fmla="*/ 223837 h 1720299"/>
              <a:gd name="connsiteX929" fmla="*/ 603772 w 1878763"/>
              <a:gd name="connsiteY929" fmla="*/ 223837 h 1720299"/>
              <a:gd name="connsiteX930" fmla="*/ 603772 w 1878763"/>
              <a:gd name="connsiteY930" fmla="*/ 251269 h 1720299"/>
              <a:gd name="connsiteX931" fmla="*/ 576340 w 1878763"/>
              <a:gd name="connsiteY931" fmla="*/ 251269 h 1720299"/>
              <a:gd name="connsiteX932" fmla="*/ 456165 w 1878763"/>
              <a:gd name="connsiteY932" fmla="*/ 223837 h 1720299"/>
              <a:gd name="connsiteX933" fmla="*/ 483597 w 1878763"/>
              <a:gd name="connsiteY933" fmla="*/ 223837 h 1720299"/>
              <a:gd name="connsiteX934" fmla="*/ 483597 w 1878763"/>
              <a:gd name="connsiteY934" fmla="*/ 251269 h 1720299"/>
              <a:gd name="connsiteX935" fmla="*/ 456165 w 1878763"/>
              <a:gd name="connsiteY935" fmla="*/ 251269 h 1720299"/>
              <a:gd name="connsiteX936" fmla="*/ 340656 w 1878763"/>
              <a:gd name="connsiteY936" fmla="*/ 223837 h 1720299"/>
              <a:gd name="connsiteX937" fmla="*/ 368088 w 1878763"/>
              <a:gd name="connsiteY937" fmla="*/ 223837 h 1720299"/>
              <a:gd name="connsiteX938" fmla="*/ 368088 w 1878763"/>
              <a:gd name="connsiteY938" fmla="*/ 251269 h 1720299"/>
              <a:gd name="connsiteX939" fmla="*/ 340656 w 1878763"/>
              <a:gd name="connsiteY939" fmla="*/ 251269 h 1720299"/>
              <a:gd name="connsiteX940" fmla="*/ 226483 w 1878763"/>
              <a:gd name="connsiteY940" fmla="*/ 223837 h 1720299"/>
              <a:gd name="connsiteX941" fmla="*/ 253915 w 1878763"/>
              <a:gd name="connsiteY941" fmla="*/ 223837 h 1720299"/>
              <a:gd name="connsiteX942" fmla="*/ 253915 w 1878763"/>
              <a:gd name="connsiteY942" fmla="*/ 251269 h 1720299"/>
              <a:gd name="connsiteX943" fmla="*/ 226483 w 1878763"/>
              <a:gd name="connsiteY943" fmla="*/ 251269 h 1720299"/>
              <a:gd name="connsiteX944" fmla="*/ 114173 w 1878763"/>
              <a:gd name="connsiteY944" fmla="*/ 223837 h 1720299"/>
              <a:gd name="connsiteX945" fmla="*/ 141605 w 1878763"/>
              <a:gd name="connsiteY945" fmla="*/ 223837 h 1720299"/>
              <a:gd name="connsiteX946" fmla="*/ 141605 w 1878763"/>
              <a:gd name="connsiteY946" fmla="*/ 251269 h 1720299"/>
              <a:gd name="connsiteX947" fmla="*/ 114173 w 1878763"/>
              <a:gd name="connsiteY947" fmla="*/ 251269 h 1720299"/>
              <a:gd name="connsiteX948" fmla="*/ 0 w 1878763"/>
              <a:gd name="connsiteY948" fmla="*/ 223837 h 1720299"/>
              <a:gd name="connsiteX949" fmla="*/ 27432 w 1878763"/>
              <a:gd name="connsiteY949" fmla="*/ 223837 h 1720299"/>
              <a:gd name="connsiteX950" fmla="*/ 27432 w 1878763"/>
              <a:gd name="connsiteY950" fmla="*/ 251269 h 1720299"/>
              <a:gd name="connsiteX951" fmla="*/ 0 w 1878763"/>
              <a:gd name="connsiteY951" fmla="*/ 251269 h 1720299"/>
              <a:gd name="connsiteX952" fmla="*/ 1851331 w 1878763"/>
              <a:gd name="connsiteY952" fmla="*/ 113507 h 1720299"/>
              <a:gd name="connsiteX953" fmla="*/ 1878763 w 1878763"/>
              <a:gd name="connsiteY953" fmla="*/ 113507 h 1720299"/>
              <a:gd name="connsiteX954" fmla="*/ 1878763 w 1878763"/>
              <a:gd name="connsiteY954" fmla="*/ 140939 h 1720299"/>
              <a:gd name="connsiteX955" fmla="*/ 1851331 w 1878763"/>
              <a:gd name="connsiteY955" fmla="*/ 140939 h 1720299"/>
              <a:gd name="connsiteX956" fmla="*/ 1737031 w 1878763"/>
              <a:gd name="connsiteY956" fmla="*/ 113507 h 1720299"/>
              <a:gd name="connsiteX957" fmla="*/ 1764463 w 1878763"/>
              <a:gd name="connsiteY957" fmla="*/ 113507 h 1720299"/>
              <a:gd name="connsiteX958" fmla="*/ 1764463 w 1878763"/>
              <a:gd name="connsiteY958" fmla="*/ 140939 h 1720299"/>
              <a:gd name="connsiteX959" fmla="*/ 1737031 w 1878763"/>
              <a:gd name="connsiteY959" fmla="*/ 140939 h 1720299"/>
              <a:gd name="connsiteX960" fmla="*/ 1625112 w 1878763"/>
              <a:gd name="connsiteY960" fmla="*/ 113507 h 1720299"/>
              <a:gd name="connsiteX961" fmla="*/ 1652544 w 1878763"/>
              <a:gd name="connsiteY961" fmla="*/ 113507 h 1720299"/>
              <a:gd name="connsiteX962" fmla="*/ 1652544 w 1878763"/>
              <a:gd name="connsiteY962" fmla="*/ 140939 h 1720299"/>
              <a:gd name="connsiteX963" fmla="*/ 1625112 w 1878763"/>
              <a:gd name="connsiteY963" fmla="*/ 140939 h 1720299"/>
              <a:gd name="connsiteX964" fmla="*/ 1510812 w 1878763"/>
              <a:gd name="connsiteY964" fmla="*/ 113507 h 1720299"/>
              <a:gd name="connsiteX965" fmla="*/ 1538244 w 1878763"/>
              <a:gd name="connsiteY965" fmla="*/ 113507 h 1720299"/>
              <a:gd name="connsiteX966" fmla="*/ 1538244 w 1878763"/>
              <a:gd name="connsiteY966" fmla="*/ 140939 h 1720299"/>
              <a:gd name="connsiteX967" fmla="*/ 1510812 w 1878763"/>
              <a:gd name="connsiteY967" fmla="*/ 140939 h 1720299"/>
              <a:gd name="connsiteX968" fmla="*/ 1394702 w 1878763"/>
              <a:gd name="connsiteY968" fmla="*/ 113507 h 1720299"/>
              <a:gd name="connsiteX969" fmla="*/ 1422134 w 1878763"/>
              <a:gd name="connsiteY969" fmla="*/ 113507 h 1720299"/>
              <a:gd name="connsiteX970" fmla="*/ 1422134 w 1878763"/>
              <a:gd name="connsiteY970" fmla="*/ 140939 h 1720299"/>
              <a:gd name="connsiteX971" fmla="*/ 1394702 w 1878763"/>
              <a:gd name="connsiteY971" fmla="*/ 140939 h 1720299"/>
              <a:gd name="connsiteX972" fmla="*/ 1278592 w 1878763"/>
              <a:gd name="connsiteY972" fmla="*/ 113507 h 1720299"/>
              <a:gd name="connsiteX973" fmla="*/ 1306024 w 1878763"/>
              <a:gd name="connsiteY973" fmla="*/ 113507 h 1720299"/>
              <a:gd name="connsiteX974" fmla="*/ 1306024 w 1878763"/>
              <a:gd name="connsiteY974" fmla="*/ 140939 h 1720299"/>
              <a:gd name="connsiteX975" fmla="*/ 1278592 w 1878763"/>
              <a:gd name="connsiteY975" fmla="*/ 140939 h 1720299"/>
              <a:gd name="connsiteX976" fmla="*/ 1162482 w 1878763"/>
              <a:gd name="connsiteY976" fmla="*/ 113507 h 1720299"/>
              <a:gd name="connsiteX977" fmla="*/ 1189914 w 1878763"/>
              <a:gd name="connsiteY977" fmla="*/ 113507 h 1720299"/>
              <a:gd name="connsiteX978" fmla="*/ 1189914 w 1878763"/>
              <a:gd name="connsiteY978" fmla="*/ 140939 h 1720299"/>
              <a:gd name="connsiteX979" fmla="*/ 1162482 w 1878763"/>
              <a:gd name="connsiteY979" fmla="*/ 140939 h 1720299"/>
              <a:gd name="connsiteX980" fmla="*/ 1042307 w 1878763"/>
              <a:gd name="connsiteY980" fmla="*/ 113507 h 1720299"/>
              <a:gd name="connsiteX981" fmla="*/ 1069739 w 1878763"/>
              <a:gd name="connsiteY981" fmla="*/ 113507 h 1720299"/>
              <a:gd name="connsiteX982" fmla="*/ 1069739 w 1878763"/>
              <a:gd name="connsiteY982" fmla="*/ 140939 h 1720299"/>
              <a:gd name="connsiteX983" fmla="*/ 1042307 w 1878763"/>
              <a:gd name="connsiteY983" fmla="*/ 140939 h 1720299"/>
              <a:gd name="connsiteX984" fmla="*/ 926798 w 1878763"/>
              <a:gd name="connsiteY984" fmla="*/ 113507 h 1720299"/>
              <a:gd name="connsiteX985" fmla="*/ 954230 w 1878763"/>
              <a:gd name="connsiteY985" fmla="*/ 113507 h 1720299"/>
              <a:gd name="connsiteX986" fmla="*/ 954230 w 1878763"/>
              <a:gd name="connsiteY986" fmla="*/ 140939 h 1720299"/>
              <a:gd name="connsiteX987" fmla="*/ 926798 w 1878763"/>
              <a:gd name="connsiteY987" fmla="*/ 140939 h 1720299"/>
              <a:gd name="connsiteX988" fmla="*/ 812625 w 1878763"/>
              <a:gd name="connsiteY988" fmla="*/ 113507 h 1720299"/>
              <a:gd name="connsiteX989" fmla="*/ 840057 w 1878763"/>
              <a:gd name="connsiteY989" fmla="*/ 113507 h 1720299"/>
              <a:gd name="connsiteX990" fmla="*/ 840057 w 1878763"/>
              <a:gd name="connsiteY990" fmla="*/ 140939 h 1720299"/>
              <a:gd name="connsiteX991" fmla="*/ 812625 w 1878763"/>
              <a:gd name="connsiteY991" fmla="*/ 140939 h 1720299"/>
              <a:gd name="connsiteX992" fmla="*/ 692450 w 1878763"/>
              <a:gd name="connsiteY992" fmla="*/ 113507 h 1720299"/>
              <a:gd name="connsiteX993" fmla="*/ 719882 w 1878763"/>
              <a:gd name="connsiteY993" fmla="*/ 113507 h 1720299"/>
              <a:gd name="connsiteX994" fmla="*/ 719882 w 1878763"/>
              <a:gd name="connsiteY994" fmla="*/ 140939 h 1720299"/>
              <a:gd name="connsiteX995" fmla="*/ 692450 w 1878763"/>
              <a:gd name="connsiteY995" fmla="*/ 140939 h 1720299"/>
              <a:gd name="connsiteX996" fmla="*/ 576340 w 1878763"/>
              <a:gd name="connsiteY996" fmla="*/ 113507 h 1720299"/>
              <a:gd name="connsiteX997" fmla="*/ 603772 w 1878763"/>
              <a:gd name="connsiteY997" fmla="*/ 113507 h 1720299"/>
              <a:gd name="connsiteX998" fmla="*/ 603772 w 1878763"/>
              <a:gd name="connsiteY998" fmla="*/ 140939 h 1720299"/>
              <a:gd name="connsiteX999" fmla="*/ 576340 w 1878763"/>
              <a:gd name="connsiteY999" fmla="*/ 140939 h 1720299"/>
              <a:gd name="connsiteX1000" fmla="*/ 456165 w 1878763"/>
              <a:gd name="connsiteY1000" fmla="*/ 113507 h 1720299"/>
              <a:gd name="connsiteX1001" fmla="*/ 483597 w 1878763"/>
              <a:gd name="connsiteY1001" fmla="*/ 113507 h 1720299"/>
              <a:gd name="connsiteX1002" fmla="*/ 483597 w 1878763"/>
              <a:gd name="connsiteY1002" fmla="*/ 140939 h 1720299"/>
              <a:gd name="connsiteX1003" fmla="*/ 456165 w 1878763"/>
              <a:gd name="connsiteY1003" fmla="*/ 140939 h 1720299"/>
              <a:gd name="connsiteX1004" fmla="*/ 340656 w 1878763"/>
              <a:gd name="connsiteY1004" fmla="*/ 113507 h 1720299"/>
              <a:gd name="connsiteX1005" fmla="*/ 368088 w 1878763"/>
              <a:gd name="connsiteY1005" fmla="*/ 113507 h 1720299"/>
              <a:gd name="connsiteX1006" fmla="*/ 368088 w 1878763"/>
              <a:gd name="connsiteY1006" fmla="*/ 140939 h 1720299"/>
              <a:gd name="connsiteX1007" fmla="*/ 340656 w 1878763"/>
              <a:gd name="connsiteY1007" fmla="*/ 140939 h 1720299"/>
              <a:gd name="connsiteX1008" fmla="*/ 226483 w 1878763"/>
              <a:gd name="connsiteY1008" fmla="*/ 113507 h 1720299"/>
              <a:gd name="connsiteX1009" fmla="*/ 253915 w 1878763"/>
              <a:gd name="connsiteY1009" fmla="*/ 113507 h 1720299"/>
              <a:gd name="connsiteX1010" fmla="*/ 253915 w 1878763"/>
              <a:gd name="connsiteY1010" fmla="*/ 140939 h 1720299"/>
              <a:gd name="connsiteX1011" fmla="*/ 226483 w 1878763"/>
              <a:gd name="connsiteY1011" fmla="*/ 140939 h 1720299"/>
              <a:gd name="connsiteX1012" fmla="*/ 114173 w 1878763"/>
              <a:gd name="connsiteY1012" fmla="*/ 113507 h 1720299"/>
              <a:gd name="connsiteX1013" fmla="*/ 141605 w 1878763"/>
              <a:gd name="connsiteY1013" fmla="*/ 113507 h 1720299"/>
              <a:gd name="connsiteX1014" fmla="*/ 141605 w 1878763"/>
              <a:gd name="connsiteY1014" fmla="*/ 140939 h 1720299"/>
              <a:gd name="connsiteX1015" fmla="*/ 114173 w 1878763"/>
              <a:gd name="connsiteY1015" fmla="*/ 140939 h 1720299"/>
              <a:gd name="connsiteX1016" fmla="*/ 0 w 1878763"/>
              <a:gd name="connsiteY1016" fmla="*/ 113507 h 1720299"/>
              <a:gd name="connsiteX1017" fmla="*/ 27432 w 1878763"/>
              <a:gd name="connsiteY1017" fmla="*/ 113507 h 1720299"/>
              <a:gd name="connsiteX1018" fmla="*/ 27432 w 1878763"/>
              <a:gd name="connsiteY1018" fmla="*/ 140939 h 1720299"/>
              <a:gd name="connsiteX1019" fmla="*/ 0 w 1878763"/>
              <a:gd name="connsiteY1019" fmla="*/ 140939 h 1720299"/>
              <a:gd name="connsiteX1020" fmla="*/ 1851331 w 1878763"/>
              <a:gd name="connsiteY1020" fmla="*/ 0 h 1720299"/>
              <a:gd name="connsiteX1021" fmla="*/ 1878763 w 1878763"/>
              <a:gd name="connsiteY1021" fmla="*/ 0 h 1720299"/>
              <a:gd name="connsiteX1022" fmla="*/ 1878763 w 1878763"/>
              <a:gd name="connsiteY1022" fmla="*/ 27432 h 1720299"/>
              <a:gd name="connsiteX1023" fmla="*/ 1851331 w 1878763"/>
              <a:gd name="connsiteY1023" fmla="*/ 27432 h 1720299"/>
              <a:gd name="connsiteX1024" fmla="*/ 1737031 w 1878763"/>
              <a:gd name="connsiteY1024" fmla="*/ 0 h 1720299"/>
              <a:gd name="connsiteX1025" fmla="*/ 1764463 w 1878763"/>
              <a:gd name="connsiteY1025" fmla="*/ 0 h 1720299"/>
              <a:gd name="connsiteX1026" fmla="*/ 1764463 w 1878763"/>
              <a:gd name="connsiteY1026" fmla="*/ 27432 h 1720299"/>
              <a:gd name="connsiteX1027" fmla="*/ 1737031 w 1878763"/>
              <a:gd name="connsiteY1027" fmla="*/ 27432 h 1720299"/>
              <a:gd name="connsiteX1028" fmla="*/ 1625112 w 1878763"/>
              <a:gd name="connsiteY1028" fmla="*/ 0 h 1720299"/>
              <a:gd name="connsiteX1029" fmla="*/ 1652544 w 1878763"/>
              <a:gd name="connsiteY1029" fmla="*/ 0 h 1720299"/>
              <a:gd name="connsiteX1030" fmla="*/ 1652544 w 1878763"/>
              <a:gd name="connsiteY1030" fmla="*/ 27432 h 1720299"/>
              <a:gd name="connsiteX1031" fmla="*/ 1625112 w 1878763"/>
              <a:gd name="connsiteY1031" fmla="*/ 27432 h 1720299"/>
              <a:gd name="connsiteX1032" fmla="*/ 1510812 w 1878763"/>
              <a:gd name="connsiteY1032" fmla="*/ 0 h 1720299"/>
              <a:gd name="connsiteX1033" fmla="*/ 1538244 w 1878763"/>
              <a:gd name="connsiteY1033" fmla="*/ 0 h 1720299"/>
              <a:gd name="connsiteX1034" fmla="*/ 1538244 w 1878763"/>
              <a:gd name="connsiteY1034" fmla="*/ 27432 h 1720299"/>
              <a:gd name="connsiteX1035" fmla="*/ 1510812 w 1878763"/>
              <a:gd name="connsiteY1035" fmla="*/ 27432 h 1720299"/>
              <a:gd name="connsiteX1036" fmla="*/ 1394702 w 1878763"/>
              <a:gd name="connsiteY1036" fmla="*/ 0 h 1720299"/>
              <a:gd name="connsiteX1037" fmla="*/ 1422134 w 1878763"/>
              <a:gd name="connsiteY1037" fmla="*/ 0 h 1720299"/>
              <a:gd name="connsiteX1038" fmla="*/ 1422134 w 1878763"/>
              <a:gd name="connsiteY1038" fmla="*/ 27432 h 1720299"/>
              <a:gd name="connsiteX1039" fmla="*/ 1394702 w 1878763"/>
              <a:gd name="connsiteY1039" fmla="*/ 27432 h 1720299"/>
              <a:gd name="connsiteX1040" fmla="*/ 1278592 w 1878763"/>
              <a:gd name="connsiteY1040" fmla="*/ 0 h 1720299"/>
              <a:gd name="connsiteX1041" fmla="*/ 1306024 w 1878763"/>
              <a:gd name="connsiteY1041" fmla="*/ 0 h 1720299"/>
              <a:gd name="connsiteX1042" fmla="*/ 1306024 w 1878763"/>
              <a:gd name="connsiteY1042" fmla="*/ 27432 h 1720299"/>
              <a:gd name="connsiteX1043" fmla="*/ 1278592 w 1878763"/>
              <a:gd name="connsiteY1043" fmla="*/ 27432 h 1720299"/>
              <a:gd name="connsiteX1044" fmla="*/ 1162482 w 1878763"/>
              <a:gd name="connsiteY1044" fmla="*/ 0 h 1720299"/>
              <a:gd name="connsiteX1045" fmla="*/ 1189914 w 1878763"/>
              <a:gd name="connsiteY1045" fmla="*/ 0 h 1720299"/>
              <a:gd name="connsiteX1046" fmla="*/ 1189914 w 1878763"/>
              <a:gd name="connsiteY1046" fmla="*/ 27432 h 1720299"/>
              <a:gd name="connsiteX1047" fmla="*/ 1162482 w 1878763"/>
              <a:gd name="connsiteY1047" fmla="*/ 27432 h 1720299"/>
              <a:gd name="connsiteX1048" fmla="*/ 1042307 w 1878763"/>
              <a:gd name="connsiteY1048" fmla="*/ 0 h 1720299"/>
              <a:gd name="connsiteX1049" fmla="*/ 1069739 w 1878763"/>
              <a:gd name="connsiteY1049" fmla="*/ 0 h 1720299"/>
              <a:gd name="connsiteX1050" fmla="*/ 1069739 w 1878763"/>
              <a:gd name="connsiteY1050" fmla="*/ 27432 h 1720299"/>
              <a:gd name="connsiteX1051" fmla="*/ 1042307 w 1878763"/>
              <a:gd name="connsiteY1051" fmla="*/ 27432 h 1720299"/>
              <a:gd name="connsiteX1052" fmla="*/ 926798 w 1878763"/>
              <a:gd name="connsiteY1052" fmla="*/ 0 h 1720299"/>
              <a:gd name="connsiteX1053" fmla="*/ 954230 w 1878763"/>
              <a:gd name="connsiteY1053" fmla="*/ 0 h 1720299"/>
              <a:gd name="connsiteX1054" fmla="*/ 954230 w 1878763"/>
              <a:gd name="connsiteY1054" fmla="*/ 27432 h 1720299"/>
              <a:gd name="connsiteX1055" fmla="*/ 926798 w 1878763"/>
              <a:gd name="connsiteY1055" fmla="*/ 27432 h 1720299"/>
              <a:gd name="connsiteX1056" fmla="*/ 812625 w 1878763"/>
              <a:gd name="connsiteY1056" fmla="*/ 0 h 1720299"/>
              <a:gd name="connsiteX1057" fmla="*/ 840057 w 1878763"/>
              <a:gd name="connsiteY1057" fmla="*/ 0 h 1720299"/>
              <a:gd name="connsiteX1058" fmla="*/ 840057 w 1878763"/>
              <a:gd name="connsiteY1058" fmla="*/ 27432 h 1720299"/>
              <a:gd name="connsiteX1059" fmla="*/ 812625 w 1878763"/>
              <a:gd name="connsiteY1059" fmla="*/ 27432 h 1720299"/>
              <a:gd name="connsiteX1060" fmla="*/ 692450 w 1878763"/>
              <a:gd name="connsiteY1060" fmla="*/ 0 h 1720299"/>
              <a:gd name="connsiteX1061" fmla="*/ 719882 w 1878763"/>
              <a:gd name="connsiteY1061" fmla="*/ 0 h 1720299"/>
              <a:gd name="connsiteX1062" fmla="*/ 719882 w 1878763"/>
              <a:gd name="connsiteY1062" fmla="*/ 27432 h 1720299"/>
              <a:gd name="connsiteX1063" fmla="*/ 692450 w 1878763"/>
              <a:gd name="connsiteY1063" fmla="*/ 27432 h 1720299"/>
              <a:gd name="connsiteX1064" fmla="*/ 576340 w 1878763"/>
              <a:gd name="connsiteY1064" fmla="*/ 0 h 1720299"/>
              <a:gd name="connsiteX1065" fmla="*/ 603772 w 1878763"/>
              <a:gd name="connsiteY1065" fmla="*/ 0 h 1720299"/>
              <a:gd name="connsiteX1066" fmla="*/ 603772 w 1878763"/>
              <a:gd name="connsiteY1066" fmla="*/ 27432 h 1720299"/>
              <a:gd name="connsiteX1067" fmla="*/ 576340 w 1878763"/>
              <a:gd name="connsiteY1067" fmla="*/ 27432 h 1720299"/>
              <a:gd name="connsiteX1068" fmla="*/ 456165 w 1878763"/>
              <a:gd name="connsiteY1068" fmla="*/ 0 h 1720299"/>
              <a:gd name="connsiteX1069" fmla="*/ 483597 w 1878763"/>
              <a:gd name="connsiteY1069" fmla="*/ 0 h 1720299"/>
              <a:gd name="connsiteX1070" fmla="*/ 483597 w 1878763"/>
              <a:gd name="connsiteY1070" fmla="*/ 27432 h 1720299"/>
              <a:gd name="connsiteX1071" fmla="*/ 456165 w 1878763"/>
              <a:gd name="connsiteY1071" fmla="*/ 27432 h 1720299"/>
              <a:gd name="connsiteX1072" fmla="*/ 340656 w 1878763"/>
              <a:gd name="connsiteY1072" fmla="*/ 0 h 1720299"/>
              <a:gd name="connsiteX1073" fmla="*/ 368088 w 1878763"/>
              <a:gd name="connsiteY1073" fmla="*/ 0 h 1720299"/>
              <a:gd name="connsiteX1074" fmla="*/ 368088 w 1878763"/>
              <a:gd name="connsiteY1074" fmla="*/ 27432 h 1720299"/>
              <a:gd name="connsiteX1075" fmla="*/ 340656 w 1878763"/>
              <a:gd name="connsiteY1075" fmla="*/ 27432 h 1720299"/>
              <a:gd name="connsiteX1076" fmla="*/ 226483 w 1878763"/>
              <a:gd name="connsiteY1076" fmla="*/ 0 h 1720299"/>
              <a:gd name="connsiteX1077" fmla="*/ 253915 w 1878763"/>
              <a:gd name="connsiteY1077" fmla="*/ 0 h 1720299"/>
              <a:gd name="connsiteX1078" fmla="*/ 253915 w 1878763"/>
              <a:gd name="connsiteY1078" fmla="*/ 27432 h 1720299"/>
              <a:gd name="connsiteX1079" fmla="*/ 226483 w 1878763"/>
              <a:gd name="connsiteY1079" fmla="*/ 27432 h 1720299"/>
              <a:gd name="connsiteX1080" fmla="*/ 114173 w 1878763"/>
              <a:gd name="connsiteY1080" fmla="*/ 0 h 1720299"/>
              <a:gd name="connsiteX1081" fmla="*/ 141605 w 1878763"/>
              <a:gd name="connsiteY1081" fmla="*/ 0 h 1720299"/>
              <a:gd name="connsiteX1082" fmla="*/ 141605 w 1878763"/>
              <a:gd name="connsiteY1082" fmla="*/ 27432 h 1720299"/>
              <a:gd name="connsiteX1083" fmla="*/ 114173 w 1878763"/>
              <a:gd name="connsiteY1083" fmla="*/ 27432 h 1720299"/>
              <a:gd name="connsiteX1084" fmla="*/ 0 w 1878763"/>
              <a:gd name="connsiteY1084" fmla="*/ 0 h 1720299"/>
              <a:gd name="connsiteX1085" fmla="*/ 27432 w 1878763"/>
              <a:gd name="connsiteY1085" fmla="*/ 0 h 1720299"/>
              <a:gd name="connsiteX1086" fmla="*/ 27432 w 1878763"/>
              <a:gd name="connsiteY1086" fmla="*/ 27432 h 1720299"/>
              <a:gd name="connsiteX1087" fmla="*/ 0 w 1878763"/>
              <a:gd name="connsiteY1087" fmla="*/ 27432 h 1720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</a:cxnLst>
            <a:rect l="l" t="t" r="r" b="b"/>
            <a:pathLst>
              <a:path w="1878763" h="1720299">
                <a:moveTo>
                  <a:pt x="1851331" y="1692867"/>
                </a:moveTo>
                <a:lnTo>
                  <a:pt x="1878763" y="1692867"/>
                </a:lnTo>
                <a:lnTo>
                  <a:pt x="1878763" y="1720299"/>
                </a:lnTo>
                <a:lnTo>
                  <a:pt x="1851331" y="1720299"/>
                </a:lnTo>
                <a:close/>
                <a:moveTo>
                  <a:pt x="1737031" y="1692867"/>
                </a:moveTo>
                <a:lnTo>
                  <a:pt x="1764463" y="1692867"/>
                </a:lnTo>
                <a:lnTo>
                  <a:pt x="1764463" y="1720299"/>
                </a:lnTo>
                <a:lnTo>
                  <a:pt x="1737031" y="1720299"/>
                </a:lnTo>
                <a:close/>
                <a:moveTo>
                  <a:pt x="1625112" y="1692867"/>
                </a:moveTo>
                <a:lnTo>
                  <a:pt x="1652544" y="1692867"/>
                </a:lnTo>
                <a:lnTo>
                  <a:pt x="1652544" y="1720299"/>
                </a:lnTo>
                <a:lnTo>
                  <a:pt x="1625112" y="1720299"/>
                </a:lnTo>
                <a:close/>
                <a:moveTo>
                  <a:pt x="1510812" y="1692867"/>
                </a:moveTo>
                <a:lnTo>
                  <a:pt x="1538244" y="1692867"/>
                </a:lnTo>
                <a:lnTo>
                  <a:pt x="1538244" y="1720299"/>
                </a:lnTo>
                <a:lnTo>
                  <a:pt x="1510812" y="1720299"/>
                </a:lnTo>
                <a:close/>
                <a:moveTo>
                  <a:pt x="1394702" y="1692867"/>
                </a:moveTo>
                <a:lnTo>
                  <a:pt x="1422134" y="1692867"/>
                </a:lnTo>
                <a:lnTo>
                  <a:pt x="1422134" y="1720299"/>
                </a:lnTo>
                <a:lnTo>
                  <a:pt x="1394702" y="1720299"/>
                </a:lnTo>
                <a:close/>
                <a:moveTo>
                  <a:pt x="1278592" y="1692867"/>
                </a:moveTo>
                <a:lnTo>
                  <a:pt x="1306024" y="1692867"/>
                </a:lnTo>
                <a:lnTo>
                  <a:pt x="1306024" y="1720299"/>
                </a:lnTo>
                <a:lnTo>
                  <a:pt x="1278592" y="1720299"/>
                </a:lnTo>
                <a:close/>
                <a:moveTo>
                  <a:pt x="1162482" y="1692867"/>
                </a:moveTo>
                <a:lnTo>
                  <a:pt x="1189914" y="1692867"/>
                </a:lnTo>
                <a:lnTo>
                  <a:pt x="1189914" y="1720299"/>
                </a:lnTo>
                <a:lnTo>
                  <a:pt x="1162482" y="1720299"/>
                </a:lnTo>
                <a:close/>
                <a:moveTo>
                  <a:pt x="1042307" y="1692867"/>
                </a:moveTo>
                <a:lnTo>
                  <a:pt x="1069739" y="1692867"/>
                </a:lnTo>
                <a:lnTo>
                  <a:pt x="1069739" y="1720299"/>
                </a:lnTo>
                <a:lnTo>
                  <a:pt x="1042307" y="1720299"/>
                </a:lnTo>
                <a:close/>
                <a:moveTo>
                  <a:pt x="926798" y="1692867"/>
                </a:moveTo>
                <a:lnTo>
                  <a:pt x="954230" y="1692867"/>
                </a:lnTo>
                <a:lnTo>
                  <a:pt x="954230" y="1720299"/>
                </a:lnTo>
                <a:lnTo>
                  <a:pt x="926798" y="1720299"/>
                </a:lnTo>
                <a:close/>
                <a:moveTo>
                  <a:pt x="812625" y="1692867"/>
                </a:moveTo>
                <a:lnTo>
                  <a:pt x="840057" y="1692867"/>
                </a:lnTo>
                <a:lnTo>
                  <a:pt x="840057" y="1720299"/>
                </a:lnTo>
                <a:lnTo>
                  <a:pt x="812625" y="1720299"/>
                </a:lnTo>
                <a:close/>
                <a:moveTo>
                  <a:pt x="692450" y="1692867"/>
                </a:moveTo>
                <a:lnTo>
                  <a:pt x="719882" y="1692867"/>
                </a:lnTo>
                <a:lnTo>
                  <a:pt x="719882" y="1720299"/>
                </a:lnTo>
                <a:lnTo>
                  <a:pt x="692450" y="1720299"/>
                </a:lnTo>
                <a:close/>
                <a:moveTo>
                  <a:pt x="576340" y="1692867"/>
                </a:moveTo>
                <a:lnTo>
                  <a:pt x="603772" y="1692867"/>
                </a:lnTo>
                <a:lnTo>
                  <a:pt x="603772" y="1720299"/>
                </a:lnTo>
                <a:lnTo>
                  <a:pt x="576340" y="1720299"/>
                </a:lnTo>
                <a:close/>
                <a:moveTo>
                  <a:pt x="456165" y="1692867"/>
                </a:moveTo>
                <a:lnTo>
                  <a:pt x="483597" y="1692867"/>
                </a:lnTo>
                <a:lnTo>
                  <a:pt x="483597" y="1720299"/>
                </a:lnTo>
                <a:lnTo>
                  <a:pt x="456165" y="1720299"/>
                </a:lnTo>
                <a:close/>
                <a:moveTo>
                  <a:pt x="340656" y="1692867"/>
                </a:moveTo>
                <a:lnTo>
                  <a:pt x="368088" y="1692867"/>
                </a:lnTo>
                <a:lnTo>
                  <a:pt x="368088" y="1720299"/>
                </a:lnTo>
                <a:lnTo>
                  <a:pt x="340656" y="1720299"/>
                </a:lnTo>
                <a:close/>
                <a:moveTo>
                  <a:pt x="226483" y="1692867"/>
                </a:moveTo>
                <a:lnTo>
                  <a:pt x="253915" y="1692867"/>
                </a:lnTo>
                <a:lnTo>
                  <a:pt x="253915" y="1720299"/>
                </a:lnTo>
                <a:lnTo>
                  <a:pt x="226483" y="1720299"/>
                </a:lnTo>
                <a:close/>
                <a:moveTo>
                  <a:pt x="114173" y="1692867"/>
                </a:moveTo>
                <a:lnTo>
                  <a:pt x="141605" y="1692867"/>
                </a:lnTo>
                <a:lnTo>
                  <a:pt x="141605" y="1720299"/>
                </a:lnTo>
                <a:lnTo>
                  <a:pt x="114173" y="1720299"/>
                </a:lnTo>
                <a:close/>
                <a:moveTo>
                  <a:pt x="0" y="1692867"/>
                </a:moveTo>
                <a:lnTo>
                  <a:pt x="27432" y="1692867"/>
                </a:lnTo>
                <a:lnTo>
                  <a:pt x="27432" y="1720299"/>
                </a:lnTo>
                <a:lnTo>
                  <a:pt x="0" y="1720299"/>
                </a:lnTo>
                <a:close/>
                <a:moveTo>
                  <a:pt x="1851331" y="1579360"/>
                </a:moveTo>
                <a:lnTo>
                  <a:pt x="1878763" y="1579360"/>
                </a:lnTo>
                <a:lnTo>
                  <a:pt x="1878763" y="1606792"/>
                </a:lnTo>
                <a:lnTo>
                  <a:pt x="1851331" y="1606792"/>
                </a:lnTo>
                <a:close/>
                <a:moveTo>
                  <a:pt x="1737031" y="1579360"/>
                </a:moveTo>
                <a:lnTo>
                  <a:pt x="1764463" y="1579360"/>
                </a:lnTo>
                <a:lnTo>
                  <a:pt x="1764463" y="1606792"/>
                </a:lnTo>
                <a:lnTo>
                  <a:pt x="1737031" y="1606792"/>
                </a:lnTo>
                <a:close/>
                <a:moveTo>
                  <a:pt x="1625112" y="1579360"/>
                </a:moveTo>
                <a:lnTo>
                  <a:pt x="1652544" y="1579360"/>
                </a:lnTo>
                <a:lnTo>
                  <a:pt x="1652544" y="1606792"/>
                </a:lnTo>
                <a:lnTo>
                  <a:pt x="1625112" y="1606792"/>
                </a:lnTo>
                <a:close/>
                <a:moveTo>
                  <a:pt x="1510812" y="1579360"/>
                </a:moveTo>
                <a:lnTo>
                  <a:pt x="1538244" y="1579360"/>
                </a:lnTo>
                <a:lnTo>
                  <a:pt x="1538244" y="1606792"/>
                </a:lnTo>
                <a:lnTo>
                  <a:pt x="1510812" y="1606792"/>
                </a:lnTo>
                <a:close/>
                <a:moveTo>
                  <a:pt x="1394702" y="1579360"/>
                </a:moveTo>
                <a:lnTo>
                  <a:pt x="1422134" y="1579360"/>
                </a:lnTo>
                <a:lnTo>
                  <a:pt x="1422134" y="1606792"/>
                </a:lnTo>
                <a:lnTo>
                  <a:pt x="1394702" y="1606792"/>
                </a:lnTo>
                <a:close/>
                <a:moveTo>
                  <a:pt x="1278592" y="1579360"/>
                </a:moveTo>
                <a:lnTo>
                  <a:pt x="1306024" y="1579360"/>
                </a:lnTo>
                <a:lnTo>
                  <a:pt x="1306024" y="1606792"/>
                </a:lnTo>
                <a:lnTo>
                  <a:pt x="1278592" y="1606792"/>
                </a:lnTo>
                <a:close/>
                <a:moveTo>
                  <a:pt x="1162482" y="1579360"/>
                </a:moveTo>
                <a:lnTo>
                  <a:pt x="1189914" y="1579360"/>
                </a:lnTo>
                <a:lnTo>
                  <a:pt x="1189914" y="1606792"/>
                </a:lnTo>
                <a:lnTo>
                  <a:pt x="1162482" y="1606792"/>
                </a:lnTo>
                <a:close/>
                <a:moveTo>
                  <a:pt x="1042307" y="1579360"/>
                </a:moveTo>
                <a:lnTo>
                  <a:pt x="1069739" y="1579360"/>
                </a:lnTo>
                <a:lnTo>
                  <a:pt x="1069739" y="1606792"/>
                </a:lnTo>
                <a:lnTo>
                  <a:pt x="1042307" y="1606792"/>
                </a:lnTo>
                <a:close/>
                <a:moveTo>
                  <a:pt x="926798" y="1579360"/>
                </a:moveTo>
                <a:lnTo>
                  <a:pt x="954230" y="1579360"/>
                </a:lnTo>
                <a:lnTo>
                  <a:pt x="954230" y="1606792"/>
                </a:lnTo>
                <a:lnTo>
                  <a:pt x="926798" y="1606792"/>
                </a:lnTo>
                <a:close/>
                <a:moveTo>
                  <a:pt x="812625" y="1579360"/>
                </a:moveTo>
                <a:lnTo>
                  <a:pt x="840057" y="1579360"/>
                </a:lnTo>
                <a:lnTo>
                  <a:pt x="840057" y="1606792"/>
                </a:lnTo>
                <a:lnTo>
                  <a:pt x="812625" y="1606792"/>
                </a:lnTo>
                <a:close/>
                <a:moveTo>
                  <a:pt x="692450" y="1579360"/>
                </a:moveTo>
                <a:lnTo>
                  <a:pt x="719882" y="1579360"/>
                </a:lnTo>
                <a:lnTo>
                  <a:pt x="719882" y="1606792"/>
                </a:lnTo>
                <a:lnTo>
                  <a:pt x="692450" y="1606792"/>
                </a:lnTo>
                <a:close/>
                <a:moveTo>
                  <a:pt x="576340" y="1579360"/>
                </a:moveTo>
                <a:lnTo>
                  <a:pt x="603772" y="1579360"/>
                </a:lnTo>
                <a:lnTo>
                  <a:pt x="603772" y="1606792"/>
                </a:lnTo>
                <a:lnTo>
                  <a:pt x="576340" y="1606792"/>
                </a:lnTo>
                <a:close/>
                <a:moveTo>
                  <a:pt x="456165" y="1579360"/>
                </a:moveTo>
                <a:lnTo>
                  <a:pt x="483597" y="1579360"/>
                </a:lnTo>
                <a:lnTo>
                  <a:pt x="483597" y="1606792"/>
                </a:lnTo>
                <a:lnTo>
                  <a:pt x="456165" y="1606792"/>
                </a:lnTo>
                <a:close/>
                <a:moveTo>
                  <a:pt x="340656" y="1579360"/>
                </a:moveTo>
                <a:lnTo>
                  <a:pt x="368088" y="1579360"/>
                </a:lnTo>
                <a:lnTo>
                  <a:pt x="368088" y="1606792"/>
                </a:lnTo>
                <a:lnTo>
                  <a:pt x="340656" y="1606792"/>
                </a:lnTo>
                <a:close/>
                <a:moveTo>
                  <a:pt x="226483" y="1579360"/>
                </a:moveTo>
                <a:lnTo>
                  <a:pt x="253915" y="1579360"/>
                </a:lnTo>
                <a:lnTo>
                  <a:pt x="253915" y="1606792"/>
                </a:lnTo>
                <a:lnTo>
                  <a:pt x="226483" y="1606792"/>
                </a:lnTo>
                <a:close/>
                <a:moveTo>
                  <a:pt x="114173" y="1579360"/>
                </a:moveTo>
                <a:lnTo>
                  <a:pt x="141605" y="1579360"/>
                </a:lnTo>
                <a:lnTo>
                  <a:pt x="141605" y="1606792"/>
                </a:lnTo>
                <a:lnTo>
                  <a:pt x="114173" y="1606792"/>
                </a:lnTo>
                <a:close/>
                <a:moveTo>
                  <a:pt x="0" y="1579360"/>
                </a:moveTo>
                <a:lnTo>
                  <a:pt x="27432" y="1579360"/>
                </a:lnTo>
                <a:lnTo>
                  <a:pt x="27432" y="1606792"/>
                </a:lnTo>
                <a:lnTo>
                  <a:pt x="0" y="1606792"/>
                </a:lnTo>
                <a:close/>
                <a:moveTo>
                  <a:pt x="1851331" y="1469030"/>
                </a:moveTo>
                <a:lnTo>
                  <a:pt x="1878763" y="1469030"/>
                </a:lnTo>
                <a:lnTo>
                  <a:pt x="1878763" y="1496462"/>
                </a:lnTo>
                <a:lnTo>
                  <a:pt x="1851331" y="1496462"/>
                </a:lnTo>
                <a:close/>
                <a:moveTo>
                  <a:pt x="1737031" y="1469030"/>
                </a:moveTo>
                <a:lnTo>
                  <a:pt x="1764463" y="1469030"/>
                </a:lnTo>
                <a:lnTo>
                  <a:pt x="1764463" y="1496462"/>
                </a:lnTo>
                <a:lnTo>
                  <a:pt x="1737031" y="1496462"/>
                </a:lnTo>
                <a:close/>
                <a:moveTo>
                  <a:pt x="1625112" y="1469030"/>
                </a:moveTo>
                <a:lnTo>
                  <a:pt x="1652544" y="1469030"/>
                </a:lnTo>
                <a:lnTo>
                  <a:pt x="1652544" y="1496462"/>
                </a:lnTo>
                <a:lnTo>
                  <a:pt x="1625112" y="1496462"/>
                </a:lnTo>
                <a:close/>
                <a:moveTo>
                  <a:pt x="1510812" y="1469030"/>
                </a:moveTo>
                <a:lnTo>
                  <a:pt x="1538244" y="1469030"/>
                </a:lnTo>
                <a:lnTo>
                  <a:pt x="1538244" y="1496462"/>
                </a:lnTo>
                <a:lnTo>
                  <a:pt x="1510812" y="1496462"/>
                </a:lnTo>
                <a:close/>
                <a:moveTo>
                  <a:pt x="1394702" y="1469030"/>
                </a:moveTo>
                <a:lnTo>
                  <a:pt x="1422134" y="1469030"/>
                </a:lnTo>
                <a:lnTo>
                  <a:pt x="1422134" y="1496462"/>
                </a:lnTo>
                <a:lnTo>
                  <a:pt x="1394702" y="1496462"/>
                </a:lnTo>
                <a:close/>
                <a:moveTo>
                  <a:pt x="1278592" y="1469030"/>
                </a:moveTo>
                <a:lnTo>
                  <a:pt x="1306024" y="1469030"/>
                </a:lnTo>
                <a:lnTo>
                  <a:pt x="1306024" y="1496462"/>
                </a:lnTo>
                <a:lnTo>
                  <a:pt x="1278592" y="1496462"/>
                </a:lnTo>
                <a:close/>
                <a:moveTo>
                  <a:pt x="1162482" y="1469030"/>
                </a:moveTo>
                <a:lnTo>
                  <a:pt x="1189914" y="1469030"/>
                </a:lnTo>
                <a:lnTo>
                  <a:pt x="1189914" y="1496462"/>
                </a:lnTo>
                <a:lnTo>
                  <a:pt x="1162482" y="1496462"/>
                </a:lnTo>
                <a:close/>
                <a:moveTo>
                  <a:pt x="1042307" y="1469030"/>
                </a:moveTo>
                <a:lnTo>
                  <a:pt x="1069739" y="1469030"/>
                </a:lnTo>
                <a:lnTo>
                  <a:pt x="1069739" y="1496462"/>
                </a:lnTo>
                <a:lnTo>
                  <a:pt x="1042307" y="1496462"/>
                </a:lnTo>
                <a:close/>
                <a:moveTo>
                  <a:pt x="926798" y="1469030"/>
                </a:moveTo>
                <a:lnTo>
                  <a:pt x="954230" y="1469030"/>
                </a:lnTo>
                <a:lnTo>
                  <a:pt x="954230" y="1496462"/>
                </a:lnTo>
                <a:lnTo>
                  <a:pt x="926798" y="1496462"/>
                </a:lnTo>
                <a:close/>
                <a:moveTo>
                  <a:pt x="812625" y="1469030"/>
                </a:moveTo>
                <a:lnTo>
                  <a:pt x="840057" y="1469030"/>
                </a:lnTo>
                <a:lnTo>
                  <a:pt x="840057" y="1496462"/>
                </a:lnTo>
                <a:lnTo>
                  <a:pt x="812625" y="1496462"/>
                </a:lnTo>
                <a:close/>
                <a:moveTo>
                  <a:pt x="692450" y="1469030"/>
                </a:moveTo>
                <a:lnTo>
                  <a:pt x="719882" y="1469030"/>
                </a:lnTo>
                <a:lnTo>
                  <a:pt x="719882" y="1496462"/>
                </a:lnTo>
                <a:lnTo>
                  <a:pt x="692450" y="1496462"/>
                </a:lnTo>
                <a:close/>
                <a:moveTo>
                  <a:pt x="576340" y="1469030"/>
                </a:moveTo>
                <a:lnTo>
                  <a:pt x="603772" y="1469030"/>
                </a:lnTo>
                <a:lnTo>
                  <a:pt x="603772" y="1496462"/>
                </a:lnTo>
                <a:lnTo>
                  <a:pt x="576340" y="1496462"/>
                </a:lnTo>
                <a:close/>
                <a:moveTo>
                  <a:pt x="456165" y="1469030"/>
                </a:moveTo>
                <a:lnTo>
                  <a:pt x="483597" y="1469030"/>
                </a:lnTo>
                <a:lnTo>
                  <a:pt x="483597" y="1496462"/>
                </a:lnTo>
                <a:lnTo>
                  <a:pt x="456165" y="1496462"/>
                </a:lnTo>
                <a:close/>
                <a:moveTo>
                  <a:pt x="340656" y="1469030"/>
                </a:moveTo>
                <a:lnTo>
                  <a:pt x="368088" y="1469030"/>
                </a:lnTo>
                <a:lnTo>
                  <a:pt x="368088" y="1496462"/>
                </a:lnTo>
                <a:lnTo>
                  <a:pt x="340656" y="1496462"/>
                </a:lnTo>
                <a:close/>
                <a:moveTo>
                  <a:pt x="226483" y="1469030"/>
                </a:moveTo>
                <a:lnTo>
                  <a:pt x="253915" y="1469030"/>
                </a:lnTo>
                <a:lnTo>
                  <a:pt x="253915" y="1496462"/>
                </a:lnTo>
                <a:lnTo>
                  <a:pt x="226483" y="1496462"/>
                </a:lnTo>
                <a:close/>
                <a:moveTo>
                  <a:pt x="114173" y="1469030"/>
                </a:moveTo>
                <a:lnTo>
                  <a:pt x="141605" y="1469030"/>
                </a:lnTo>
                <a:lnTo>
                  <a:pt x="141605" y="1496462"/>
                </a:lnTo>
                <a:lnTo>
                  <a:pt x="114173" y="1496462"/>
                </a:lnTo>
                <a:close/>
                <a:moveTo>
                  <a:pt x="0" y="1469030"/>
                </a:moveTo>
                <a:lnTo>
                  <a:pt x="27432" y="1469030"/>
                </a:lnTo>
                <a:lnTo>
                  <a:pt x="27432" y="1496462"/>
                </a:lnTo>
                <a:lnTo>
                  <a:pt x="0" y="1496462"/>
                </a:lnTo>
                <a:close/>
                <a:moveTo>
                  <a:pt x="1851331" y="1355523"/>
                </a:moveTo>
                <a:lnTo>
                  <a:pt x="1878763" y="1355523"/>
                </a:lnTo>
                <a:lnTo>
                  <a:pt x="1878763" y="1382955"/>
                </a:lnTo>
                <a:lnTo>
                  <a:pt x="1851331" y="1382955"/>
                </a:lnTo>
                <a:close/>
                <a:moveTo>
                  <a:pt x="1737031" y="1355523"/>
                </a:moveTo>
                <a:lnTo>
                  <a:pt x="1764463" y="1355523"/>
                </a:lnTo>
                <a:lnTo>
                  <a:pt x="1764463" y="1382955"/>
                </a:lnTo>
                <a:lnTo>
                  <a:pt x="1737031" y="1382955"/>
                </a:lnTo>
                <a:close/>
                <a:moveTo>
                  <a:pt x="1625112" y="1355523"/>
                </a:moveTo>
                <a:lnTo>
                  <a:pt x="1652544" y="1355523"/>
                </a:lnTo>
                <a:lnTo>
                  <a:pt x="1652544" y="1382955"/>
                </a:lnTo>
                <a:lnTo>
                  <a:pt x="1625112" y="1382955"/>
                </a:lnTo>
                <a:close/>
                <a:moveTo>
                  <a:pt x="1510812" y="1355523"/>
                </a:moveTo>
                <a:lnTo>
                  <a:pt x="1538244" y="1355523"/>
                </a:lnTo>
                <a:lnTo>
                  <a:pt x="1538244" y="1382955"/>
                </a:lnTo>
                <a:lnTo>
                  <a:pt x="1510812" y="1382955"/>
                </a:lnTo>
                <a:close/>
                <a:moveTo>
                  <a:pt x="1394702" y="1355523"/>
                </a:moveTo>
                <a:lnTo>
                  <a:pt x="1422134" y="1355523"/>
                </a:lnTo>
                <a:lnTo>
                  <a:pt x="1422134" y="1382955"/>
                </a:lnTo>
                <a:lnTo>
                  <a:pt x="1394702" y="1382955"/>
                </a:lnTo>
                <a:close/>
                <a:moveTo>
                  <a:pt x="1278592" y="1355523"/>
                </a:moveTo>
                <a:lnTo>
                  <a:pt x="1306024" y="1355523"/>
                </a:lnTo>
                <a:lnTo>
                  <a:pt x="1306024" y="1382955"/>
                </a:lnTo>
                <a:lnTo>
                  <a:pt x="1278592" y="1382955"/>
                </a:lnTo>
                <a:close/>
                <a:moveTo>
                  <a:pt x="1162482" y="1355523"/>
                </a:moveTo>
                <a:lnTo>
                  <a:pt x="1189914" y="1355523"/>
                </a:lnTo>
                <a:lnTo>
                  <a:pt x="1189914" y="1382955"/>
                </a:lnTo>
                <a:lnTo>
                  <a:pt x="1162482" y="1382955"/>
                </a:lnTo>
                <a:close/>
                <a:moveTo>
                  <a:pt x="1042307" y="1355523"/>
                </a:moveTo>
                <a:lnTo>
                  <a:pt x="1069739" y="1355523"/>
                </a:lnTo>
                <a:lnTo>
                  <a:pt x="1069739" y="1382955"/>
                </a:lnTo>
                <a:lnTo>
                  <a:pt x="1042307" y="1382955"/>
                </a:lnTo>
                <a:close/>
                <a:moveTo>
                  <a:pt x="926798" y="1355523"/>
                </a:moveTo>
                <a:lnTo>
                  <a:pt x="954230" y="1355523"/>
                </a:lnTo>
                <a:lnTo>
                  <a:pt x="954230" y="1382955"/>
                </a:lnTo>
                <a:lnTo>
                  <a:pt x="926798" y="1382955"/>
                </a:lnTo>
                <a:close/>
                <a:moveTo>
                  <a:pt x="812625" y="1355523"/>
                </a:moveTo>
                <a:lnTo>
                  <a:pt x="840057" y="1355523"/>
                </a:lnTo>
                <a:lnTo>
                  <a:pt x="840057" y="1382955"/>
                </a:lnTo>
                <a:lnTo>
                  <a:pt x="812625" y="1382955"/>
                </a:lnTo>
                <a:close/>
                <a:moveTo>
                  <a:pt x="692450" y="1355523"/>
                </a:moveTo>
                <a:lnTo>
                  <a:pt x="719882" y="1355523"/>
                </a:lnTo>
                <a:lnTo>
                  <a:pt x="719882" y="1382955"/>
                </a:lnTo>
                <a:lnTo>
                  <a:pt x="692450" y="1382955"/>
                </a:lnTo>
                <a:close/>
                <a:moveTo>
                  <a:pt x="576340" y="1355523"/>
                </a:moveTo>
                <a:lnTo>
                  <a:pt x="603772" y="1355523"/>
                </a:lnTo>
                <a:lnTo>
                  <a:pt x="603772" y="1382955"/>
                </a:lnTo>
                <a:lnTo>
                  <a:pt x="576340" y="1382955"/>
                </a:lnTo>
                <a:close/>
                <a:moveTo>
                  <a:pt x="456165" y="1355523"/>
                </a:moveTo>
                <a:lnTo>
                  <a:pt x="483597" y="1355523"/>
                </a:lnTo>
                <a:lnTo>
                  <a:pt x="483597" y="1382955"/>
                </a:lnTo>
                <a:lnTo>
                  <a:pt x="456165" y="1382955"/>
                </a:lnTo>
                <a:close/>
                <a:moveTo>
                  <a:pt x="340656" y="1355523"/>
                </a:moveTo>
                <a:lnTo>
                  <a:pt x="368088" y="1355523"/>
                </a:lnTo>
                <a:lnTo>
                  <a:pt x="368088" y="1382955"/>
                </a:lnTo>
                <a:lnTo>
                  <a:pt x="340656" y="1382955"/>
                </a:lnTo>
                <a:close/>
                <a:moveTo>
                  <a:pt x="226483" y="1355523"/>
                </a:moveTo>
                <a:lnTo>
                  <a:pt x="253915" y="1355523"/>
                </a:lnTo>
                <a:lnTo>
                  <a:pt x="253915" y="1382955"/>
                </a:lnTo>
                <a:lnTo>
                  <a:pt x="226483" y="1382955"/>
                </a:lnTo>
                <a:close/>
                <a:moveTo>
                  <a:pt x="114173" y="1355523"/>
                </a:moveTo>
                <a:lnTo>
                  <a:pt x="141605" y="1355523"/>
                </a:lnTo>
                <a:lnTo>
                  <a:pt x="141605" y="1382955"/>
                </a:lnTo>
                <a:lnTo>
                  <a:pt x="114173" y="1382955"/>
                </a:lnTo>
                <a:close/>
                <a:moveTo>
                  <a:pt x="0" y="1355523"/>
                </a:moveTo>
                <a:lnTo>
                  <a:pt x="27432" y="1355523"/>
                </a:lnTo>
                <a:lnTo>
                  <a:pt x="27432" y="1382955"/>
                </a:lnTo>
                <a:lnTo>
                  <a:pt x="0" y="1382955"/>
                </a:lnTo>
                <a:close/>
                <a:moveTo>
                  <a:pt x="1851331" y="1242220"/>
                </a:moveTo>
                <a:lnTo>
                  <a:pt x="1878763" y="1242220"/>
                </a:lnTo>
                <a:lnTo>
                  <a:pt x="1878763" y="1269652"/>
                </a:lnTo>
                <a:lnTo>
                  <a:pt x="1851331" y="1269652"/>
                </a:lnTo>
                <a:close/>
                <a:moveTo>
                  <a:pt x="1737031" y="1242220"/>
                </a:moveTo>
                <a:lnTo>
                  <a:pt x="1764463" y="1242220"/>
                </a:lnTo>
                <a:lnTo>
                  <a:pt x="1764463" y="1269652"/>
                </a:lnTo>
                <a:lnTo>
                  <a:pt x="1737031" y="1269652"/>
                </a:lnTo>
                <a:close/>
                <a:moveTo>
                  <a:pt x="1625112" y="1242220"/>
                </a:moveTo>
                <a:lnTo>
                  <a:pt x="1652544" y="1242220"/>
                </a:lnTo>
                <a:lnTo>
                  <a:pt x="1652544" y="1269652"/>
                </a:lnTo>
                <a:lnTo>
                  <a:pt x="1625112" y="1269652"/>
                </a:lnTo>
                <a:close/>
                <a:moveTo>
                  <a:pt x="1510812" y="1242220"/>
                </a:moveTo>
                <a:lnTo>
                  <a:pt x="1538244" y="1242220"/>
                </a:lnTo>
                <a:lnTo>
                  <a:pt x="1538244" y="1269652"/>
                </a:lnTo>
                <a:lnTo>
                  <a:pt x="1510812" y="1269652"/>
                </a:lnTo>
                <a:close/>
                <a:moveTo>
                  <a:pt x="1394702" y="1242220"/>
                </a:moveTo>
                <a:lnTo>
                  <a:pt x="1422134" y="1242220"/>
                </a:lnTo>
                <a:lnTo>
                  <a:pt x="1422134" y="1269652"/>
                </a:lnTo>
                <a:lnTo>
                  <a:pt x="1394702" y="1269652"/>
                </a:lnTo>
                <a:close/>
                <a:moveTo>
                  <a:pt x="1278592" y="1242220"/>
                </a:moveTo>
                <a:lnTo>
                  <a:pt x="1306024" y="1242220"/>
                </a:lnTo>
                <a:lnTo>
                  <a:pt x="1306024" y="1269652"/>
                </a:lnTo>
                <a:lnTo>
                  <a:pt x="1278592" y="1269652"/>
                </a:lnTo>
                <a:close/>
                <a:moveTo>
                  <a:pt x="1162482" y="1242220"/>
                </a:moveTo>
                <a:lnTo>
                  <a:pt x="1189914" y="1242220"/>
                </a:lnTo>
                <a:lnTo>
                  <a:pt x="1189914" y="1269652"/>
                </a:lnTo>
                <a:lnTo>
                  <a:pt x="1162482" y="1269652"/>
                </a:lnTo>
                <a:close/>
                <a:moveTo>
                  <a:pt x="1042307" y="1242220"/>
                </a:moveTo>
                <a:lnTo>
                  <a:pt x="1069739" y="1242220"/>
                </a:lnTo>
                <a:lnTo>
                  <a:pt x="1069739" y="1269652"/>
                </a:lnTo>
                <a:lnTo>
                  <a:pt x="1042307" y="1269652"/>
                </a:lnTo>
                <a:close/>
                <a:moveTo>
                  <a:pt x="926798" y="1242220"/>
                </a:moveTo>
                <a:lnTo>
                  <a:pt x="954230" y="1242220"/>
                </a:lnTo>
                <a:lnTo>
                  <a:pt x="954230" y="1269652"/>
                </a:lnTo>
                <a:lnTo>
                  <a:pt x="926798" y="1269652"/>
                </a:lnTo>
                <a:close/>
                <a:moveTo>
                  <a:pt x="812625" y="1242220"/>
                </a:moveTo>
                <a:lnTo>
                  <a:pt x="840057" y="1242220"/>
                </a:lnTo>
                <a:lnTo>
                  <a:pt x="840057" y="1269652"/>
                </a:lnTo>
                <a:lnTo>
                  <a:pt x="812625" y="1269652"/>
                </a:lnTo>
                <a:close/>
                <a:moveTo>
                  <a:pt x="692450" y="1242220"/>
                </a:moveTo>
                <a:lnTo>
                  <a:pt x="719882" y="1242220"/>
                </a:lnTo>
                <a:lnTo>
                  <a:pt x="719882" y="1269652"/>
                </a:lnTo>
                <a:lnTo>
                  <a:pt x="692450" y="1269652"/>
                </a:lnTo>
                <a:close/>
                <a:moveTo>
                  <a:pt x="576340" y="1242220"/>
                </a:moveTo>
                <a:lnTo>
                  <a:pt x="603772" y="1242220"/>
                </a:lnTo>
                <a:lnTo>
                  <a:pt x="603772" y="1269652"/>
                </a:lnTo>
                <a:lnTo>
                  <a:pt x="576340" y="1269652"/>
                </a:lnTo>
                <a:close/>
                <a:moveTo>
                  <a:pt x="456165" y="1242220"/>
                </a:moveTo>
                <a:lnTo>
                  <a:pt x="483597" y="1242220"/>
                </a:lnTo>
                <a:lnTo>
                  <a:pt x="483597" y="1269652"/>
                </a:lnTo>
                <a:lnTo>
                  <a:pt x="456165" y="1269652"/>
                </a:lnTo>
                <a:close/>
                <a:moveTo>
                  <a:pt x="340656" y="1242220"/>
                </a:moveTo>
                <a:lnTo>
                  <a:pt x="368088" y="1242220"/>
                </a:lnTo>
                <a:lnTo>
                  <a:pt x="368088" y="1269652"/>
                </a:lnTo>
                <a:lnTo>
                  <a:pt x="340656" y="1269652"/>
                </a:lnTo>
                <a:close/>
                <a:moveTo>
                  <a:pt x="226483" y="1242220"/>
                </a:moveTo>
                <a:lnTo>
                  <a:pt x="253915" y="1242220"/>
                </a:lnTo>
                <a:lnTo>
                  <a:pt x="253915" y="1269652"/>
                </a:lnTo>
                <a:lnTo>
                  <a:pt x="226483" y="1269652"/>
                </a:lnTo>
                <a:close/>
                <a:moveTo>
                  <a:pt x="114173" y="1242220"/>
                </a:moveTo>
                <a:lnTo>
                  <a:pt x="141605" y="1242220"/>
                </a:lnTo>
                <a:lnTo>
                  <a:pt x="141605" y="1269652"/>
                </a:lnTo>
                <a:lnTo>
                  <a:pt x="114173" y="1269652"/>
                </a:lnTo>
                <a:close/>
                <a:moveTo>
                  <a:pt x="0" y="1242220"/>
                </a:moveTo>
                <a:lnTo>
                  <a:pt x="27432" y="1242220"/>
                </a:lnTo>
                <a:lnTo>
                  <a:pt x="27432" y="1269652"/>
                </a:lnTo>
                <a:lnTo>
                  <a:pt x="0" y="1269652"/>
                </a:lnTo>
                <a:close/>
                <a:moveTo>
                  <a:pt x="1851331" y="1128713"/>
                </a:moveTo>
                <a:lnTo>
                  <a:pt x="1878763" y="1128713"/>
                </a:lnTo>
                <a:lnTo>
                  <a:pt x="1878763" y="1156145"/>
                </a:lnTo>
                <a:lnTo>
                  <a:pt x="1851331" y="1156145"/>
                </a:lnTo>
                <a:close/>
                <a:moveTo>
                  <a:pt x="1737031" y="1128713"/>
                </a:moveTo>
                <a:lnTo>
                  <a:pt x="1764463" y="1128713"/>
                </a:lnTo>
                <a:lnTo>
                  <a:pt x="1764463" y="1156145"/>
                </a:lnTo>
                <a:lnTo>
                  <a:pt x="1737031" y="1156145"/>
                </a:lnTo>
                <a:close/>
                <a:moveTo>
                  <a:pt x="1625112" y="1128713"/>
                </a:moveTo>
                <a:lnTo>
                  <a:pt x="1652544" y="1128713"/>
                </a:lnTo>
                <a:lnTo>
                  <a:pt x="1652544" y="1156145"/>
                </a:lnTo>
                <a:lnTo>
                  <a:pt x="1625112" y="1156145"/>
                </a:lnTo>
                <a:close/>
                <a:moveTo>
                  <a:pt x="1510812" y="1128713"/>
                </a:moveTo>
                <a:lnTo>
                  <a:pt x="1538244" y="1128713"/>
                </a:lnTo>
                <a:lnTo>
                  <a:pt x="1538244" y="1156145"/>
                </a:lnTo>
                <a:lnTo>
                  <a:pt x="1510812" y="1156145"/>
                </a:lnTo>
                <a:close/>
                <a:moveTo>
                  <a:pt x="1394702" y="1128713"/>
                </a:moveTo>
                <a:lnTo>
                  <a:pt x="1422134" y="1128713"/>
                </a:lnTo>
                <a:lnTo>
                  <a:pt x="1422134" y="1156145"/>
                </a:lnTo>
                <a:lnTo>
                  <a:pt x="1394702" y="1156145"/>
                </a:lnTo>
                <a:close/>
                <a:moveTo>
                  <a:pt x="1278592" y="1128713"/>
                </a:moveTo>
                <a:lnTo>
                  <a:pt x="1306024" y="1128713"/>
                </a:lnTo>
                <a:lnTo>
                  <a:pt x="1306024" y="1156145"/>
                </a:lnTo>
                <a:lnTo>
                  <a:pt x="1278592" y="1156145"/>
                </a:lnTo>
                <a:close/>
                <a:moveTo>
                  <a:pt x="1162482" y="1128713"/>
                </a:moveTo>
                <a:lnTo>
                  <a:pt x="1189914" y="1128713"/>
                </a:lnTo>
                <a:lnTo>
                  <a:pt x="1189914" y="1156145"/>
                </a:lnTo>
                <a:lnTo>
                  <a:pt x="1162482" y="1156145"/>
                </a:lnTo>
                <a:close/>
                <a:moveTo>
                  <a:pt x="1042307" y="1128713"/>
                </a:moveTo>
                <a:lnTo>
                  <a:pt x="1069739" y="1128713"/>
                </a:lnTo>
                <a:lnTo>
                  <a:pt x="1069739" y="1156145"/>
                </a:lnTo>
                <a:lnTo>
                  <a:pt x="1042307" y="1156145"/>
                </a:lnTo>
                <a:close/>
                <a:moveTo>
                  <a:pt x="926798" y="1128713"/>
                </a:moveTo>
                <a:lnTo>
                  <a:pt x="954230" y="1128713"/>
                </a:lnTo>
                <a:lnTo>
                  <a:pt x="954230" y="1156145"/>
                </a:lnTo>
                <a:lnTo>
                  <a:pt x="926798" y="1156145"/>
                </a:lnTo>
                <a:close/>
                <a:moveTo>
                  <a:pt x="812625" y="1128713"/>
                </a:moveTo>
                <a:lnTo>
                  <a:pt x="840057" y="1128713"/>
                </a:lnTo>
                <a:lnTo>
                  <a:pt x="840057" y="1156145"/>
                </a:lnTo>
                <a:lnTo>
                  <a:pt x="812625" y="1156145"/>
                </a:lnTo>
                <a:close/>
                <a:moveTo>
                  <a:pt x="692450" y="1128713"/>
                </a:moveTo>
                <a:lnTo>
                  <a:pt x="719882" y="1128713"/>
                </a:lnTo>
                <a:lnTo>
                  <a:pt x="719882" y="1156145"/>
                </a:lnTo>
                <a:lnTo>
                  <a:pt x="692450" y="1156145"/>
                </a:lnTo>
                <a:close/>
                <a:moveTo>
                  <a:pt x="576340" y="1128713"/>
                </a:moveTo>
                <a:lnTo>
                  <a:pt x="603772" y="1128713"/>
                </a:lnTo>
                <a:lnTo>
                  <a:pt x="603772" y="1156145"/>
                </a:lnTo>
                <a:lnTo>
                  <a:pt x="576340" y="1156145"/>
                </a:lnTo>
                <a:close/>
                <a:moveTo>
                  <a:pt x="456165" y="1128713"/>
                </a:moveTo>
                <a:lnTo>
                  <a:pt x="483597" y="1128713"/>
                </a:lnTo>
                <a:lnTo>
                  <a:pt x="483597" y="1156145"/>
                </a:lnTo>
                <a:lnTo>
                  <a:pt x="456165" y="1156145"/>
                </a:lnTo>
                <a:close/>
                <a:moveTo>
                  <a:pt x="340656" y="1128713"/>
                </a:moveTo>
                <a:lnTo>
                  <a:pt x="368088" y="1128713"/>
                </a:lnTo>
                <a:lnTo>
                  <a:pt x="368088" y="1156145"/>
                </a:lnTo>
                <a:lnTo>
                  <a:pt x="340656" y="1156145"/>
                </a:lnTo>
                <a:close/>
                <a:moveTo>
                  <a:pt x="226483" y="1128713"/>
                </a:moveTo>
                <a:lnTo>
                  <a:pt x="253915" y="1128713"/>
                </a:lnTo>
                <a:lnTo>
                  <a:pt x="253915" y="1156145"/>
                </a:lnTo>
                <a:lnTo>
                  <a:pt x="226483" y="1156145"/>
                </a:lnTo>
                <a:close/>
                <a:moveTo>
                  <a:pt x="114173" y="1128713"/>
                </a:moveTo>
                <a:lnTo>
                  <a:pt x="141605" y="1128713"/>
                </a:lnTo>
                <a:lnTo>
                  <a:pt x="141605" y="1156145"/>
                </a:lnTo>
                <a:lnTo>
                  <a:pt x="114173" y="1156145"/>
                </a:lnTo>
                <a:close/>
                <a:moveTo>
                  <a:pt x="0" y="1128713"/>
                </a:moveTo>
                <a:lnTo>
                  <a:pt x="27432" y="1128713"/>
                </a:lnTo>
                <a:lnTo>
                  <a:pt x="27432" y="1156145"/>
                </a:lnTo>
                <a:lnTo>
                  <a:pt x="0" y="1156145"/>
                </a:lnTo>
                <a:close/>
                <a:moveTo>
                  <a:pt x="1851331" y="1018383"/>
                </a:moveTo>
                <a:lnTo>
                  <a:pt x="1878763" y="1018383"/>
                </a:lnTo>
                <a:lnTo>
                  <a:pt x="1878763" y="1045815"/>
                </a:lnTo>
                <a:lnTo>
                  <a:pt x="1851331" y="1045815"/>
                </a:lnTo>
                <a:close/>
                <a:moveTo>
                  <a:pt x="1737031" y="1018383"/>
                </a:moveTo>
                <a:lnTo>
                  <a:pt x="1764463" y="1018383"/>
                </a:lnTo>
                <a:lnTo>
                  <a:pt x="1764463" y="1045815"/>
                </a:lnTo>
                <a:lnTo>
                  <a:pt x="1737031" y="1045815"/>
                </a:lnTo>
                <a:close/>
                <a:moveTo>
                  <a:pt x="1625112" y="1018383"/>
                </a:moveTo>
                <a:lnTo>
                  <a:pt x="1652544" y="1018383"/>
                </a:lnTo>
                <a:lnTo>
                  <a:pt x="1652544" y="1045815"/>
                </a:lnTo>
                <a:lnTo>
                  <a:pt x="1625112" y="1045815"/>
                </a:lnTo>
                <a:close/>
                <a:moveTo>
                  <a:pt x="1510812" y="1018383"/>
                </a:moveTo>
                <a:lnTo>
                  <a:pt x="1538244" y="1018383"/>
                </a:lnTo>
                <a:lnTo>
                  <a:pt x="1538244" y="1045815"/>
                </a:lnTo>
                <a:lnTo>
                  <a:pt x="1510812" y="1045815"/>
                </a:lnTo>
                <a:close/>
                <a:moveTo>
                  <a:pt x="1394702" y="1018383"/>
                </a:moveTo>
                <a:lnTo>
                  <a:pt x="1422134" y="1018383"/>
                </a:lnTo>
                <a:lnTo>
                  <a:pt x="1422134" y="1045815"/>
                </a:lnTo>
                <a:lnTo>
                  <a:pt x="1394702" y="1045815"/>
                </a:lnTo>
                <a:close/>
                <a:moveTo>
                  <a:pt x="1278592" y="1018383"/>
                </a:moveTo>
                <a:lnTo>
                  <a:pt x="1306024" y="1018383"/>
                </a:lnTo>
                <a:lnTo>
                  <a:pt x="1306024" y="1045815"/>
                </a:lnTo>
                <a:lnTo>
                  <a:pt x="1278592" y="1045815"/>
                </a:lnTo>
                <a:close/>
                <a:moveTo>
                  <a:pt x="1162482" y="1018383"/>
                </a:moveTo>
                <a:lnTo>
                  <a:pt x="1189914" y="1018383"/>
                </a:lnTo>
                <a:lnTo>
                  <a:pt x="1189914" y="1045815"/>
                </a:lnTo>
                <a:lnTo>
                  <a:pt x="1162482" y="1045815"/>
                </a:lnTo>
                <a:close/>
                <a:moveTo>
                  <a:pt x="1042307" y="1018383"/>
                </a:moveTo>
                <a:lnTo>
                  <a:pt x="1069739" y="1018383"/>
                </a:lnTo>
                <a:lnTo>
                  <a:pt x="1069739" y="1045815"/>
                </a:lnTo>
                <a:lnTo>
                  <a:pt x="1042307" y="1045815"/>
                </a:lnTo>
                <a:close/>
                <a:moveTo>
                  <a:pt x="926798" y="1018383"/>
                </a:moveTo>
                <a:lnTo>
                  <a:pt x="954230" y="1018383"/>
                </a:lnTo>
                <a:lnTo>
                  <a:pt x="954230" y="1045815"/>
                </a:lnTo>
                <a:lnTo>
                  <a:pt x="926798" y="1045815"/>
                </a:lnTo>
                <a:close/>
                <a:moveTo>
                  <a:pt x="812625" y="1018383"/>
                </a:moveTo>
                <a:lnTo>
                  <a:pt x="840057" y="1018383"/>
                </a:lnTo>
                <a:lnTo>
                  <a:pt x="840057" y="1045815"/>
                </a:lnTo>
                <a:lnTo>
                  <a:pt x="812625" y="1045815"/>
                </a:lnTo>
                <a:close/>
                <a:moveTo>
                  <a:pt x="692450" y="1018383"/>
                </a:moveTo>
                <a:lnTo>
                  <a:pt x="719882" y="1018383"/>
                </a:lnTo>
                <a:lnTo>
                  <a:pt x="719882" y="1045815"/>
                </a:lnTo>
                <a:lnTo>
                  <a:pt x="692450" y="1045815"/>
                </a:lnTo>
                <a:close/>
                <a:moveTo>
                  <a:pt x="576340" y="1018383"/>
                </a:moveTo>
                <a:lnTo>
                  <a:pt x="603772" y="1018383"/>
                </a:lnTo>
                <a:lnTo>
                  <a:pt x="603772" y="1045815"/>
                </a:lnTo>
                <a:lnTo>
                  <a:pt x="576340" y="1045815"/>
                </a:lnTo>
                <a:close/>
                <a:moveTo>
                  <a:pt x="456165" y="1018383"/>
                </a:moveTo>
                <a:lnTo>
                  <a:pt x="483597" y="1018383"/>
                </a:lnTo>
                <a:lnTo>
                  <a:pt x="483597" y="1045815"/>
                </a:lnTo>
                <a:lnTo>
                  <a:pt x="456165" y="1045815"/>
                </a:lnTo>
                <a:close/>
                <a:moveTo>
                  <a:pt x="340656" y="1018383"/>
                </a:moveTo>
                <a:lnTo>
                  <a:pt x="368088" y="1018383"/>
                </a:lnTo>
                <a:lnTo>
                  <a:pt x="368088" y="1045815"/>
                </a:lnTo>
                <a:lnTo>
                  <a:pt x="340656" y="1045815"/>
                </a:lnTo>
                <a:close/>
                <a:moveTo>
                  <a:pt x="226483" y="1018383"/>
                </a:moveTo>
                <a:lnTo>
                  <a:pt x="253915" y="1018383"/>
                </a:lnTo>
                <a:lnTo>
                  <a:pt x="253915" y="1045815"/>
                </a:lnTo>
                <a:lnTo>
                  <a:pt x="226483" y="1045815"/>
                </a:lnTo>
                <a:close/>
                <a:moveTo>
                  <a:pt x="114173" y="1018383"/>
                </a:moveTo>
                <a:lnTo>
                  <a:pt x="141605" y="1018383"/>
                </a:lnTo>
                <a:lnTo>
                  <a:pt x="141605" y="1045815"/>
                </a:lnTo>
                <a:lnTo>
                  <a:pt x="114173" y="1045815"/>
                </a:lnTo>
                <a:close/>
                <a:moveTo>
                  <a:pt x="0" y="1018383"/>
                </a:moveTo>
                <a:lnTo>
                  <a:pt x="27432" y="1018383"/>
                </a:lnTo>
                <a:lnTo>
                  <a:pt x="27432" y="1045815"/>
                </a:lnTo>
                <a:lnTo>
                  <a:pt x="0" y="1045815"/>
                </a:lnTo>
                <a:close/>
                <a:moveTo>
                  <a:pt x="1851331" y="904876"/>
                </a:moveTo>
                <a:lnTo>
                  <a:pt x="1878763" y="904876"/>
                </a:lnTo>
                <a:lnTo>
                  <a:pt x="1878763" y="932308"/>
                </a:lnTo>
                <a:lnTo>
                  <a:pt x="1851331" y="932308"/>
                </a:lnTo>
                <a:close/>
                <a:moveTo>
                  <a:pt x="1737031" y="904876"/>
                </a:moveTo>
                <a:lnTo>
                  <a:pt x="1764463" y="904876"/>
                </a:lnTo>
                <a:lnTo>
                  <a:pt x="1764463" y="932308"/>
                </a:lnTo>
                <a:lnTo>
                  <a:pt x="1737031" y="932308"/>
                </a:lnTo>
                <a:close/>
                <a:moveTo>
                  <a:pt x="1625112" y="904876"/>
                </a:moveTo>
                <a:lnTo>
                  <a:pt x="1652544" y="904876"/>
                </a:lnTo>
                <a:lnTo>
                  <a:pt x="1652544" y="932308"/>
                </a:lnTo>
                <a:lnTo>
                  <a:pt x="1625112" y="932308"/>
                </a:lnTo>
                <a:close/>
                <a:moveTo>
                  <a:pt x="1510812" y="904876"/>
                </a:moveTo>
                <a:lnTo>
                  <a:pt x="1538244" y="904876"/>
                </a:lnTo>
                <a:lnTo>
                  <a:pt x="1538244" y="932308"/>
                </a:lnTo>
                <a:lnTo>
                  <a:pt x="1510812" y="932308"/>
                </a:lnTo>
                <a:close/>
                <a:moveTo>
                  <a:pt x="1394702" y="904876"/>
                </a:moveTo>
                <a:lnTo>
                  <a:pt x="1422134" y="904876"/>
                </a:lnTo>
                <a:lnTo>
                  <a:pt x="1422134" y="932308"/>
                </a:lnTo>
                <a:lnTo>
                  <a:pt x="1394702" y="932308"/>
                </a:lnTo>
                <a:close/>
                <a:moveTo>
                  <a:pt x="1278592" y="904876"/>
                </a:moveTo>
                <a:lnTo>
                  <a:pt x="1306024" y="904876"/>
                </a:lnTo>
                <a:lnTo>
                  <a:pt x="1306024" y="932308"/>
                </a:lnTo>
                <a:lnTo>
                  <a:pt x="1278592" y="932308"/>
                </a:lnTo>
                <a:close/>
                <a:moveTo>
                  <a:pt x="1162482" y="904876"/>
                </a:moveTo>
                <a:lnTo>
                  <a:pt x="1189914" y="904876"/>
                </a:lnTo>
                <a:lnTo>
                  <a:pt x="1189914" y="932308"/>
                </a:lnTo>
                <a:lnTo>
                  <a:pt x="1162482" y="932308"/>
                </a:lnTo>
                <a:close/>
                <a:moveTo>
                  <a:pt x="1042307" y="904876"/>
                </a:moveTo>
                <a:lnTo>
                  <a:pt x="1069739" y="904876"/>
                </a:lnTo>
                <a:lnTo>
                  <a:pt x="1069739" y="932308"/>
                </a:lnTo>
                <a:lnTo>
                  <a:pt x="1042307" y="932308"/>
                </a:lnTo>
                <a:close/>
                <a:moveTo>
                  <a:pt x="926798" y="904876"/>
                </a:moveTo>
                <a:lnTo>
                  <a:pt x="954230" y="904876"/>
                </a:lnTo>
                <a:lnTo>
                  <a:pt x="954230" y="932308"/>
                </a:lnTo>
                <a:lnTo>
                  <a:pt x="926798" y="932308"/>
                </a:lnTo>
                <a:close/>
                <a:moveTo>
                  <a:pt x="812625" y="904876"/>
                </a:moveTo>
                <a:lnTo>
                  <a:pt x="840057" y="904876"/>
                </a:lnTo>
                <a:lnTo>
                  <a:pt x="840057" y="932308"/>
                </a:lnTo>
                <a:lnTo>
                  <a:pt x="812625" y="932308"/>
                </a:lnTo>
                <a:close/>
                <a:moveTo>
                  <a:pt x="692450" y="904876"/>
                </a:moveTo>
                <a:lnTo>
                  <a:pt x="719882" y="904876"/>
                </a:lnTo>
                <a:lnTo>
                  <a:pt x="719882" y="932308"/>
                </a:lnTo>
                <a:lnTo>
                  <a:pt x="692450" y="932308"/>
                </a:lnTo>
                <a:close/>
                <a:moveTo>
                  <a:pt x="576340" y="904876"/>
                </a:moveTo>
                <a:lnTo>
                  <a:pt x="603772" y="904876"/>
                </a:lnTo>
                <a:lnTo>
                  <a:pt x="603772" y="932308"/>
                </a:lnTo>
                <a:lnTo>
                  <a:pt x="576340" y="932308"/>
                </a:lnTo>
                <a:close/>
                <a:moveTo>
                  <a:pt x="456165" y="904876"/>
                </a:moveTo>
                <a:lnTo>
                  <a:pt x="483597" y="904876"/>
                </a:lnTo>
                <a:lnTo>
                  <a:pt x="483597" y="932308"/>
                </a:lnTo>
                <a:lnTo>
                  <a:pt x="456165" y="932308"/>
                </a:lnTo>
                <a:close/>
                <a:moveTo>
                  <a:pt x="340656" y="904876"/>
                </a:moveTo>
                <a:lnTo>
                  <a:pt x="368088" y="904876"/>
                </a:lnTo>
                <a:lnTo>
                  <a:pt x="368088" y="932308"/>
                </a:lnTo>
                <a:lnTo>
                  <a:pt x="340656" y="932308"/>
                </a:lnTo>
                <a:close/>
                <a:moveTo>
                  <a:pt x="226483" y="904876"/>
                </a:moveTo>
                <a:lnTo>
                  <a:pt x="253915" y="904876"/>
                </a:lnTo>
                <a:lnTo>
                  <a:pt x="253915" y="932308"/>
                </a:lnTo>
                <a:lnTo>
                  <a:pt x="226483" y="932308"/>
                </a:lnTo>
                <a:close/>
                <a:moveTo>
                  <a:pt x="114173" y="904876"/>
                </a:moveTo>
                <a:lnTo>
                  <a:pt x="141605" y="904876"/>
                </a:lnTo>
                <a:lnTo>
                  <a:pt x="141605" y="932308"/>
                </a:lnTo>
                <a:lnTo>
                  <a:pt x="114173" y="932308"/>
                </a:lnTo>
                <a:close/>
                <a:moveTo>
                  <a:pt x="0" y="904876"/>
                </a:moveTo>
                <a:lnTo>
                  <a:pt x="27432" y="904876"/>
                </a:lnTo>
                <a:lnTo>
                  <a:pt x="27432" y="932308"/>
                </a:lnTo>
                <a:lnTo>
                  <a:pt x="0" y="932308"/>
                </a:lnTo>
                <a:close/>
                <a:moveTo>
                  <a:pt x="1851331" y="789782"/>
                </a:moveTo>
                <a:lnTo>
                  <a:pt x="1878763" y="789782"/>
                </a:lnTo>
                <a:lnTo>
                  <a:pt x="1878763" y="817214"/>
                </a:lnTo>
                <a:lnTo>
                  <a:pt x="1851331" y="817214"/>
                </a:lnTo>
                <a:close/>
                <a:moveTo>
                  <a:pt x="1737031" y="789782"/>
                </a:moveTo>
                <a:lnTo>
                  <a:pt x="1764463" y="789782"/>
                </a:lnTo>
                <a:lnTo>
                  <a:pt x="1764463" y="817214"/>
                </a:lnTo>
                <a:lnTo>
                  <a:pt x="1737031" y="817214"/>
                </a:lnTo>
                <a:close/>
                <a:moveTo>
                  <a:pt x="1625112" y="789782"/>
                </a:moveTo>
                <a:lnTo>
                  <a:pt x="1652544" y="789782"/>
                </a:lnTo>
                <a:lnTo>
                  <a:pt x="1652544" y="817214"/>
                </a:lnTo>
                <a:lnTo>
                  <a:pt x="1625112" y="817214"/>
                </a:lnTo>
                <a:close/>
                <a:moveTo>
                  <a:pt x="1510812" y="789782"/>
                </a:moveTo>
                <a:lnTo>
                  <a:pt x="1538244" y="789782"/>
                </a:lnTo>
                <a:lnTo>
                  <a:pt x="1538244" y="817214"/>
                </a:lnTo>
                <a:lnTo>
                  <a:pt x="1510812" y="817214"/>
                </a:lnTo>
                <a:close/>
                <a:moveTo>
                  <a:pt x="1394702" y="789782"/>
                </a:moveTo>
                <a:lnTo>
                  <a:pt x="1422134" y="789782"/>
                </a:lnTo>
                <a:lnTo>
                  <a:pt x="1422134" y="817214"/>
                </a:lnTo>
                <a:lnTo>
                  <a:pt x="1394702" y="817214"/>
                </a:lnTo>
                <a:close/>
                <a:moveTo>
                  <a:pt x="1278592" y="789782"/>
                </a:moveTo>
                <a:lnTo>
                  <a:pt x="1306024" y="789782"/>
                </a:lnTo>
                <a:lnTo>
                  <a:pt x="1306024" y="817214"/>
                </a:lnTo>
                <a:lnTo>
                  <a:pt x="1278592" y="817214"/>
                </a:lnTo>
                <a:close/>
                <a:moveTo>
                  <a:pt x="1162482" y="789782"/>
                </a:moveTo>
                <a:lnTo>
                  <a:pt x="1189914" y="789782"/>
                </a:lnTo>
                <a:lnTo>
                  <a:pt x="1189914" y="817214"/>
                </a:lnTo>
                <a:lnTo>
                  <a:pt x="1162482" y="817214"/>
                </a:lnTo>
                <a:close/>
                <a:moveTo>
                  <a:pt x="1042307" y="789782"/>
                </a:moveTo>
                <a:lnTo>
                  <a:pt x="1069739" y="789782"/>
                </a:lnTo>
                <a:lnTo>
                  <a:pt x="1069739" y="817214"/>
                </a:lnTo>
                <a:lnTo>
                  <a:pt x="1042307" y="817214"/>
                </a:lnTo>
                <a:close/>
                <a:moveTo>
                  <a:pt x="926798" y="789782"/>
                </a:moveTo>
                <a:lnTo>
                  <a:pt x="954230" y="789782"/>
                </a:lnTo>
                <a:lnTo>
                  <a:pt x="954230" y="817214"/>
                </a:lnTo>
                <a:lnTo>
                  <a:pt x="926798" y="817214"/>
                </a:lnTo>
                <a:close/>
                <a:moveTo>
                  <a:pt x="812625" y="789782"/>
                </a:moveTo>
                <a:lnTo>
                  <a:pt x="840057" y="789782"/>
                </a:lnTo>
                <a:lnTo>
                  <a:pt x="840057" y="817214"/>
                </a:lnTo>
                <a:lnTo>
                  <a:pt x="812625" y="817214"/>
                </a:lnTo>
                <a:close/>
                <a:moveTo>
                  <a:pt x="692450" y="789782"/>
                </a:moveTo>
                <a:lnTo>
                  <a:pt x="719882" y="789782"/>
                </a:lnTo>
                <a:lnTo>
                  <a:pt x="719882" y="817214"/>
                </a:lnTo>
                <a:lnTo>
                  <a:pt x="692450" y="817214"/>
                </a:lnTo>
                <a:close/>
                <a:moveTo>
                  <a:pt x="576340" y="789782"/>
                </a:moveTo>
                <a:lnTo>
                  <a:pt x="603772" y="789782"/>
                </a:lnTo>
                <a:lnTo>
                  <a:pt x="603772" y="817214"/>
                </a:lnTo>
                <a:lnTo>
                  <a:pt x="576340" y="817214"/>
                </a:lnTo>
                <a:close/>
                <a:moveTo>
                  <a:pt x="456165" y="789782"/>
                </a:moveTo>
                <a:lnTo>
                  <a:pt x="483597" y="789782"/>
                </a:lnTo>
                <a:lnTo>
                  <a:pt x="483597" y="817214"/>
                </a:lnTo>
                <a:lnTo>
                  <a:pt x="456165" y="817214"/>
                </a:lnTo>
                <a:close/>
                <a:moveTo>
                  <a:pt x="340656" y="789782"/>
                </a:moveTo>
                <a:lnTo>
                  <a:pt x="368088" y="789782"/>
                </a:lnTo>
                <a:lnTo>
                  <a:pt x="368088" y="817214"/>
                </a:lnTo>
                <a:lnTo>
                  <a:pt x="340656" y="817214"/>
                </a:lnTo>
                <a:close/>
                <a:moveTo>
                  <a:pt x="226483" y="789782"/>
                </a:moveTo>
                <a:lnTo>
                  <a:pt x="253915" y="789782"/>
                </a:lnTo>
                <a:lnTo>
                  <a:pt x="253915" y="817214"/>
                </a:lnTo>
                <a:lnTo>
                  <a:pt x="226483" y="817214"/>
                </a:lnTo>
                <a:close/>
                <a:moveTo>
                  <a:pt x="114173" y="789782"/>
                </a:moveTo>
                <a:lnTo>
                  <a:pt x="141605" y="789782"/>
                </a:lnTo>
                <a:lnTo>
                  <a:pt x="141605" y="817214"/>
                </a:lnTo>
                <a:lnTo>
                  <a:pt x="114173" y="817214"/>
                </a:lnTo>
                <a:close/>
                <a:moveTo>
                  <a:pt x="0" y="789782"/>
                </a:moveTo>
                <a:lnTo>
                  <a:pt x="27432" y="789782"/>
                </a:lnTo>
                <a:lnTo>
                  <a:pt x="27432" y="817214"/>
                </a:lnTo>
                <a:lnTo>
                  <a:pt x="0" y="817214"/>
                </a:lnTo>
                <a:close/>
                <a:moveTo>
                  <a:pt x="1851331" y="676275"/>
                </a:moveTo>
                <a:lnTo>
                  <a:pt x="1878763" y="676275"/>
                </a:lnTo>
                <a:lnTo>
                  <a:pt x="1878763" y="703707"/>
                </a:lnTo>
                <a:lnTo>
                  <a:pt x="1851331" y="703707"/>
                </a:lnTo>
                <a:close/>
                <a:moveTo>
                  <a:pt x="1737031" y="676275"/>
                </a:moveTo>
                <a:lnTo>
                  <a:pt x="1764463" y="676275"/>
                </a:lnTo>
                <a:lnTo>
                  <a:pt x="1764463" y="703707"/>
                </a:lnTo>
                <a:lnTo>
                  <a:pt x="1737031" y="703707"/>
                </a:lnTo>
                <a:close/>
                <a:moveTo>
                  <a:pt x="1625112" y="676275"/>
                </a:moveTo>
                <a:lnTo>
                  <a:pt x="1652544" y="676275"/>
                </a:lnTo>
                <a:lnTo>
                  <a:pt x="1652544" y="703707"/>
                </a:lnTo>
                <a:lnTo>
                  <a:pt x="1625112" y="703707"/>
                </a:lnTo>
                <a:close/>
                <a:moveTo>
                  <a:pt x="1510812" y="676275"/>
                </a:moveTo>
                <a:lnTo>
                  <a:pt x="1538244" y="676275"/>
                </a:lnTo>
                <a:lnTo>
                  <a:pt x="1538244" y="703707"/>
                </a:lnTo>
                <a:lnTo>
                  <a:pt x="1510812" y="703707"/>
                </a:lnTo>
                <a:close/>
                <a:moveTo>
                  <a:pt x="1394702" y="676275"/>
                </a:moveTo>
                <a:lnTo>
                  <a:pt x="1422134" y="676275"/>
                </a:lnTo>
                <a:lnTo>
                  <a:pt x="1422134" y="703707"/>
                </a:lnTo>
                <a:lnTo>
                  <a:pt x="1394702" y="703707"/>
                </a:lnTo>
                <a:close/>
                <a:moveTo>
                  <a:pt x="1278592" y="676275"/>
                </a:moveTo>
                <a:lnTo>
                  <a:pt x="1306024" y="676275"/>
                </a:lnTo>
                <a:lnTo>
                  <a:pt x="1306024" y="703707"/>
                </a:lnTo>
                <a:lnTo>
                  <a:pt x="1278592" y="703707"/>
                </a:lnTo>
                <a:close/>
                <a:moveTo>
                  <a:pt x="1162482" y="676275"/>
                </a:moveTo>
                <a:lnTo>
                  <a:pt x="1189914" y="676275"/>
                </a:lnTo>
                <a:lnTo>
                  <a:pt x="1189914" y="703707"/>
                </a:lnTo>
                <a:lnTo>
                  <a:pt x="1162482" y="703707"/>
                </a:lnTo>
                <a:close/>
                <a:moveTo>
                  <a:pt x="1042307" y="676275"/>
                </a:moveTo>
                <a:lnTo>
                  <a:pt x="1069739" y="676275"/>
                </a:lnTo>
                <a:lnTo>
                  <a:pt x="1069739" y="703707"/>
                </a:lnTo>
                <a:lnTo>
                  <a:pt x="1042307" y="703707"/>
                </a:lnTo>
                <a:close/>
                <a:moveTo>
                  <a:pt x="926798" y="676275"/>
                </a:moveTo>
                <a:lnTo>
                  <a:pt x="954230" y="676275"/>
                </a:lnTo>
                <a:lnTo>
                  <a:pt x="954230" y="703707"/>
                </a:lnTo>
                <a:lnTo>
                  <a:pt x="926798" y="703707"/>
                </a:lnTo>
                <a:close/>
                <a:moveTo>
                  <a:pt x="812625" y="676275"/>
                </a:moveTo>
                <a:lnTo>
                  <a:pt x="840057" y="676275"/>
                </a:lnTo>
                <a:lnTo>
                  <a:pt x="840057" y="703707"/>
                </a:lnTo>
                <a:lnTo>
                  <a:pt x="812625" y="703707"/>
                </a:lnTo>
                <a:close/>
                <a:moveTo>
                  <a:pt x="692450" y="676275"/>
                </a:moveTo>
                <a:lnTo>
                  <a:pt x="719882" y="676275"/>
                </a:lnTo>
                <a:lnTo>
                  <a:pt x="719882" y="703707"/>
                </a:lnTo>
                <a:lnTo>
                  <a:pt x="692450" y="703707"/>
                </a:lnTo>
                <a:close/>
                <a:moveTo>
                  <a:pt x="576340" y="676275"/>
                </a:moveTo>
                <a:lnTo>
                  <a:pt x="603772" y="676275"/>
                </a:lnTo>
                <a:lnTo>
                  <a:pt x="603772" y="703707"/>
                </a:lnTo>
                <a:lnTo>
                  <a:pt x="576340" y="703707"/>
                </a:lnTo>
                <a:close/>
                <a:moveTo>
                  <a:pt x="456165" y="676275"/>
                </a:moveTo>
                <a:lnTo>
                  <a:pt x="483597" y="676275"/>
                </a:lnTo>
                <a:lnTo>
                  <a:pt x="483597" y="703707"/>
                </a:lnTo>
                <a:lnTo>
                  <a:pt x="456165" y="703707"/>
                </a:lnTo>
                <a:close/>
                <a:moveTo>
                  <a:pt x="340656" y="676275"/>
                </a:moveTo>
                <a:lnTo>
                  <a:pt x="368088" y="676275"/>
                </a:lnTo>
                <a:lnTo>
                  <a:pt x="368088" y="703707"/>
                </a:lnTo>
                <a:lnTo>
                  <a:pt x="340656" y="703707"/>
                </a:lnTo>
                <a:close/>
                <a:moveTo>
                  <a:pt x="226483" y="676275"/>
                </a:moveTo>
                <a:lnTo>
                  <a:pt x="253915" y="676275"/>
                </a:lnTo>
                <a:lnTo>
                  <a:pt x="253915" y="703707"/>
                </a:lnTo>
                <a:lnTo>
                  <a:pt x="226483" y="703707"/>
                </a:lnTo>
                <a:close/>
                <a:moveTo>
                  <a:pt x="114173" y="676275"/>
                </a:moveTo>
                <a:lnTo>
                  <a:pt x="141605" y="676275"/>
                </a:lnTo>
                <a:lnTo>
                  <a:pt x="141605" y="703707"/>
                </a:lnTo>
                <a:lnTo>
                  <a:pt x="114173" y="703707"/>
                </a:lnTo>
                <a:close/>
                <a:moveTo>
                  <a:pt x="0" y="676275"/>
                </a:moveTo>
                <a:lnTo>
                  <a:pt x="27432" y="676275"/>
                </a:lnTo>
                <a:lnTo>
                  <a:pt x="27432" y="703707"/>
                </a:lnTo>
                <a:lnTo>
                  <a:pt x="0" y="703707"/>
                </a:lnTo>
                <a:close/>
                <a:moveTo>
                  <a:pt x="1851331" y="565945"/>
                </a:moveTo>
                <a:lnTo>
                  <a:pt x="1878763" y="565945"/>
                </a:lnTo>
                <a:lnTo>
                  <a:pt x="1878763" y="593377"/>
                </a:lnTo>
                <a:lnTo>
                  <a:pt x="1851331" y="593377"/>
                </a:lnTo>
                <a:close/>
                <a:moveTo>
                  <a:pt x="1737031" y="565945"/>
                </a:moveTo>
                <a:lnTo>
                  <a:pt x="1764463" y="565945"/>
                </a:lnTo>
                <a:lnTo>
                  <a:pt x="1764463" y="593377"/>
                </a:lnTo>
                <a:lnTo>
                  <a:pt x="1737031" y="593377"/>
                </a:lnTo>
                <a:close/>
                <a:moveTo>
                  <a:pt x="1625112" y="565945"/>
                </a:moveTo>
                <a:lnTo>
                  <a:pt x="1652544" y="565945"/>
                </a:lnTo>
                <a:lnTo>
                  <a:pt x="1652544" y="593377"/>
                </a:lnTo>
                <a:lnTo>
                  <a:pt x="1625112" y="593377"/>
                </a:lnTo>
                <a:close/>
                <a:moveTo>
                  <a:pt x="1510812" y="565945"/>
                </a:moveTo>
                <a:lnTo>
                  <a:pt x="1538244" y="565945"/>
                </a:lnTo>
                <a:lnTo>
                  <a:pt x="1538244" y="593377"/>
                </a:lnTo>
                <a:lnTo>
                  <a:pt x="1510812" y="593377"/>
                </a:lnTo>
                <a:close/>
                <a:moveTo>
                  <a:pt x="1394702" y="565945"/>
                </a:moveTo>
                <a:lnTo>
                  <a:pt x="1422134" y="565945"/>
                </a:lnTo>
                <a:lnTo>
                  <a:pt x="1422134" y="593377"/>
                </a:lnTo>
                <a:lnTo>
                  <a:pt x="1394702" y="593377"/>
                </a:lnTo>
                <a:close/>
                <a:moveTo>
                  <a:pt x="1278592" y="565945"/>
                </a:moveTo>
                <a:lnTo>
                  <a:pt x="1306024" y="565945"/>
                </a:lnTo>
                <a:lnTo>
                  <a:pt x="1306024" y="593377"/>
                </a:lnTo>
                <a:lnTo>
                  <a:pt x="1278592" y="593377"/>
                </a:lnTo>
                <a:close/>
                <a:moveTo>
                  <a:pt x="1162482" y="565945"/>
                </a:moveTo>
                <a:lnTo>
                  <a:pt x="1189914" y="565945"/>
                </a:lnTo>
                <a:lnTo>
                  <a:pt x="1189914" y="593377"/>
                </a:lnTo>
                <a:lnTo>
                  <a:pt x="1162482" y="593377"/>
                </a:lnTo>
                <a:close/>
                <a:moveTo>
                  <a:pt x="1042307" y="565945"/>
                </a:moveTo>
                <a:lnTo>
                  <a:pt x="1069739" y="565945"/>
                </a:lnTo>
                <a:lnTo>
                  <a:pt x="1069739" y="593377"/>
                </a:lnTo>
                <a:lnTo>
                  <a:pt x="1042307" y="593377"/>
                </a:lnTo>
                <a:close/>
                <a:moveTo>
                  <a:pt x="926798" y="565945"/>
                </a:moveTo>
                <a:lnTo>
                  <a:pt x="954230" y="565945"/>
                </a:lnTo>
                <a:lnTo>
                  <a:pt x="954230" y="593377"/>
                </a:lnTo>
                <a:lnTo>
                  <a:pt x="926798" y="593377"/>
                </a:lnTo>
                <a:close/>
                <a:moveTo>
                  <a:pt x="812625" y="565945"/>
                </a:moveTo>
                <a:lnTo>
                  <a:pt x="840057" y="565945"/>
                </a:lnTo>
                <a:lnTo>
                  <a:pt x="840057" y="593377"/>
                </a:lnTo>
                <a:lnTo>
                  <a:pt x="812625" y="593377"/>
                </a:lnTo>
                <a:close/>
                <a:moveTo>
                  <a:pt x="692450" y="565945"/>
                </a:moveTo>
                <a:lnTo>
                  <a:pt x="719882" y="565945"/>
                </a:lnTo>
                <a:lnTo>
                  <a:pt x="719882" y="593377"/>
                </a:lnTo>
                <a:lnTo>
                  <a:pt x="692450" y="593377"/>
                </a:lnTo>
                <a:close/>
                <a:moveTo>
                  <a:pt x="576340" y="565945"/>
                </a:moveTo>
                <a:lnTo>
                  <a:pt x="603772" y="565945"/>
                </a:lnTo>
                <a:lnTo>
                  <a:pt x="603772" y="593377"/>
                </a:lnTo>
                <a:lnTo>
                  <a:pt x="576340" y="593377"/>
                </a:lnTo>
                <a:close/>
                <a:moveTo>
                  <a:pt x="456165" y="565945"/>
                </a:moveTo>
                <a:lnTo>
                  <a:pt x="483597" y="565945"/>
                </a:lnTo>
                <a:lnTo>
                  <a:pt x="483597" y="593377"/>
                </a:lnTo>
                <a:lnTo>
                  <a:pt x="456165" y="593377"/>
                </a:lnTo>
                <a:close/>
                <a:moveTo>
                  <a:pt x="340656" y="565945"/>
                </a:moveTo>
                <a:lnTo>
                  <a:pt x="368088" y="565945"/>
                </a:lnTo>
                <a:lnTo>
                  <a:pt x="368088" y="593377"/>
                </a:lnTo>
                <a:lnTo>
                  <a:pt x="340656" y="593377"/>
                </a:lnTo>
                <a:close/>
                <a:moveTo>
                  <a:pt x="226483" y="565945"/>
                </a:moveTo>
                <a:lnTo>
                  <a:pt x="253915" y="565945"/>
                </a:lnTo>
                <a:lnTo>
                  <a:pt x="253915" y="593377"/>
                </a:lnTo>
                <a:lnTo>
                  <a:pt x="226483" y="593377"/>
                </a:lnTo>
                <a:close/>
                <a:moveTo>
                  <a:pt x="114173" y="565945"/>
                </a:moveTo>
                <a:lnTo>
                  <a:pt x="141605" y="565945"/>
                </a:lnTo>
                <a:lnTo>
                  <a:pt x="141605" y="593377"/>
                </a:lnTo>
                <a:lnTo>
                  <a:pt x="114173" y="593377"/>
                </a:lnTo>
                <a:close/>
                <a:moveTo>
                  <a:pt x="0" y="565945"/>
                </a:moveTo>
                <a:lnTo>
                  <a:pt x="27432" y="565945"/>
                </a:lnTo>
                <a:lnTo>
                  <a:pt x="27432" y="593377"/>
                </a:lnTo>
                <a:lnTo>
                  <a:pt x="0" y="593377"/>
                </a:lnTo>
                <a:close/>
                <a:moveTo>
                  <a:pt x="1851331" y="452438"/>
                </a:moveTo>
                <a:lnTo>
                  <a:pt x="1878763" y="452438"/>
                </a:lnTo>
                <a:lnTo>
                  <a:pt x="1878763" y="479870"/>
                </a:lnTo>
                <a:lnTo>
                  <a:pt x="1851331" y="479870"/>
                </a:lnTo>
                <a:close/>
                <a:moveTo>
                  <a:pt x="1737031" y="452438"/>
                </a:moveTo>
                <a:lnTo>
                  <a:pt x="1764463" y="452438"/>
                </a:lnTo>
                <a:lnTo>
                  <a:pt x="1764463" y="479870"/>
                </a:lnTo>
                <a:lnTo>
                  <a:pt x="1737031" y="479870"/>
                </a:lnTo>
                <a:close/>
                <a:moveTo>
                  <a:pt x="1625112" y="452438"/>
                </a:moveTo>
                <a:lnTo>
                  <a:pt x="1652544" y="452438"/>
                </a:lnTo>
                <a:lnTo>
                  <a:pt x="1652544" y="479870"/>
                </a:lnTo>
                <a:lnTo>
                  <a:pt x="1625112" y="479870"/>
                </a:lnTo>
                <a:close/>
                <a:moveTo>
                  <a:pt x="1510812" y="452438"/>
                </a:moveTo>
                <a:lnTo>
                  <a:pt x="1538244" y="452438"/>
                </a:lnTo>
                <a:lnTo>
                  <a:pt x="1538244" y="479870"/>
                </a:lnTo>
                <a:lnTo>
                  <a:pt x="1510812" y="479870"/>
                </a:lnTo>
                <a:close/>
                <a:moveTo>
                  <a:pt x="1394702" y="452438"/>
                </a:moveTo>
                <a:lnTo>
                  <a:pt x="1422134" y="452438"/>
                </a:lnTo>
                <a:lnTo>
                  <a:pt x="1422134" y="479870"/>
                </a:lnTo>
                <a:lnTo>
                  <a:pt x="1394702" y="479870"/>
                </a:lnTo>
                <a:close/>
                <a:moveTo>
                  <a:pt x="1278592" y="452438"/>
                </a:moveTo>
                <a:lnTo>
                  <a:pt x="1306024" y="452438"/>
                </a:lnTo>
                <a:lnTo>
                  <a:pt x="1306024" y="479870"/>
                </a:lnTo>
                <a:lnTo>
                  <a:pt x="1278592" y="479870"/>
                </a:lnTo>
                <a:close/>
                <a:moveTo>
                  <a:pt x="1162482" y="452438"/>
                </a:moveTo>
                <a:lnTo>
                  <a:pt x="1189914" y="452438"/>
                </a:lnTo>
                <a:lnTo>
                  <a:pt x="1189914" y="479870"/>
                </a:lnTo>
                <a:lnTo>
                  <a:pt x="1162482" y="479870"/>
                </a:lnTo>
                <a:close/>
                <a:moveTo>
                  <a:pt x="1042307" y="452438"/>
                </a:moveTo>
                <a:lnTo>
                  <a:pt x="1069739" y="452438"/>
                </a:lnTo>
                <a:lnTo>
                  <a:pt x="1069739" y="479870"/>
                </a:lnTo>
                <a:lnTo>
                  <a:pt x="1042307" y="479870"/>
                </a:lnTo>
                <a:close/>
                <a:moveTo>
                  <a:pt x="926798" y="452438"/>
                </a:moveTo>
                <a:lnTo>
                  <a:pt x="954230" y="452438"/>
                </a:lnTo>
                <a:lnTo>
                  <a:pt x="954230" y="479870"/>
                </a:lnTo>
                <a:lnTo>
                  <a:pt x="926798" y="479870"/>
                </a:lnTo>
                <a:close/>
                <a:moveTo>
                  <a:pt x="812625" y="452438"/>
                </a:moveTo>
                <a:lnTo>
                  <a:pt x="840057" y="452438"/>
                </a:lnTo>
                <a:lnTo>
                  <a:pt x="840057" y="479870"/>
                </a:lnTo>
                <a:lnTo>
                  <a:pt x="812625" y="479870"/>
                </a:lnTo>
                <a:close/>
                <a:moveTo>
                  <a:pt x="692450" y="452438"/>
                </a:moveTo>
                <a:lnTo>
                  <a:pt x="719882" y="452438"/>
                </a:lnTo>
                <a:lnTo>
                  <a:pt x="719882" y="479870"/>
                </a:lnTo>
                <a:lnTo>
                  <a:pt x="692450" y="479870"/>
                </a:lnTo>
                <a:close/>
                <a:moveTo>
                  <a:pt x="576340" y="452438"/>
                </a:moveTo>
                <a:lnTo>
                  <a:pt x="603772" y="452438"/>
                </a:lnTo>
                <a:lnTo>
                  <a:pt x="603772" y="479870"/>
                </a:lnTo>
                <a:lnTo>
                  <a:pt x="576340" y="479870"/>
                </a:lnTo>
                <a:close/>
                <a:moveTo>
                  <a:pt x="456165" y="452438"/>
                </a:moveTo>
                <a:lnTo>
                  <a:pt x="483597" y="452438"/>
                </a:lnTo>
                <a:lnTo>
                  <a:pt x="483597" y="479870"/>
                </a:lnTo>
                <a:lnTo>
                  <a:pt x="456165" y="479870"/>
                </a:lnTo>
                <a:close/>
                <a:moveTo>
                  <a:pt x="340656" y="452438"/>
                </a:moveTo>
                <a:lnTo>
                  <a:pt x="368088" y="452438"/>
                </a:lnTo>
                <a:lnTo>
                  <a:pt x="368088" y="479870"/>
                </a:lnTo>
                <a:lnTo>
                  <a:pt x="340656" y="479870"/>
                </a:lnTo>
                <a:close/>
                <a:moveTo>
                  <a:pt x="226483" y="452438"/>
                </a:moveTo>
                <a:lnTo>
                  <a:pt x="253915" y="452438"/>
                </a:lnTo>
                <a:lnTo>
                  <a:pt x="253915" y="479870"/>
                </a:lnTo>
                <a:lnTo>
                  <a:pt x="226483" y="479870"/>
                </a:lnTo>
                <a:close/>
                <a:moveTo>
                  <a:pt x="114173" y="452438"/>
                </a:moveTo>
                <a:lnTo>
                  <a:pt x="141605" y="452438"/>
                </a:lnTo>
                <a:lnTo>
                  <a:pt x="141605" y="479870"/>
                </a:lnTo>
                <a:lnTo>
                  <a:pt x="114173" y="479870"/>
                </a:lnTo>
                <a:close/>
                <a:moveTo>
                  <a:pt x="0" y="452438"/>
                </a:moveTo>
                <a:lnTo>
                  <a:pt x="27432" y="452438"/>
                </a:lnTo>
                <a:lnTo>
                  <a:pt x="27432" y="479870"/>
                </a:lnTo>
                <a:lnTo>
                  <a:pt x="0" y="479870"/>
                </a:lnTo>
                <a:close/>
                <a:moveTo>
                  <a:pt x="1851331" y="337344"/>
                </a:moveTo>
                <a:lnTo>
                  <a:pt x="1878763" y="337344"/>
                </a:lnTo>
                <a:lnTo>
                  <a:pt x="1878763" y="364776"/>
                </a:lnTo>
                <a:lnTo>
                  <a:pt x="1851331" y="364776"/>
                </a:lnTo>
                <a:close/>
                <a:moveTo>
                  <a:pt x="1737031" y="337344"/>
                </a:moveTo>
                <a:lnTo>
                  <a:pt x="1764463" y="337344"/>
                </a:lnTo>
                <a:lnTo>
                  <a:pt x="1764463" y="364776"/>
                </a:lnTo>
                <a:lnTo>
                  <a:pt x="1737031" y="364776"/>
                </a:lnTo>
                <a:close/>
                <a:moveTo>
                  <a:pt x="1625112" y="337344"/>
                </a:moveTo>
                <a:lnTo>
                  <a:pt x="1652544" y="337344"/>
                </a:lnTo>
                <a:lnTo>
                  <a:pt x="1652544" y="364776"/>
                </a:lnTo>
                <a:lnTo>
                  <a:pt x="1625112" y="364776"/>
                </a:lnTo>
                <a:close/>
                <a:moveTo>
                  <a:pt x="1510812" y="337344"/>
                </a:moveTo>
                <a:lnTo>
                  <a:pt x="1538244" y="337344"/>
                </a:lnTo>
                <a:lnTo>
                  <a:pt x="1538244" y="364776"/>
                </a:lnTo>
                <a:lnTo>
                  <a:pt x="1510812" y="364776"/>
                </a:lnTo>
                <a:close/>
                <a:moveTo>
                  <a:pt x="1394702" y="337344"/>
                </a:moveTo>
                <a:lnTo>
                  <a:pt x="1422134" y="337344"/>
                </a:lnTo>
                <a:lnTo>
                  <a:pt x="1422134" y="364776"/>
                </a:lnTo>
                <a:lnTo>
                  <a:pt x="1394702" y="364776"/>
                </a:lnTo>
                <a:close/>
                <a:moveTo>
                  <a:pt x="1278592" y="337344"/>
                </a:moveTo>
                <a:lnTo>
                  <a:pt x="1306024" y="337344"/>
                </a:lnTo>
                <a:lnTo>
                  <a:pt x="1306024" y="364776"/>
                </a:lnTo>
                <a:lnTo>
                  <a:pt x="1278592" y="364776"/>
                </a:lnTo>
                <a:close/>
                <a:moveTo>
                  <a:pt x="1162482" y="337344"/>
                </a:moveTo>
                <a:lnTo>
                  <a:pt x="1189914" y="337344"/>
                </a:lnTo>
                <a:lnTo>
                  <a:pt x="1189914" y="364776"/>
                </a:lnTo>
                <a:lnTo>
                  <a:pt x="1162482" y="364776"/>
                </a:lnTo>
                <a:close/>
                <a:moveTo>
                  <a:pt x="1042307" y="337344"/>
                </a:moveTo>
                <a:lnTo>
                  <a:pt x="1069739" y="337344"/>
                </a:lnTo>
                <a:lnTo>
                  <a:pt x="1069739" y="364776"/>
                </a:lnTo>
                <a:lnTo>
                  <a:pt x="1042307" y="364776"/>
                </a:lnTo>
                <a:close/>
                <a:moveTo>
                  <a:pt x="926798" y="337344"/>
                </a:moveTo>
                <a:lnTo>
                  <a:pt x="954230" y="337344"/>
                </a:lnTo>
                <a:lnTo>
                  <a:pt x="954230" y="364776"/>
                </a:lnTo>
                <a:lnTo>
                  <a:pt x="926798" y="364776"/>
                </a:lnTo>
                <a:close/>
                <a:moveTo>
                  <a:pt x="812625" y="337344"/>
                </a:moveTo>
                <a:lnTo>
                  <a:pt x="840057" y="337344"/>
                </a:lnTo>
                <a:lnTo>
                  <a:pt x="840057" y="364776"/>
                </a:lnTo>
                <a:lnTo>
                  <a:pt x="812625" y="364776"/>
                </a:lnTo>
                <a:close/>
                <a:moveTo>
                  <a:pt x="692450" y="337344"/>
                </a:moveTo>
                <a:lnTo>
                  <a:pt x="719882" y="337344"/>
                </a:lnTo>
                <a:lnTo>
                  <a:pt x="719882" y="364776"/>
                </a:lnTo>
                <a:lnTo>
                  <a:pt x="692450" y="364776"/>
                </a:lnTo>
                <a:close/>
                <a:moveTo>
                  <a:pt x="576340" y="337344"/>
                </a:moveTo>
                <a:lnTo>
                  <a:pt x="603772" y="337344"/>
                </a:lnTo>
                <a:lnTo>
                  <a:pt x="603772" y="364776"/>
                </a:lnTo>
                <a:lnTo>
                  <a:pt x="576340" y="364776"/>
                </a:lnTo>
                <a:close/>
                <a:moveTo>
                  <a:pt x="456165" y="337344"/>
                </a:moveTo>
                <a:lnTo>
                  <a:pt x="483597" y="337344"/>
                </a:lnTo>
                <a:lnTo>
                  <a:pt x="483597" y="364776"/>
                </a:lnTo>
                <a:lnTo>
                  <a:pt x="456165" y="364776"/>
                </a:lnTo>
                <a:close/>
                <a:moveTo>
                  <a:pt x="340656" y="337344"/>
                </a:moveTo>
                <a:lnTo>
                  <a:pt x="368088" y="337344"/>
                </a:lnTo>
                <a:lnTo>
                  <a:pt x="368088" y="364776"/>
                </a:lnTo>
                <a:lnTo>
                  <a:pt x="340656" y="364776"/>
                </a:lnTo>
                <a:close/>
                <a:moveTo>
                  <a:pt x="226483" y="337344"/>
                </a:moveTo>
                <a:lnTo>
                  <a:pt x="253915" y="337344"/>
                </a:lnTo>
                <a:lnTo>
                  <a:pt x="253915" y="364776"/>
                </a:lnTo>
                <a:lnTo>
                  <a:pt x="226483" y="364776"/>
                </a:lnTo>
                <a:close/>
                <a:moveTo>
                  <a:pt x="114173" y="337344"/>
                </a:moveTo>
                <a:lnTo>
                  <a:pt x="141605" y="337344"/>
                </a:lnTo>
                <a:lnTo>
                  <a:pt x="141605" y="364776"/>
                </a:lnTo>
                <a:lnTo>
                  <a:pt x="114173" y="364776"/>
                </a:lnTo>
                <a:close/>
                <a:moveTo>
                  <a:pt x="0" y="337344"/>
                </a:moveTo>
                <a:lnTo>
                  <a:pt x="27432" y="337344"/>
                </a:lnTo>
                <a:lnTo>
                  <a:pt x="27432" y="364776"/>
                </a:lnTo>
                <a:lnTo>
                  <a:pt x="0" y="364776"/>
                </a:lnTo>
                <a:close/>
                <a:moveTo>
                  <a:pt x="1851331" y="223837"/>
                </a:moveTo>
                <a:lnTo>
                  <a:pt x="1878763" y="223837"/>
                </a:lnTo>
                <a:lnTo>
                  <a:pt x="1878763" y="251269"/>
                </a:lnTo>
                <a:lnTo>
                  <a:pt x="1851331" y="251269"/>
                </a:lnTo>
                <a:close/>
                <a:moveTo>
                  <a:pt x="1737031" y="223837"/>
                </a:moveTo>
                <a:lnTo>
                  <a:pt x="1764463" y="223837"/>
                </a:lnTo>
                <a:lnTo>
                  <a:pt x="1764463" y="251269"/>
                </a:lnTo>
                <a:lnTo>
                  <a:pt x="1737031" y="251269"/>
                </a:lnTo>
                <a:close/>
                <a:moveTo>
                  <a:pt x="1625112" y="223837"/>
                </a:moveTo>
                <a:lnTo>
                  <a:pt x="1652544" y="223837"/>
                </a:lnTo>
                <a:lnTo>
                  <a:pt x="1652544" y="251269"/>
                </a:lnTo>
                <a:lnTo>
                  <a:pt x="1625112" y="251269"/>
                </a:lnTo>
                <a:close/>
                <a:moveTo>
                  <a:pt x="1510812" y="223837"/>
                </a:moveTo>
                <a:lnTo>
                  <a:pt x="1538244" y="223837"/>
                </a:lnTo>
                <a:lnTo>
                  <a:pt x="1538244" y="251269"/>
                </a:lnTo>
                <a:lnTo>
                  <a:pt x="1510812" y="251269"/>
                </a:lnTo>
                <a:close/>
                <a:moveTo>
                  <a:pt x="1394702" y="223837"/>
                </a:moveTo>
                <a:lnTo>
                  <a:pt x="1422134" y="223837"/>
                </a:lnTo>
                <a:lnTo>
                  <a:pt x="1422134" y="251269"/>
                </a:lnTo>
                <a:lnTo>
                  <a:pt x="1394702" y="251269"/>
                </a:lnTo>
                <a:close/>
                <a:moveTo>
                  <a:pt x="1278592" y="223837"/>
                </a:moveTo>
                <a:lnTo>
                  <a:pt x="1306024" y="223837"/>
                </a:lnTo>
                <a:lnTo>
                  <a:pt x="1306024" y="251269"/>
                </a:lnTo>
                <a:lnTo>
                  <a:pt x="1278592" y="251269"/>
                </a:lnTo>
                <a:close/>
                <a:moveTo>
                  <a:pt x="1162482" y="223837"/>
                </a:moveTo>
                <a:lnTo>
                  <a:pt x="1189914" y="223837"/>
                </a:lnTo>
                <a:lnTo>
                  <a:pt x="1189914" y="251269"/>
                </a:lnTo>
                <a:lnTo>
                  <a:pt x="1162482" y="251269"/>
                </a:lnTo>
                <a:close/>
                <a:moveTo>
                  <a:pt x="1042307" y="223837"/>
                </a:moveTo>
                <a:lnTo>
                  <a:pt x="1069739" y="223837"/>
                </a:lnTo>
                <a:lnTo>
                  <a:pt x="1069739" y="251269"/>
                </a:lnTo>
                <a:lnTo>
                  <a:pt x="1042307" y="251269"/>
                </a:lnTo>
                <a:close/>
                <a:moveTo>
                  <a:pt x="926798" y="223837"/>
                </a:moveTo>
                <a:lnTo>
                  <a:pt x="954230" y="223837"/>
                </a:lnTo>
                <a:lnTo>
                  <a:pt x="954230" y="251269"/>
                </a:lnTo>
                <a:lnTo>
                  <a:pt x="926798" y="251269"/>
                </a:lnTo>
                <a:close/>
                <a:moveTo>
                  <a:pt x="812625" y="223837"/>
                </a:moveTo>
                <a:lnTo>
                  <a:pt x="840057" y="223837"/>
                </a:lnTo>
                <a:lnTo>
                  <a:pt x="840057" y="251269"/>
                </a:lnTo>
                <a:lnTo>
                  <a:pt x="812625" y="251269"/>
                </a:lnTo>
                <a:close/>
                <a:moveTo>
                  <a:pt x="692450" y="223837"/>
                </a:moveTo>
                <a:lnTo>
                  <a:pt x="719882" y="223837"/>
                </a:lnTo>
                <a:lnTo>
                  <a:pt x="719882" y="251269"/>
                </a:lnTo>
                <a:lnTo>
                  <a:pt x="692450" y="251269"/>
                </a:lnTo>
                <a:close/>
                <a:moveTo>
                  <a:pt x="576340" y="223837"/>
                </a:moveTo>
                <a:lnTo>
                  <a:pt x="603772" y="223837"/>
                </a:lnTo>
                <a:lnTo>
                  <a:pt x="603772" y="251269"/>
                </a:lnTo>
                <a:lnTo>
                  <a:pt x="576340" y="251269"/>
                </a:lnTo>
                <a:close/>
                <a:moveTo>
                  <a:pt x="456165" y="223837"/>
                </a:moveTo>
                <a:lnTo>
                  <a:pt x="483597" y="223837"/>
                </a:lnTo>
                <a:lnTo>
                  <a:pt x="483597" y="251269"/>
                </a:lnTo>
                <a:lnTo>
                  <a:pt x="456165" y="251269"/>
                </a:lnTo>
                <a:close/>
                <a:moveTo>
                  <a:pt x="340656" y="223837"/>
                </a:moveTo>
                <a:lnTo>
                  <a:pt x="368088" y="223837"/>
                </a:lnTo>
                <a:lnTo>
                  <a:pt x="368088" y="251269"/>
                </a:lnTo>
                <a:lnTo>
                  <a:pt x="340656" y="251269"/>
                </a:lnTo>
                <a:close/>
                <a:moveTo>
                  <a:pt x="226483" y="223837"/>
                </a:moveTo>
                <a:lnTo>
                  <a:pt x="253915" y="223837"/>
                </a:lnTo>
                <a:lnTo>
                  <a:pt x="253915" y="251269"/>
                </a:lnTo>
                <a:lnTo>
                  <a:pt x="226483" y="251269"/>
                </a:lnTo>
                <a:close/>
                <a:moveTo>
                  <a:pt x="114173" y="223837"/>
                </a:moveTo>
                <a:lnTo>
                  <a:pt x="141605" y="223837"/>
                </a:lnTo>
                <a:lnTo>
                  <a:pt x="141605" y="251269"/>
                </a:lnTo>
                <a:lnTo>
                  <a:pt x="114173" y="251269"/>
                </a:lnTo>
                <a:close/>
                <a:moveTo>
                  <a:pt x="0" y="223837"/>
                </a:moveTo>
                <a:lnTo>
                  <a:pt x="27432" y="223837"/>
                </a:lnTo>
                <a:lnTo>
                  <a:pt x="27432" y="251269"/>
                </a:lnTo>
                <a:lnTo>
                  <a:pt x="0" y="251269"/>
                </a:lnTo>
                <a:close/>
                <a:moveTo>
                  <a:pt x="1851331" y="113507"/>
                </a:moveTo>
                <a:lnTo>
                  <a:pt x="1878763" y="113507"/>
                </a:lnTo>
                <a:lnTo>
                  <a:pt x="1878763" y="140939"/>
                </a:lnTo>
                <a:lnTo>
                  <a:pt x="1851331" y="140939"/>
                </a:lnTo>
                <a:close/>
                <a:moveTo>
                  <a:pt x="1737031" y="113507"/>
                </a:moveTo>
                <a:lnTo>
                  <a:pt x="1764463" y="113507"/>
                </a:lnTo>
                <a:lnTo>
                  <a:pt x="1764463" y="140939"/>
                </a:lnTo>
                <a:lnTo>
                  <a:pt x="1737031" y="140939"/>
                </a:lnTo>
                <a:close/>
                <a:moveTo>
                  <a:pt x="1625112" y="113507"/>
                </a:moveTo>
                <a:lnTo>
                  <a:pt x="1652544" y="113507"/>
                </a:lnTo>
                <a:lnTo>
                  <a:pt x="1652544" y="140939"/>
                </a:lnTo>
                <a:lnTo>
                  <a:pt x="1625112" y="140939"/>
                </a:lnTo>
                <a:close/>
                <a:moveTo>
                  <a:pt x="1510812" y="113507"/>
                </a:moveTo>
                <a:lnTo>
                  <a:pt x="1538244" y="113507"/>
                </a:lnTo>
                <a:lnTo>
                  <a:pt x="1538244" y="140939"/>
                </a:lnTo>
                <a:lnTo>
                  <a:pt x="1510812" y="140939"/>
                </a:lnTo>
                <a:close/>
                <a:moveTo>
                  <a:pt x="1394702" y="113507"/>
                </a:moveTo>
                <a:lnTo>
                  <a:pt x="1422134" y="113507"/>
                </a:lnTo>
                <a:lnTo>
                  <a:pt x="1422134" y="140939"/>
                </a:lnTo>
                <a:lnTo>
                  <a:pt x="1394702" y="140939"/>
                </a:lnTo>
                <a:close/>
                <a:moveTo>
                  <a:pt x="1278592" y="113507"/>
                </a:moveTo>
                <a:lnTo>
                  <a:pt x="1306024" y="113507"/>
                </a:lnTo>
                <a:lnTo>
                  <a:pt x="1306024" y="140939"/>
                </a:lnTo>
                <a:lnTo>
                  <a:pt x="1278592" y="140939"/>
                </a:lnTo>
                <a:close/>
                <a:moveTo>
                  <a:pt x="1162482" y="113507"/>
                </a:moveTo>
                <a:lnTo>
                  <a:pt x="1189914" y="113507"/>
                </a:lnTo>
                <a:lnTo>
                  <a:pt x="1189914" y="140939"/>
                </a:lnTo>
                <a:lnTo>
                  <a:pt x="1162482" y="140939"/>
                </a:lnTo>
                <a:close/>
                <a:moveTo>
                  <a:pt x="1042307" y="113507"/>
                </a:moveTo>
                <a:lnTo>
                  <a:pt x="1069739" y="113507"/>
                </a:lnTo>
                <a:lnTo>
                  <a:pt x="1069739" y="140939"/>
                </a:lnTo>
                <a:lnTo>
                  <a:pt x="1042307" y="140939"/>
                </a:lnTo>
                <a:close/>
                <a:moveTo>
                  <a:pt x="926798" y="113507"/>
                </a:moveTo>
                <a:lnTo>
                  <a:pt x="954230" y="113507"/>
                </a:lnTo>
                <a:lnTo>
                  <a:pt x="954230" y="140939"/>
                </a:lnTo>
                <a:lnTo>
                  <a:pt x="926798" y="140939"/>
                </a:lnTo>
                <a:close/>
                <a:moveTo>
                  <a:pt x="812625" y="113507"/>
                </a:moveTo>
                <a:lnTo>
                  <a:pt x="840057" y="113507"/>
                </a:lnTo>
                <a:lnTo>
                  <a:pt x="840057" y="140939"/>
                </a:lnTo>
                <a:lnTo>
                  <a:pt x="812625" y="140939"/>
                </a:lnTo>
                <a:close/>
                <a:moveTo>
                  <a:pt x="692450" y="113507"/>
                </a:moveTo>
                <a:lnTo>
                  <a:pt x="719882" y="113507"/>
                </a:lnTo>
                <a:lnTo>
                  <a:pt x="719882" y="140939"/>
                </a:lnTo>
                <a:lnTo>
                  <a:pt x="692450" y="140939"/>
                </a:lnTo>
                <a:close/>
                <a:moveTo>
                  <a:pt x="576340" y="113507"/>
                </a:moveTo>
                <a:lnTo>
                  <a:pt x="603772" y="113507"/>
                </a:lnTo>
                <a:lnTo>
                  <a:pt x="603772" y="140939"/>
                </a:lnTo>
                <a:lnTo>
                  <a:pt x="576340" y="140939"/>
                </a:lnTo>
                <a:close/>
                <a:moveTo>
                  <a:pt x="456165" y="113507"/>
                </a:moveTo>
                <a:lnTo>
                  <a:pt x="483597" y="113507"/>
                </a:lnTo>
                <a:lnTo>
                  <a:pt x="483597" y="140939"/>
                </a:lnTo>
                <a:lnTo>
                  <a:pt x="456165" y="140939"/>
                </a:lnTo>
                <a:close/>
                <a:moveTo>
                  <a:pt x="340656" y="113507"/>
                </a:moveTo>
                <a:lnTo>
                  <a:pt x="368088" y="113507"/>
                </a:lnTo>
                <a:lnTo>
                  <a:pt x="368088" y="140939"/>
                </a:lnTo>
                <a:lnTo>
                  <a:pt x="340656" y="140939"/>
                </a:lnTo>
                <a:close/>
                <a:moveTo>
                  <a:pt x="226483" y="113507"/>
                </a:moveTo>
                <a:lnTo>
                  <a:pt x="253915" y="113507"/>
                </a:lnTo>
                <a:lnTo>
                  <a:pt x="253915" y="140939"/>
                </a:lnTo>
                <a:lnTo>
                  <a:pt x="226483" y="140939"/>
                </a:lnTo>
                <a:close/>
                <a:moveTo>
                  <a:pt x="114173" y="113507"/>
                </a:moveTo>
                <a:lnTo>
                  <a:pt x="141605" y="113507"/>
                </a:lnTo>
                <a:lnTo>
                  <a:pt x="141605" y="140939"/>
                </a:lnTo>
                <a:lnTo>
                  <a:pt x="114173" y="140939"/>
                </a:lnTo>
                <a:close/>
                <a:moveTo>
                  <a:pt x="0" y="113507"/>
                </a:moveTo>
                <a:lnTo>
                  <a:pt x="27432" y="113507"/>
                </a:lnTo>
                <a:lnTo>
                  <a:pt x="27432" y="140939"/>
                </a:lnTo>
                <a:lnTo>
                  <a:pt x="0" y="140939"/>
                </a:lnTo>
                <a:close/>
                <a:moveTo>
                  <a:pt x="1851331" y="0"/>
                </a:moveTo>
                <a:lnTo>
                  <a:pt x="1878763" y="0"/>
                </a:lnTo>
                <a:lnTo>
                  <a:pt x="1878763" y="27432"/>
                </a:lnTo>
                <a:lnTo>
                  <a:pt x="1851331" y="27432"/>
                </a:lnTo>
                <a:close/>
                <a:moveTo>
                  <a:pt x="1737031" y="0"/>
                </a:moveTo>
                <a:lnTo>
                  <a:pt x="1764463" y="0"/>
                </a:lnTo>
                <a:lnTo>
                  <a:pt x="1764463" y="27432"/>
                </a:lnTo>
                <a:lnTo>
                  <a:pt x="1737031" y="27432"/>
                </a:lnTo>
                <a:close/>
                <a:moveTo>
                  <a:pt x="1625112" y="0"/>
                </a:moveTo>
                <a:lnTo>
                  <a:pt x="1652544" y="0"/>
                </a:lnTo>
                <a:lnTo>
                  <a:pt x="1652544" y="27432"/>
                </a:lnTo>
                <a:lnTo>
                  <a:pt x="1625112" y="27432"/>
                </a:lnTo>
                <a:close/>
                <a:moveTo>
                  <a:pt x="1510812" y="0"/>
                </a:moveTo>
                <a:lnTo>
                  <a:pt x="1538244" y="0"/>
                </a:lnTo>
                <a:lnTo>
                  <a:pt x="1538244" y="27432"/>
                </a:lnTo>
                <a:lnTo>
                  <a:pt x="1510812" y="27432"/>
                </a:lnTo>
                <a:close/>
                <a:moveTo>
                  <a:pt x="1394702" y="0"/>
                </a:moveTo>
                <a:lnTo>
                  <a:pt x="1422134" y="0"/>
                </a:lnTo>
                <a:lnTo>
                  <a:pt x="1422134" y="27432"/>
                </a:lnTo>
                <a:lnTo>
                  <a:pt x="1394702" y="27432"/>
                </a:lnTo>
                <a:close/>
                <a:moveTo>
                  <a:pt x="1278592" y="0"/>
                </a:moveTo>
                <a:lnTo>
                  <a:pt x="1306024" y="0"/>
                </a:lnTo>
                <a:lnTo>
                  <a:pt x="1306024" y="27432"/>
                </a:lnTo>
                <a:lnTo>
                  <a:pt x="1278592" y="27432"/>
                </a:lnTo>
                <a:close/>
                <a:moveTo>
                  <a:pt x="1162482" y="0"/>
                </a:moveTo>
                <a:lnTo>
                  <a:pt x="1189914" y="0"/>
                </a:lnTo>
                <a:lnTo>
                  <a:pt x="1189914" y="27432"/>
                </a:lnTo>
                <a:lnTo>
                  <a:pt x="1162482" y="27432"/>
                </a:lnTo>
                <a:close/>
                <a:moveTo>
                  <a:pt x="1042307" y="0"/>
                </a:moveTo>
                <a:lnTo>
                  <a:pt x="1069739" y="0"/>
                </a:lnTo>
                <a:lnTo>
                  <a:pt x="1069739" y="27432"/>
                </a:lnTo>
                <a:lnTo>
                  <a:pt x="1042307" y="27432"/>
                </a:lnTo>
                <a:close/>
                <a:moveTo>
                  <a:pt x="926798" y="0"/>
                </a:moveTo>
                <a:lnTo>
                  <a:pt x="954230" y="0"/>
                </a:lnTo>
                <a:lnTo>
                  <a:pt x="954230" y="27432"/>
                </a:lnTo>
                <a:lnTo>
                  <a:pt x="926798" y="27432"/>
                </a:lnTo>
                <a:close/>
                <a:moveTo>
                  <a:pt x="812625" y="0"/>
                </a:moveTo>
                <a:lnTo>
                  <a:pt x="840057" y="0"/>
                </a:lnTo>
                <a:lnTo>
                  <a:pt x="840057" y="27432"/>
                </a:lnTo>
                <a:lnTo>
                  <a:pt x="812625" y="27432"/>
                </a:lnTo>
                <a:close/>
                <a:moveTo>
                  <a:pt x="692450" y="0"/>
                </a:moveTo>
                <a:lnTo>
                  <a:pt x="719882" y="0"/>
                </a:lnTo>
                <a:lnTo>
                  <a:pt x="719882" y="27432"/>
                </a:lnTo>
                <a:lnTo>
                  <a:pt x="692450" y="27432"/>
                </a:lnTo>
                <a:close/>
                <a:moveTo>
                  <a:pt x="576340" y="0"/>
                </a:moveTo>
                <a:lnTo>
                  <a:pt x="603772" y="0"/>
                </a:lnTo>
                <a:lnTo>
                  <a:pt x="603772" y="27432"/>
                </a:lnTo>
                <a:lnTo>
                  <a:pt x="576340" y="27432"/>
                </a:lnTo>
                <a:close/>
                <a:moveTo>
                  <a:pt x="456165" y="0"/>
                </a:moveTo>
                <a:lnTo>
                  <a:pt x="483597" y="0"/>
                </a:lnTo>
                <a:lnTo>
                  <a:pt x="483597" y="27432"/>
                </a:lnTo>
                <a:lnTo>
                  <a:pt x="456165" y="27432"/>
                </a:lnTo>
                <a:close/>
                <a:moveTo>
                  <a:pt x="340656" y="0"/>
                </a:moveTo>
                <a:lnTo>
                  <a:pt x="368088" y="0"/>
                </a:lnTo>
                <a:lnTo>
                  <a:pt x="368088" y="27432"/>
                </a:lnTo>
                <a:lnTo>
                  <a:pt x="340656" y="27432"/>
                </a:lnTo>
                <a:close/>
                <a:moveTo>
                  <a:pt x="226483" y="0"/>
                </a:moveTo>
                <a:lnTo>
                  <a:pt x="253915" y="0"/>
                </a:lnTo>
                <a:lnTo>
                  <a:pt x="253915" y="27432"/>
                </a:lnTo>
                <a:lnTo>
                  <a:pt x="226483" y="27432"/>
                </a:lnTo>
                <a:close/>
                <a:moveTo>
                  <a:pt x="114173" y="0"/>
                </a:moveTo>
                <a:lnTo>
                  <a:pt x="141605" y="0"/>
                </a:lnTo>
                <a:lnTo>
                  <a:pt x="141605" y="27432"/>
                </a:lnTo>
                <a:lnTo>
                  <a:pt x="114173" y="27432"/>
                </a:lnTo>
                <a:close/>
                <a:moveTo>
                  <a:pt x="0" y="0"/>
                </a:moveTo>
                <a:lnTo>
                  <a:pt x="27432" y="0"/>
                </a:lnTo>
                <a:lnTo>
                  <a:pt x="27432" y="27432"/>
                </a:lnTo>
                <a:lnTo>
                  <a:pt x="0" y="2743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22" name="Freeform: Shape 5">
            <a:extLst>
              <a:ext uri="{FF2B5EF4-FFF2-40B4-BE49-F238E27FC236}">
                <a16:creationId xmlns:a16="http://schemas.microsoft.com/office/drawing/2014/main" id="{2BD189B0-FC0B-8EEC-766A-B1126B1DD8A0}"/>
              </a:ext>
            </a:extLst>
          </p:cNvPr>
          <p:cNvSpPr/>
          <p:nvPr userDrawn="1"/>
        </p:nvSpPr>
        <p:spPr>
          <a:xfrm>
            <a:off x="10635672" y="7023516"/>
            <a:ext cx="2864093" cy="2577684"/>
          </a:xfrm>
          <a:custGeom>
            <a:avLst/>
            <a:gdLst>
              <a:gd name="connsiteX0" fmla="*/ 1851331 w 1878763"/>
              <a:gd name="connsiteY0" fmla="*/ 1692867 h 1720299"/>
              <a:gd name="connsiteX1" fmla="*/ 1878763 w 1878763"/>
              <a:gd name="connsiteY1" fmla="*/ 1692867 h 1720299"/>
              <a:gd name="connsiteX2" fmla="*/ 1878763 w 1878763"/>
              <a:gd name="connsiteY2" fmla="*/ 1720299 h 1720299"/>
              <a:gd name="connsiteX3" fmla="*/ 1851331 w 1878763"/>
              <a:gd name="connsiteY3" fmla="*/ 1720299 h 1720299"/>
              <a:gd name="connsiteX4" fmla="*/ 1737031 w 1878763"/>
              <a:gd name="connsiteY4" fmla="*/ 1692867 h 1720299"/>
              <a:gd name="connsiteX5" fmla="*/ 1764463 w 1878763"/>
              <a:gd name="connsiteY5" fmla="*/ 1692867 h 1720299"/>
              <a:gd name="connsiteX6" fmla="*/ 1764463 w 1878763"/>
              <a:gd name="connsiteY6" fmla="*/ 1720299 h 1720299"/>
              <a:gd name="connsiteX7" fmla="*/ 1737031 w 1878763"/>
              <a:gd name="connsiteY7" fmla="*/ 1720299 h 1720299"/>
              <a:gd name="connsiteX8" fmla="*/ 1625112 w 1878763"/>
              <a:gd name="connsiteY8" fmla="*/ 1692867 h 1720299"/>
              <a:gd name="connsiteX9" fmla="*/ 1652544 w 1878763"/>
              <a:gd name="connsiteY9" fmla="*/ 1692867 h 1720299"/>
              <a:gd name="connsiteX10" fmla="*/ 1652544 w 1878763"/>
              <a:gd name="connsiteY10" fmla="*/ 1720299 h 1720299"/>
              <a:gd name="connsiteX11" fmla="*/ 1625112 w 1878763"/>
              <a:gd name="connsiteY11" fmla="*/ 1720299 h 1720299"/>
              <a:gd name="connsiteX12" fmla="*/ 1510812 w 1878763"/>
              <a:gd name="connsiteY12" fmla="*/ 1692867 h 1720299"/>
              <a:gd name="connsiteX13" fmla="*/ 1538244 w 1878763"/>
              <a:gd name="connsiteY13" fmla="*/ 1692867 h 1720299"/>
              <a:gd name="connsiteX14" fmla="*/ 1538244 w 1878763"/>
              <a:gd name="connsiteY14" fmla="*/ 1720299 h 1720299"/>
              <a:gd name="connsiteX15" fmla="*/ 1510812 w 1878763"/>
              <a:gd name="connsiteY15" fmla="*/ 1720299 h 1720299"/>
              <a:gd name="connsiteX16" fmla="*/ 1394702 w 1878763"/>
              <a:gd name="connsiteY16" fmla="*/ 1692867 h 1720299"/>
              <a:gd name="connsiteX17" fmla="*/ 1422134 w 1878763"/>
              <a:gd name="connsiteY17" fmla="*/ 1692867 h 1720299"/>
              <a:gd name="connsiteX18" fmla="*/ 1422134 w 1878763"/>
              <a:gd name="connsiteY18" fmla="*/ 1720299 h 1720299"/>
              <a:gd name="connsiteX19" fmla="*/ 1394702 w 1878763"/>
              <a:gd name="connsiteY19" fmla="*/ 1720299 h 1720299"/>
              <a:gd name="connsiteX20" fmla="*/ 1278592 w 1878763"/>
              <a:gd name="connsiteY20" fmla="*/ 1692867 h 1720299"/>
              <a:gd name="connsiteX21" fmla="*/ 1306024 w 1878763"/>
              <a:gd name="connsiteY21" fmla="*/ 1692867 h 1720299"/>
              <a:gd name="connsiteX22" fmla="*/ 1306024 w 1878763"/>
              <a:gd name="connsiteY22" fmla="*/ 1720299 h 1720299"/>
              <a:gd name="connsiteX23" fmla="*/ 1278592 w 1878763"/>
              <a:gd name="connsiteY23" fmla="*/ 1720299 h 1720299"/>
              <a:gd name="connsiteX24" fmla="*/ 1162482 w 1878763"/>
              <a:gd name="connsiteY24" fmla="*/ 1692867 h 1720299"/>
              <a:gd name="connsiteX25" fmla="*/ 1189914 w 1878763"/>
              <a:gd name="connsiteY25" fmla="*/ 1692867 h 1720299"/>
              <a:gd name="connsiteX26" fmla="*/ 1189914 w 1878763"/>
              <a:gd name="connsiteY26" fmla="*/ 1720299 h 1720299"/>
              <a:gd name="connsiteX27" fmla="*/ 1162482 w 1878763"/>
              <a:gd name="connsiteY27" fmla="*/ 1720299 h 1720299"/>
              <a:gd name="connsiteX28" fmla="*/ 1042307 w 1878763"/>
              <a:gd name="connsiteY28" fmla="*/ 1692867 h 1720299"/>
              <a:gd name="connsiteX29" fmla="*/ 1069739 w 1878763"/>
              <a:gd name="connsiteY29" fmla="*/ 1692867 h 1720299"/>
              <a:gd name="connsiteX30" fmla="*/ 1069739 w 1878763"/>
              <a:gd name="connsiteY30" fmla="*/ 1720299 h 1720299"/>
              <a:gd name="connsiteX31" fmla="*/ 1042307 w 1878763"/>
              <a:gd name="connsiteY31" fmla="*/ 1720299 h 1720299"/>
              <a:gd name="connsiteX32" fmla="*/ 926798 w 1878763"/>
              <a:gd name="connsiteY32" fmla="*/ 1692867 h 1720299"/>
              <a:gd name="connsiteX33" fmla="*/ 954230 w 1878763"/>
              <a:gd name="connsiteY33" fmla="*/ 1692867 h 1720299"/>
              <a:gd name="connsiteX34" fmla="*/ 954230 w 1878763"/>
              <a:gd name="connsiteY34" fmla="*/ 1720299 h 1720299"/>
              <a:gd name="connsiteX35" fmla="*/ 926798 w 1878763"/>
              <a:gd name="connsiteY35" fmla="*/ 1720299 h 1720299"/>
              <a:gd name="connsiteX36" fmla="*/ 812625 w 1878763"/>
              <a:gd name="connsiteY36" fmla="*/ 1692867 h 1720299"/>
              <a:gd name="connsiteX37" fmla="*/ 840057 w 1878763"/>
              <a:gd name="connsiteY37" fmla="*/ 1692867 h 1720299"/>
              <a:gd name="connsiteX38" fmla="*/ 840057 w 1878763"/>
              <a:gd name="connsiteY38" fmla="*/ 1720299 h 1720299"/>
              <a:gd name="connsiteX39" fmla="*/ 812625 w 1878763"/>
              <a:gd name="connsiteY39" fmla="*/ 1720299 h 1720299"/>
              <a:gd name="connsiteX40" fmla="*/ 692450 w 1878763"/>
              <a:gd name="connsiteY40" fmla="*/ 1692867 h 1720299"/>
              <a:gd name="connsiteX41" fmla="*/ 719882 w 1878763"/>
              <a:gd name="connsiteY41" fmla="*/ 1692867 h 1720299"/>
              <a:gd name="connsiteX42" fmla="*/ 719882 w 1878763"/>
              <a:gd name="connsiteY42" fmla="*/ 1720299 h 1720299"/>
              <a:gd name="connsiteX43" fmla="*/ 692450 w 1878763"/>
              <a:gd name="connsiteY43" fmla="*/ 1720299 h 1720299"/>
              <a:gd name="connsiteX44" fmla="*/ 576340 w 1878763"/>
              <a:gd name="connsiteY44" fmla="*/ 1692867 h 1720299"/>
              <a:gd name="connsiteX45" fmla="*/ 603772 w 1878763"/>
              <a:gd name="connsiteY45" fmla="*/ 1692867 h 1720299"/>
              <a:gd name="connsiteX46" fmla="*/ 603772 w 1878763"/>
              <a:gd name="connsiteY46" fmla="*/ 1720299 h 1720299"/>
              <a:gd name="connsiteX47" fmla="*/ 576340 w 1878763"/>
              <a:gd name="connsiteY47" fmla="*/ 1720299 h 1720299"/>
              <a:gd name="connsiteX48" fmla="*/ 456165 w 1878763"/>
              <a:gd name="connsiteY48" fmla="*/ 1692867 h 1720299"/>
              <a:gd name="connsiteX49" fmla="*/ 483597 w 1878763"/>
              <a:gd name="connsiteY49" fmla="*/ 1692867 h 1720299"/>
              <a:gd name="connsiteX50" fmla="*/ 483597 w 1878763"/>
              <a:gd name="connsiteY50" fmla="*/ 1720299 h 1720299"/>
              <a:gd name="connsiteX51" fmla="*/ 456165 w 1878763"/>
              <a:gd name="connsiteY51" fmla="*/ 1720299 h 1720299"/>
              <a:gd name="connsiteX52" fmla="*/ 340656 w 1878763"/>
              <a:gd name="connsiteY52" fmla="*/ 1692867 h 1720299"/>
              <a:gd name="connsiteX53" fmla="*/ 368088 w 1878763"/>
              <a:gd name="connsiteY53" fmla="*/ 1692867 h 1720299"/>
              <a:gd name="connsiteX54" fmla="*/ 368088 w 1878763"/>
              <a:gd name="connsiteY54" fmla="*/ 1720299 h 1720299"/>
              <a:gd name="connsiteX55" fmla="*/ 340656 w 1878763"/>
              <a:gd name="connsiteY55" fmla="*/ 1720299 h 1720299"/>
              <a:gd name="connsiteX56" fmla="*/ 226483 w 1878763"/>
              <a:gd name="connsiteY56" fmla="*/ 1692867 h 1720299"/>
              <a:gd name="connsiteX57" fmla="*/ 253915 w 1878763"/>
              <a:gd name="connsiteY57" fmla="*/ 1692867 h 1720299"/>
              <a:gd name="connsiteX58" fmla="*/ 253915 w 1878763"/>
              <a:gd name="connsiteY58" fmla="*/ 1720299 h 1720299"/>
              <a:gd name="connsiteX59" fmla="*/ 226483 w 1878763"/>
              <a:gd name="connsiteY59" fmla="*/ 1720299 h 1720299"/>
              <a:gd name="connsiteX60" fmla="*/ 114173 w 1878763"/>
              <a:gd name="connsiteY60" fmla="*/ 1692867 h 1720299"/>
              <a:gd name="connsiteX61" fmla="*/ 141605 w 1878763"/>
              <a:gd name="connsiteY61" fmla="*/ 1692867 h 1720299"/>
              <a:gd name="connsiteX62" fmla="*/ 141605 w 1878763"/>
              <a:gd name="connsiteY62" fmla="*/ 1720299 h 1720299"/>
              <a:gd name="connsiteX63" fmla="*/ 114173 w 1878763"/>
              <a:gd name="connsiteY63" fmla="*/ 1720299 h 1720299"/>
              <a:gd name="connsiteX64" fmla="*/ 0 w 1878763"/>
              <a:gd name="connsiteY64" fmla="*/ 1692867 h 1720299"/>
              <a:gd name="connsiteX65" fmla="*/ 27432 w 1878763"/>
              <a:gd name="connsiteY65" fmla="*/ 1692867 h 1720299"/>
              <a:gd name="connsiteX66" fmla="*/ 27432 w 1878763"/>
              <a:gd name="connsiteY66" fmla="*/ 1720299 h 1720299"/>
              <a:gd name="connsiteX67" fmla="*/ 0 w 1878763"/>
              <a:gd name="connsiteY67" fmla="*/ 1720299 h 1720299"/>
              <a:gd name="connsiteX68" fmla="*/ 1851331 w 1878763"/>
              <a:gd name="connsiteY68" fmla="*/ 1579360 h 1720299"/>
              <a:gd name="connsiteX69" fmla="*/ 1878763 w 1878763"/>
              <a:gd name="connsiteY69" fmla="*/ 1579360 h 1720299"/>
              <a:gd name="connsiteX70" fmla="*/ 1878763 w 1878763"/>
              <a:gd name="connsiteY70" fmla="*/ 1606792 h 1720299"/>
              <a:gd name="connsiteX71" fmla="*/ 1851331 w 1878763"/>
              <a:gd name="connsiteY71" fmla="*/ 1606792 h 1720299"/>
              <a:gd name="connsiteX72" fmla="*/ 1737031 w 1878763"/>
              <a:gd name="connsiteY72" fmla="*/ 1579360 h 1720299"/>
              <a:gd name="connsiteX73" fmla="*/ 1764463 w 1878763"/>
              <a:gd name="connsiteY73" fmla="*/ 1579360 h 1720299"/>
              <a:gd name="connsiteX74" fmla="*/ 1764463 w 1878763"/>
              <a:gd name="connsiteY74" fmla="*/ 1606792 h 1720299"/>
              <a:gd name="connsiteX75" fmla="*/ 1737031 w 1878763"/>
              <a:gd name="connsiteY75" fmla="*/ 1606792 h 1720299"/>
              <a:gd name="connsiteX76" fmla="*/ 1625112 w 1878763"/>
              <a:gd name="connsiteY76" fmla="*/ 1579360 h 1720299"/>
              <a:gd name="connsiteX77" fmla="*/ 1652544 w 1878763"/>
              <a:gd name="connsiteY77" fmla="*/ 1579360 h 1720299"/>
              <a:gd name="connsiteX78" fmla="*/ 1652544 w 1878763"/>
              <a:gd name="connsiteY78" fmla="*/ 1606792 h 1720299"/>
              <a:gd name="connsiteX79" fmla="*/ 1625112 w 1878763"/>
              <a:gd name="connsiteY79" fmla="*/ 1606792 h 1720299"/>
              <a:gd name="connsiteX80" fmla="*/ 1510812 w 1878763"/>
              <a:gd name="connsiteY80" fmla="*/ 1579360 h 1720299"/>
              <a:gd name="connsiteX81" fmla="*/ 1538244 w 1878763"/>
              <a:gd name="connsiteY81" fmla="*/ 1579360 h 1720299"/>
              <a:gd name="connsiteX82" fmla="*/ 1538244 w 1878763"/>
              <a:gd name="connsiteY82" fmla="*/ 1606792 h 1720299"/>
              <a:gd name="connsiteX83" fmla="*/ 1510812 w 1878763"/>
              <a:gd name="connsiteY83" fmla="*/ 1606792 h 1720299"/>
              <a:gd name="connsiteX84" fmla="*/ 1394702 w 1878763"/>
              <a:gd name="connsiteY84" fmla="*/ 1579360 h 1720299"/>
              <a:gd name="connsiteX85" fmla="*/ 1422134 w 1878763"/>
              <a:gd name="connsiteY85" fmla="*/ 1579360 h 1720299"/>
              <a:gd name="connsiteX86" fmla="*/ 1422134 w 1878763"/>
              <a:gd name="connsiteY86" fmla="*/ 1606792 h 1720299"/>
              <a:gd name="connsiteX87" fmla="*/ 1394702 w 1878763"/>
              <a:gd name="connsiteY87" fmla="*/ 1606792 h 1720299"/>
              <a:gd name="connsiteX88" fmla="*/ 1278592 w 1878763"/>
              <a:gd name="connsiteY88" fmla="*/ 1579360 h 1720299"/>
              <a:gd name="connsiteX89" fmla="*/ 1306024 w 1878763"/>
              <a:gd name="connsiteY89" fmla="*/ 1579360 h 1720299"/>
              <a:gd name="connsiteX90" fmla="*/ 1306024 w 1878763"/>
              <a:gd name="connsiteY90" fmla="*/ 1606792 h 1720299"/>
              <a:gd name="connsiteX91" fmla="*/ 1278592 w 1878763"/>
              <a:gd name="connsiteY91" fmla="*/ 1606792 h 1720299"/>
              <a:gd name="connsiteX92" fmla="*/ 1162482 w 1878763"/>
              <a:gd name="connsiteY92" fmla="*/ 1579360 h 1720299"/>
              <a:gd name="connsiteX93" fmla="*/ 1189914 w 1878763"/>
              <a:gd name="connsiteY93" fmla="*/ 1579360 h 1720299"/>
              <a:gd name="connsiteX94" fmla="*/ 1189914 w 1878763"/>
              <a:gd name="connsiteY94" fmla="*/ 1606792 h 1720299"/>
              <a:gd name="connsiteX95" fmla="*/ 1162482 w 1878763"/>
              <a:gd name="connsiteY95" fmla="*/ 1606792 h 1720299"/>
              <a:gd name="connsiteX96" fmla="*/ 1042307 w 1878763"/>
              <a:gd name="connsiteY96" fmla="*/ 1579360 h 1720299"/>
              <a:gd name="connsiteX97" fmla="*/ 1069739 w 1878763"/>
              <a:gd name="connsiteY97" fmla="*/ 1579360 h 1720299"/>
              <a:gd name="connsiteX98" fmla="*/ 1069739 w 1878763"/>
              <a:gd name="connsiteY98" fmla="*/ 1606792 h 1720299"/>
              <a:gd name="connsiteX99" fmla="*/ 1042307 w 1878763"/>
              <a:gd name="connsiteY99" fmla="*/ 1606792 h 1720299"/>
              <a:gd name="connsiteX100" fmla="*/ 926798 w 1878763"/>
              <a:gd name="connsiteY100" fmla="*/ 1579360 h 1720299"/>
              <a:gd name="connsiteX101" fmla="*/ 954230 w 1878763"/>
              <a:gd name="connsiteY101" fmla="*/ 1579360 h 1720299"/>
              <a:gd name="connsiteX102" fmla="*/ 954230 w 1878763"/>
              <a:gd name="connsiteY102" fmla="*/ 1606792 h 1720299"/>
              <a:gd name="connsiteX103" fmla="*/ 926798 w 1878763"/>
              <a:gd name="connsiteY103" fmla="*/ 1606792 h 1720299"/>
              <a:gd name="connsiteX104" fmla="*/ 812625 w 1878763"/>
              <a:gd name="connsiteY104" fmla="*/ 1579360 h 1720299"/>
              <a:gd name="connsiteX105" fmla="*/ 840057 w 1878763"/>
              <a:gd name="connsiteY105" fmla="*/ 1579360 h 1720299"/>
              <a:gd name="connsiteX106" fmla="*/ 840057 w 1878763"/>
              <a:gd name="connsiteY106" fmla="*/ 1606792 h 1720299"/>
              <a:gd name="connsiteX107" fmla="*/ 812625 w 1878763"/>
              <a:gd name="connsiteY107" fmla="*/ 1606792 h 1720299"/>
              <a:gd name="connsiteX108" fmla="*/ 692450 w 1878763"/>
              <a:gd name="connsiteY108" fmla="*/ 1579360 h 1720299"/>
              <a:gd name="connsiteX109" fmla="*/ 719882 w 1878763"/>
              <a:gd name="connsiteY109" fmla="*/ 1579360 h 1720299"/>
              <a:gd name="connsiteX110" fmla="*/ 719882 w 1878763"/>
              <a:gd name="connsiteY110" fmla="*/ 1606792 h 1720299"/>
              <a:gd name="connsiteX111" fmla="*/ 692450 w 1878763"/>
              <a:gd name="connsiteY111" fmla="*/ 1606792 h 1720299"/>
              <a:gd name="connsiteX112" fmla="*/ 576340 w 1878763"/>
              <a:gd name="connsiteY112" fmla="*/ 1579360 h 1720299"/>
              <a:gd name="connsiteX113" fmla="*/ 603772 w 1878763"/>
              <a:gd name="connsiteY113" fmla="*/ 1579360 h 1720299"/>
              <a:gd name="connsiteX114" fmla="*/ 603772 w 1878763"/>
              <a:gd name="connsiteY114" fmla="*/ 1606792 h 1720299"/>
              <a:gd name="connsiteX115" fmla="*/ 576340 w 1878763"/>
              <a:gd name="connsiteY115" fmla="*/ 1606792 h 1720299"/>
              <a:gd name="connsiteX116" fmla="*/ 456165 w 1878763"/>
              <a:gd name="connsiteY116" fmla="*/ 1579360 h 1720299"/>
              <a:gd name="connsiteX117" fmla="*/ 483597 w 1878763"/>
              <a:gd name="connsiteY117" fmla="*/ 1579360 h 1720299"/>
              <a:gd name="connsiteX118" fmla="*/ 483597 w 1878763"/>
              <a:gd name="connsiteY118" fmla="*/ 1606792 h 1720299"/>
              <a:gd name="connsiteX119" fmla="*/ 456165 w 1878763"/>
              <a:gd name="connsiteY119" fmla="*/ 1606792 h 1720299"/>
              <a:gd name="connsiteX120" fmla="*/ 340656 w 1878763"/>
              <a:gd name="connsiteY120" fmla="*/ 1579360 h 1720299"/>
              <a:gd name="connsiteX121" fmla="*/ 368088 w 1878763"/>
              <a:gd name="connsiteY121" fmla="*/ 1579360 h 1720299"/>
              <a:gd name="connsiteX122" fmla="*/ 368088 w 1878763"/>
              <a:gd name="connsiteY122" fmla="*/ 1606792 h 1720299"/>
              <a:gd name="connsiteX123" fmla="*/ 340656 w 1878763"/>
              <a:gd name="connsiteY123" fmla="*/ 1606792 h 1720299"/>
              <a:gd name="connsiteX124" fmla="*/ 226483 w 1878763"/>
              <a:gd name="connsiteY124" fmla="*/ 1579360 h 1720299"/>
              <a:gd name="connsiteX125" fmla="*/ 253915 w 1878763"/>
              <a:gd name="connsiteY125" fmla="*/ 1579360 h 1720299"/>
              <a:gd name="connsiteX126" fmla="*/ 253915 w 1878763"/>
              <a:gd name="connsiteY126" fmla="*/ 1606792 h 1720299"/>
              <a:gd name="connsiteX127" fmla="*/ 226483 w 1878763"/>
              <a:gd name="connsiteY127" fmla="*/ 1606792 h 1720299"/>
              <a:gd name="connsiteX128" fmla="*/ 114173 w 1878763"/>
              <a:gd name="connsiteY128" fmla="*/ 1579360 h 1720299"/>
              <a:gd name="connsiteX129" fmla="*/ 141605 w 1878763"/>
              <a:gd name="connsiteY129" fmla="*/ 1579360 h 1720299"/>
              <a:gd name="connsiteX130" fmla="*/ 141605 w 1878763"/>
              <a:gd name="connsiteY130" fmla="*/ 1606792 h 1720299"/>
              <a:gd name="connsiteX131" fmla="*/ 114173 w 1878763"/>
              <a:gd name="connsiteY131" fmla="*/ 1606792 h 1720299"/>
              <a:gd name="connsiteX132" fmla="*/ 0 w 1878763"/>
              <a:gd name="connsiteY132" fmla="*/ 1579360 h 1720299"/>
              <a:gd name="connsiteX133" fmla="*/ 27432 w 1878763"/>
              <a:gd name="connsiteY133" fmla="*/ 1579360 h 1720299"/>
              <a:gd name="connsiteX134" fmla="*/ 27432 w 1878763"/>
              <a:gd name="connsiteY134" fmla="*/ 1606792 h 1720299"/>
              <a:gd name="connsiteX135" fmla="*/ 0 w 1878763"/>
              <a:gd name="connsiteY135" fmla="*/ 1606792 h 1720299"/>
              <a:gd name="connsiteX136" fmla="*/ 1851331 w 1878763"/>
              <a:gd name="connsiteY136" fmla="*/ 1469030 h 1720299"/>
              <a:gd name="connsiteX137" fmla="*/ 1878763 w 1878763"/>
              <a:gd name="connsiteY137" fmla="*/ 1469030 h 1720299"/>
              <a:gd name="connsiteX138" fmla="*/ 1878763 w 1878763"/>
              <a:gd name="connsiteY138" fmla="*/ 1496462 h 1720299"/>
              <a:gd name="connsiteX139" fmla="*/ 1851331 w 1878763"/>
              <a:gd name="connsiteY139" fmla="*/ 1496462 h 1720299"/>
              <a:gd name="connsiteX140" fmla="*/ 1737031 w 1878763"/>
              <a:gd name="connsiteY140" fmla="*/ 1469030 h 1720299"/>
              <a:gd name="connsiteX141" fmla="*/ 1764463 w 1878763"/>
              <a:gd name="connsiteY141" fmla="*/ 1469030 h 1720299"/>
              <a:gd name="connsiteX142" fmla="*/ 1764463 w 1878763"/>
              <a:gd name="connsiteY142" fmla="*/ 1496462 h 1720299"/>
              <a:gd name="connsiteX143" fmla="*/ 1737031 w 1878763"/>
              <a:gd name="connsiteY143" fmla="*/ 1496462 h 1720299"/>
              <a:gd name="connsiteX144" fmla="*/ 1625112 w 1878763"/>
              <a:gd name="connsiteY144" fmla="*/ 1469030 h 1720299"/>
              <a:gd name="connsiteX145" fmla="*/ 1652544 w 1878763"/>
              <a:gd name="connsiteY145" fmla="*/ 1469030 h 1720299"/>
              <a:gd name="connsiteX146" fmla="*/ 1652544 w 1878763"/>
              <a:gd name="connsiteY146" fmla="*/ 1496462 h 1720299"/>
              <a:gd name="connsiteX147" fmla="*/ 1625112 w 1878763"/>
              <a:gd name="connsiteY147" fmla="*/ 1496462 h 1720299"/>
              <a:gd name="connsiteX148" fmla="*/ 1510812 w 1878763"/>
              <a:gd name="connsiteY148" fmla="*/ 1469030 h 1720299"/>
              <a:gd name="connsiteX149" fmla="*/ 1538244 w 1878763"/>
              <a:gd name="connsiteY149" fmla="*/ 1469030 h 1720299"/>
              <a:gd name="connsiteX150" fmla="*/ 1538244 w 1878763"/>
              <a:gd name="connsiteY150" fmla="*/ 1496462 h 1720299"/>
              <a:gd name="connsiteX151" fmla="*/ 1510812 w 1878763"/>
              <a:gd name="connsiteY151" fmla="*/ 1496462 h 1720299"/>
              <a:gd name="connsiteX152" fmla="*/ 1394702 w 1878763"/>
              <a:gd name="connsiteY152" fmla="*/ 1469030 h 1720299"/>
              <a:gd name="connsiteX153" fmla="*/ 1422134 w 1878763"/>
              <a:gd name="connsiteY153" fmla="*/ 1469030 h 1720299"/>
              <a:gd name="connsiteX154" fmla="*/ 1422134 w 1878763"/>
              <a:gd name="connsiteY154" fmla="*/ 1496462 h 1720299"/>
              <a:gd name="connsiteX155" fmla="*/ 1394702 w 1878763"/>
              <a:gd name="connsiteY155" fmla="*/ 1496462 h 1720299"/>
              <a:gd name="connsiteX156" fmla="*/ 1278592 w 1878763"/>
              <a:gd name="connsiteY156" fmla="*/ 1469030 h 1720299"/>
              <a:gd name="connsiteX157" fmla="*/ 1306024 w 1878763"/>
              <a:gd name="connsiteY157" fmla="*/ 1469030 h 1720299"/>
              <a:gd name="connsiteX158" fmla="*/ 1306024 w 1878763"/>
              <a:gd name="connsiteY158" fmla="*/ 1496462 h 1720299"/>
              <a:gd name="connsiteX159" fmla="*/ 1278592 w 1878763"/>
              <a:gd name="connsiteY159" fmla="*/ 1496462 h 1720299"/>
              <a:gd name="connsiteX160" fmla="*/ 1162482 w 1878763"/>
              <a:gd name="connsiteY160" fmla="*/ 1469030 h 1720299"/>
              <a:gd name="connsiteX161" fmla="*/ 1189914 w 1878763"/>
              <a:gd name="connsiteY161" fmla="*/ 1469030 h 1720299"/>
              <a:gd name="connsiteX162" fmla="*/ 1189914 w 1878763"/>
              <a:gd name="connsiteY162" fmla="*/ 1496462 h 1720299"/>
              <a:gd name="connsiteX163" fmla="*/ 1162482 w 1878763"/>
              <a:gd name="connsiteY163" fmla="*/ 1496462 h 1720299"/>
              <a:gd name="connsiteX164" fmla="*/ 1042307 w 1878763"/>
              <a:gd name="connsiteY164" fmla="*/ 1469030 h 1720299"/>
              <a:gd name="connsiteX165" fmla="*/ 1069739 w 1878763"/>
              <a:gd name="connsiteY165" fmla="*/ 1469030 h 1720299"/>
              <a:gd name="connsiteX166" fmla="*/ 1069739 w 1878763"/>
              <a:gd name="connsiteY166" fmla="*/ 1496462 h 1720299"/>
              <a:gd name="connsiteX167" fmla="*/ 1042307 w 1878763"/>
              <a:gd name="connsiteY167" fmla="*/ 1496462 h 1720299"/>
              <a:gd name="connsiteX168" fmla="*/ 926798 w 1878763"/>
              <a:gd name="connsiteY168" fmla="*/ 1469030 h 1720299"/>
              <a:gd name="connsiteX169" fmla="*/ 954230 w 1878763"/>
              <a:gd name="connsiteY169" fmla="*/ 1469030 h 1720299"/>
              <a:gd name="connsiteX170" fmla="*/ 954230 w 1878763"/>
              <a:gd name="connsiteY170" fmla="*/ 1496462 h 1720299"/>
              <a:gd name="connsiteX171" fmla="*/ 926798 w 1878763"/>
              <a:gd name="connsiteY171" fmla="*/ 1496462 h 1720299"/>
              <a:gd name="connsiteX172" fmla="*/ 812625 w 1878763"/>
              <a:gd name="connsiteY172" fmla="*/ 1469030 h 1720299"/>
              <a:gd name="connsiteX173" fmla="*/ 840057 w 1878763"/>
              <a:gd name="connsiteY173" fmla="*/ 1469030 h 1720299"/>
              <a:gd name="connsiteX174" fmla="*/ 840057 w 1878763"/>
              <a:gd name="connsiteY174" fmla="*/ 1496462 h 1720299"/>
              <a:gd name="connsiteX175" fmla="*/ 812625 w 1878763"/>
              <a:gd name="connsiteY175" fmla="*/ 1496462 h 1720299"/>
              <a:gd name="connsiteX176" fmla="*/ 692450 w 1878763"/>
              <a:gd name="connsiteY176" fmla="*/ 1469030 h 1720299"/>
              <a:gd name="connsiteX177" fmla="*/ 719882 w 1878763"/>
              <a:gd name="connsiteY177" fmla="*/ 1469030 h 1720299"/>
              <a:gd name="connsiteX178" fmla="*/ 719882 w 1878763"/>
              <a:gd name="connsiteY178" fmla="*/ 1496462 h 1720299"/>
              <a:gd name="connsiteX179" fmla="*/ 692450 w 1878763"/>
              <a:gd name="connsiteY179" fmla="*/ 1496462 h 1720299"/>
              <a:gd name="connsiteX180" fmla="*/ 576340 w 1878763"/>
              <a:gd name="connsiteY180" fmla="*/ 1469030 h 1720299"/>
              <a:gd name="connsiteX181" fmla="*/ 603772 w 1878763"/>
              <a:gd name="connsiteY181" fmla="*/ 1469030 h 1720299"/>
              <a:gd name="connsiteX182" fmla="*/ 603772 w 1878763"/>
              <a:gd name="connsiteY182" fmla="*/ 1496462 h 1720299"/>
              <a:gd name="connsiteX183" fmla="*/ 576340 w 1878763"/>
              <a:gd name="connsiteY183" fmla="*/ 1496462 h 1720299"/>
              <a:gd name="connsiteX184" fmla="*/ 456165 w 1878763"/>
              <a:gd name="connsiteY184" fmla="*/ 1469030 h 1720299"/>
              <a:gd name="connsiteX185" fmla="*/ 483597 w 1878763"/>
              <a:gd name="connsiteY185" fmla="*/ 1469030 h 1720299"/>
              <a:gd name="connsiteX186" fmla="*/ 483597 w 1878763"/>
              <a:gd name="connsiteY186" fmla="*/ 1496462 h 1720299"/>
              <a:gd name="connsiteX187" fmla="*/ 456165 w 1878763"/>
              <a:gd name="connsiteY187" fmla="*/ 1496462 h 1720299"/>
              <a:gd name="connsiteX188" fmla="*/ 340656 w 1878763"/>
              <a:gd name="connsiteY188" fmla="*/ 1469030 h 1720299"/>
              <a:gd name="connsiteX189" fmla="*/ 368088 w 1878763"/>
              <a:gd name="connsiteY189" fmla="*/ 1469030 h 1720299"/>
              <a:gd name="connsiteX190" fmla="*/ 368088 w 1878763"/>
              <a:gd name="connsiteY190" fmla="*/ 1496462 h 1720299"/>
              <a:gd name="connsiteX191" fmla="*/ 340656 w 1878763"/>
              <a:gd name="connsiteY191" fmla="*/ 1496462 h 1720299"/>
              <a:gd name="connsiteX192" fmla="*/ 226483 w 1878763"/>
              <a:gd name="connsiteY192" fmla="*/ 1469030 h 1720299"/>
              <a:gd name="connsiteX193" fmla="*/ 253915 w 1878763"/>
              <a:gd name="connsiteY193" fmla="*/ 1469030 h 1720299"/>
              <a:gd name="connsiteX194" fmla="*/ 253915 w 1878763"/>
              <a:gd name="connsiteY194" fmla="*/ 1496462 h 1720299"/>
              <a:gd name="connsiteX195" fmla="*/ 226483 w 1878763"/>
              <a:gd name="connsiteY195" fmla="*/ 1496462 h 1720299"/>
              <a:gd name="connsiteX196" fmla="*/ 114173 w 1878763"/>
              <a:gd name="connsiteY196" fmla="*/ 1469030 h 1720299"/>
              <a:gd name="connsiteX197" fmla="*/ 141605 w 1878763"/>
              <a:gd name="connsiteY197" fmla="*/ 1469030 h 1720299"/>
              <a:gd name="connsiteX198" fmla="*/ 141605 w 1878763"/>
              <a:gd name="connsiteY198" fmla="*/ 1496462 h 1720299"/>
              <a:gd name="connsiteX199" fmla="*/ 114173 w 1878763"/>
              <a:gd name="connsiteY199" fmla="*/ 1496462 h 1720299"/>
              <a:gd name="connsiteX200" fmla="*/ 0 w 1878763"/>
              <a:gd name="connsiteY200" fmla="*/ 1469030 h 1720299"/>
              <a:gd name="connsiteX201" fmla="*/ 27432 w 1878763"/>
              <a:gd name="connsiteY201" fmla="*/ 1469030 h 1720299"/>
              <a:gd name="connsiteX202" fmla="*/ 27432 w 1878763"/>
              <a:gd name="connsiteY202" fmla="*/ 1496462 h 1720299"/>
              <a:gd name="connsiteX203" fmla="*/ 0 w 1878763"/>
              <a:gd name="connsiteY203" fmla="*/ 1496462 h 1720299"/>
              <a:gd name="connsiteX204" fmla="*/ 1851331 w 1878763"/>
              <a:gd name="connsiteY204" fmla="*/ 1355523 h 1720299"/>
              <a:gd name="connsiteX205" fmla="*/ 1878763 w 1878763"/>
              <a:gd name="connsiteY205" fmla="*/ 1355523 h 1720299"/>
              <a:gd name="connsiteX206" fmla="*/ 1878763 w 1878763"/>
              <a:gd name="connsiteY206" fmla="*/ 1382955 h 1720299"/>
              <a:gd name="connsiteX207" fmla="*/ 1851331 w 1878763"/>
              <a:gd name="connsiteY207" fmla="*/ 1382955 h 1720299"/>
              <a:gd name="connsiteX208" fmla="*/ 1737031 w 1878763"/>
              <a:gd name="connsiteY208" fmla="*/ 1355523 h 1720299"/>
              <a:gd name="connsiteX209" fmla="*/ 1764463 w 1878763"/>
              <a:gd name="connsiteY209" fmla="*/ 1355523 h 1720299"/>
              <a:gd name="connsiteX210" fmla="*/ 1764463 w 1878763"/>
              <a:gd name="connsiteY210" fmla="*/ 1382955 h 1720299"/>
              <a:gd name="connsiteX211" fmla="*/ 1737031 w 1878763"/>
              <a:gd name="connsiteY211" fmla="*/ 1382955 h 1720299"/>
              <a:gd name="connsiteX212" fmla="*/ 1625112 w 1878763"/>
              <a:gd name="connsiteY212" fmla="*/ 1355523 h 1720299"/>
              <a:gd name="connsiteX213" fmla="*/ 1652544 w 1878763"/>
              <a:gd name="connsiteY213" fmla="*/ 1355523 h 1720299"/>
              <a:gd name="connsiteX214" fmla="*/ 1652544 w 1878763"/>
              <a:gd name="connsiteY214" fmla="*/ 1382955 h 1720299"/>
              <a:gd name="connsiteX215" fmla="*/ 1625112 w 1878763"/>
              <a:gd name="connsiteY215" fmla="*/ 1382955 h 1720299"/>
              <a:gd name="connsiteX216" fmla="*/ 1510812 w 1878763"/>
              <a:gd name="connsiteY216" fmla="*/ 1355523 h 1720299"/>
              <a:gd name="connsiteX217" fmla="*/ 1538244 w 1878763"/>
              <a:gd name="connsiteY217" fmla="*/ 1355523 h 1720299"/>
              <a:gd name="connsiteX218" fmla="*/ 1538244 w 1878763"/>
              <a:gd name="connsiteY218" fmla="*/ 1382955 h 1720299"/>
              <a:gd name="connsiteX219" fmla="*/ 1510812 w 1878763"/>
              <a:gd name="connsiteY219" fmla="*/ 1382955 h 1720299"/>
              <a:gd name="connsiteX220" fmla="*/ 1394702 w 1878763"/>
              <a:gd name="connsiteY220" fmla="*/ 1355523 h 1720299"/>
              <a:gd name="connsiteX221" fmla="*/ 1422134 w 1878763"/>
              <a:gd name="connsiteY221" fmla="*/ 1355523 h 1720299"/>
              <a:gd name="connsiteX222" fmla="*/ 1422134 w 1878763"/>
              <a:gd name="connsiteY222" fmla="*/ 1382955 h 1720299"/>
              <a:gd name="connsiteX223" fmla="*/ 1394702 w 1878763"/>
              <a:gd name="connsiteY223" fmla="*/ 1382955 h 1720299"/>
              <a:gd name="connsiteX224" fmla="*/ 1278592 w 1878763"/>
              <a:gd name="connsiteY224" fmla="*/ 1355523 h 1720299"/>
              <a:gd name="connsiteX225" fmla="*/ 1306024 w 1878763"/>
              <a:gd name="connsiteY225" fmla="*/ 1355523 h 1720299"/>
              <a:gd name="connsiteX226" fmla="*/ 1306024 w 1878763"/>
              <a:gd name="connsiteY226" fmla="*/ 1382955 h 1720299"/>
              <a:gd name="connsiteX227" fmla="*/ 1278592 w 1878763"/>
              <a:gd name="connsiteY227" fmla="*/ 1382955 h 1720299"/>
              <a:gd name="connsiteX228" fmla="*/ 1162482 w 1878763"/>
              <a:gd name="connsiteY228" fmla="*/ 1355523 h 1720299"/>
              <a:gd name="connsiteX229" fmla="*/ 1189914 w 1878763"/>
              <a:gd name="connsiteY229" fmla="*/ 1355523 h 1720299"/>
              <a:gd name="connsiteX230" fmla="*/ 1189914 w 1878763"/>
              <a:gd name="connsiteY230" fmla="*/ 1382955 h 1720299"/>
              <a:gd name="connsiteX231" fmla="*/ 1162482 w 1878763"/>
              <a:gd name="connsiteY231" fmla="*/ 1382955 h 1720299"/>
              <a:gd name="connsiteX232" fmla="*/ 1042307 w 1878763"/>
              <a:gd name="connsiteY232" fmla="*/ 1355523 h 1720299"/>
              <a:gd name="connsiteX233" fmla="*/ 1069739 w 1878763"/>
              <a:gd name="connsiteY233" fmla="*/ 1355523 h 1720299"/>
              <a:gd name="connsiteX234" fmla="*/ 1069739 w 1878763"/>
              <a:gd name="connsiteY234" fmla="*/ 1382955 h 1720299"/>
              <a:gd name="connsiteX235" fmla="*/ 1042307 w 1878763"/>
              <a:gd name="connsiteY235" fmla="*/ 1382955 h 1720299"/>
              <a:gd name="connsiteX236" fmla="*/ 926798 w 1878763"/>
              <a:gd name="connsiteY236" fmla="*/ 1355523 h 1720299"/>
              <a:gd name="connsiteX237" fmla="*/ 954230 w 1878763"/>
              <a:gd name="connsiteY237" fmla="*/ 1355523 h 1720299"/>
              <a:gd name="connsiteX238" fmla="*/ 954230 w 1878763"/>
              <a:gd name="connsiteY238" fmla="*/ 1382955 h 1720299"/>
              <a:gd name="connsiteX239" fmla="*/ 926798 w 1878763"/>
              <a:gd name="connsiteY239" fmla="*/ 1382955 h 1720299"/>
              <a:gd name="connsiteX240" fmla="*/ 812625 w 1878763"/>
              <a:gd name="connsiteY240" fmla="*/ 1355523 h 1720299"/>
              <a:gd name="connsiteX241" fmla="*/ 840057 w 1878763"/>
              <a:gd name="connsiteY241" fmla="*/ 1355523 h 1720299"/>
              <a:gd name="connsiteX242" fmla="*/ 840057 w 1878763"/>
              <a:gd name="connsiteY242" fmla="*/ 1382955 h 1720299"/>
              <a:gd name="connsiteX243" fmla="*/ 812625 w 1878763"/>
              <a:gd name="connsiteY243" fmla="*/ 1382955 h 1720299"/>
              <a:gd name="connsiteX244" fmla="*/ 692450 w 1878763"/>
              <a:gd name="connsiteY244" fmla="*/ 1355523 h 1720299"/>
              <a:gd name="connsiteX245" fmla="*/ 719882 w 1878763"/>
              <a:gd name="connsiteY245" fmla="*/ 1355523 h 1720299"/>
              <a:gd name="connsiteX246" fmla="*/ 719882 w 1878763"/>
              <a:gd name="connsiteY246" fmla="*/ 1382955 h 1720299"/>
              <a:gd name="connsiteX247" fmla="*/ 692450 w 1878763"/>
              <a:gd name="connsiteY247" fmla="*/ 1382955 h 1720299"/>
              <a:gd name="connsiteX248" fmla="*/ 576340 w 1878763"/>
              <a:gd name="connsiteY248" fmla="*/ 1355523 h 1720299"/>
              <a:gd name="connsiteX249" fmla="*/ 603772 w 1878763"/>
              <a:gd name="connsiteY249" fmla="*/ 1355523 h 1720299"/>
              <a:gd name="connsiteX250" fmla="*/ 603772 w 1878763"/>
              <a:gd name="connsiteY250" fmla="*/ 1382955 h 1720299"/>
              <a:gd name="connsiteX251" fmla="*/ 576340 w 1878763"/>
              <a:gd name="connsiteY251" fmla="*/ 1382955 h 1720299"/>
              <a:gd name="connsiteX252" fmla="*/ 456165 w 1878763"/>
              <a:gd name="connsiteY252" fmla="*/ 1355523 h 1720299"/>
              <a:gd name="connsiteX253" fmla="*/ 483597 w 1878763"/>
              <a:gd name="connsiteY253" fmla="*/ 1355523 h 1720299"/>
              <a:gd name="connsiteX254" fmla="*/ 483597 w 1878763"/>
              <a:gd name="connsiteY254" fmla="*/ 1382955 h 1720299"/>
              <a:gd name="connsiteX255" fmla="*/ 456165 w 1878763"/>
              <a:gd name="connsiteY255" fmla="*/ 1382955 h 1720299"/>
              <a:gd name="connsiteX256" fmla="*/ 340656 w 1878763"/>
              <a:gd name="connsiteY256" fmla="*/ 1355523 h 1720299"/>
              <a:gd name="connsiteX257" fmla="*/ 368088 w 1878763"/>
              <a:gd name="connsiteY257" fmla="*/ 1355523 h 1720299"/>
              <a:gd name="connsiteX258" fmla="*/ 368088 w 1878763"/>
              <a:gd name="connsiteY258" fmla="*/ 1382955 h 1720299"/>
              <a:gd name="connsiteX259" fmla="*/ 340656 w 1878763"/>
              <a:gd name="connsiteY259" fmla="*/ 1382955 h 1720299"/>
              <a:gd name="connsiteX260" fmla="*/ 226483 w 1878763"/>
              <a:gd name="connsiteY260" fmla="*/ 1355523 h 1720299"/>
              <a:gd name="connsiteX261" fmla="*/ 253915 w 1878763"/>
              <a:gd name="connsiteY261" fmla="*/ 1355523 h 1720299"/>
              <a:gd name="connsiteX262" fmla="*/ 253915 w 1878763"/>
              <a:gd name="connsiteY262" fmla="*/ 1382955 h 1720299"/>
              <a:gd name="connsiteX263" fmla="*/ 226483 w 1878763"/>
              <a:gd name="connsiteY263" fmla="*/ 1382955 h 1720299"/>
              <a:gd name="connsiteX264" fmla="*/ 114173 w 1878763"/>
              <a:gd name="connsiteY264" fmla="*/ 1355523 h 1720299"/>
              <a:gd name="connsiteX265" fmla="*/ 141605 w 1878763"/>
              <a:gd name="connsiteY265" fmla="*/ 1355523 h 1720299"/>
              <a:gd name="connsiteX266" fmla="*/ 141605 w 1878763"/>
              <a:gd name="connsiteY266" fmla="*/ 1382955 h 1720299"/>
              <a:gd name="connsiteX267" fmla="*/ 114173 w 1878763"/>
              <a:gd name="connsiteY267" fmla="*/ 1382955 h 1720299"/>
              <a:gd name="connsiteX268" fmla="*/ 0 w 1878763"/>
              <a:gd name="connsiteY268" fmla="*/ 1355523 h 1720299"/>
              <a:gd name="connsiteX269" fmla="*/ 27432 w 1878763"/>
              <a:gd name="connsiteY269" fmla="*/ 1355523 h 1720299"/>
              <a:gd name="connsiteX270" fmla="*/ 27432 w 1878763"/>
              <a:gd name="connsiteY270" fmla="*/ 1382955 h 1720299"/>
              <a:gd name="connsiteX271" fmla="*/ 0 w 1878763"/>
              <a:gd name="connsiteY271" fmla="*/ 1382955 h 1720299"/>
              <a:gd name="connsiteX272" fmla="*/ 1851331 w 1878763"/>
              <a:gd name="connsiteY272" fmla="*/ 1242220 h 1720299"/>
              <a:gd name="connsiteX273" fmla="*/ 1878763 w 1878763"/>
              <a:gd name="connsiteY273" fmla="*/ 1242220 h 1720299"/>
              <a:gd name="connsiteX274" fmla="*/ 1878763 w 1878763"/>
              <a:gd name="connsiteY274" fmla="*/ 1269652 h 1720299"/>
              <a:gd name="connsiteX275" fmla="*/ 1851331 w 1878763"/>
              <a:gd name="connsiteY275" fmla="*/ 1269652 h 1720299"/>
              <a:gd name="connsiteX276" fmla="*/ 1737031 w 1878763"/>
              <a:gd name="connsiteY276" fmla="*/ 1242220 h 1720299"/>
              <a:gd name="connsiteX277" fmla="*/ 1764463 w 1878763"/>
              <a:gd name="connsiteY277" fmla="*/ 1242220 h 1720299"/>
              <a:gd name="connsiteX278" fmla="*/ 1764463 w 1878763"/>
              <a:gd name="connsiteY278" fmla="*/ 1269652 h 1720299"/>
              <a:gd name="connsiteX279" fmla="*/ 1737031 w 1878763"/>
              <a:gd name="connsiteY279" fmla="*/ 1269652 h 1720299"/>
              <a:gd name="connsiteX280" fmla="*/ 1625112 w 1878763"/>
              <a:gd name="connsiteY280" fmla="*/ 1242220 h 1720299"/>
              <a:gd name="connsiteX281" fmla="*/ 1652544 w 1878763"/>
              <a:gd name="connsiteY281" fmla="*/ 1242220 h 1720299"/>
              <a:gd name="connsiteX282" fmla="*/ 1652544 w 1878763"/>
              <a:gd name="connsiteY282" fmla="*/ 1269652 h 1720299"/>
              <a:gd name="connsiteX283" fmla="*/ 1625112 w 1878763"/>
              <a:gd name="connsiteY283" fmla="*/ 1269652 h 1720299"/>
              <a:gd name="connsiteX284" fmla="*/ 1510812 w 1878763"/>
              <a:gd name="connsiteY284" fmla="*/ 1242220 h 1720299"/>
              <a:gd name="connsiteX285" fmla="*/ 1538244 w 1878763"/>
              <a:gd name="connsiteY285" fmla="*/ 1242220 h 1720299"/>
              <a:gd name="connsiteX286" fmla="*/ 1538244 w 1878763"/>
              <a:gd name="connsiteY286" fmla="*/ 1269652 h 1720299"/>
              <a:gd name="connsiteX287" fmla="*/ 1510812 w 1878763"/>
              <a:gd name="connsiteY287" fmla="*/ 1269652 h 1720299"/>
              <a:gd name="connsiteX288" fmla="*/ 1394702 w 1878763"/>
              <a:gd name="connsiteY288" fmla="*/ 1242220 h 1720299"/>
              <a:gd name="connsiteX289" fmla="*/ 1422134 w 1878763"/>
              <a:gd name="connsiteY289" fmla="*/ 1242220 h 1720299"/>
              <a:gd name="connsiteX290" fmla="*/ 1422134 w 1878763"/>
              <a:gd name="connsiteY290" fmla="*/ 1269652 h 1720299"/>
              <a:gd name="connsiteX291" fmla="*/ 1394702 w 1878763"/>
              <a:gd name="connsiteY291" fmla="*/ 1269652 h 1720299"/>
              <a:gd name="connsiteX292" fmla="*/ 1278592 w 1878763"/>
              <a:gd name="connsiteY292" fmla="*/ 1242220 h 1720299"/>
              <a:gd name="connsiteX293" fmla="*/ 1306024 w 1878763"/>
              <a:gd name="connsiteY293" fmla="*/ 1242220 h 1720299"/>
              <a:gd name="connsiteX294" fmla="*/ 1306024 w 1878763"/>
              <a:gd name="connsiteY294" fmla="*/ 1269652 h 1720299"/>
              <a:gd name="connsiteX295" fmla="*/ 1278592 w 1878763"/>
              <a:gd name="connsiteY295" fmla="*/ 1269652 h 1720299"/>
              <a:gd name="connsiteX296" fmla="*/ 1162482 w 1878763"/>
              <a:gd name="connsiteY296" fmla="*/ 1242220 h 1720299"/>
              <a:gd name="connsiteX297" fmla="*/ 1189914 w 1878763"/>
              <a:gd name="connsiteY297" fmla="*/ 1242220 h 1720299"/>
              <a:gd name="connsiteX298" fmla="*/ 1189914 w 1878763"/>
              <a:gd name="connsiteY298" fmla="*/ 1269652 h 1720299"/>
              <a:gd name="connsiteX299" fmla="*/ 1162482 w 1878763"/>
              <a:gd name="connsiteY299" fmla="*/ 1269652 h 1720299"/>
              <a:gd name="connsiteX300" fmla="*/ 1042307 w 1878763"/>
              <a:gd name="connsiteY300" fmla="*/ 1242220 h 1720299"/>
              <a:gd name="connsiteX301" fmla="*/ 1069739 w 1878763"/>
              <a:gd name="connsiteY301" fmla="*/ 1242220 h 1720299"/>
              <a:gd name="connsiteX302" fmla="*/ 1069739 w 1878763"/>
              <a:gd name="connsiteY302" fmla="*/ 1269652 h 1720299"/>
              <a:gd name="connsiteX303" fmla="*/ 1042307 w 1878763"/>
              <a:gd name="connsiteY303" fmla="*/ 1269652 h 1720299"/>
              <a:gd name="connsiteX304" fmla="*/ 926798 w 1878763"/>
              <a:gd name="connsiteY304" fmla="*/ 1242220 h 1720299"/>
              <a:gd name="connsiteX305" fmla="*/ 954230 w 1878763"/>
              <a:gd name="connsiteY305" fmla="*/ 1242220 h 1720299"/>
              <a:gd name="connsiteX306" fmla="*/ 954230 w 1878763"/>
              <a:gd name="connsiteY306" fmla="*/ 1269652 h 1720299"/>
              <a:gd name="connsiteX307" fmla="*/ 926798 w 1878763"/>
              <a:gd name="connsiteY307" fmla="*/ 1269652 h 1720299"/>
              <a:gd name="connsiteX308" fmla="*/ 812625 w 1878763"/>
              <a:gd name="connsiteY308" fmla="*/ 1242220 h 1720299"/>
              <a:gd name="connsiteX309" fmla="*/ 840057 w 1878763"/>
              <a:gd name="connsiteY309" fmla="*/ 1242220 h 1720299"/>
              <a:gd name="connsiteX310" fmla="*/ 840057 w 1878763"/>
              <a:gd name="connsiteY310" fmla="*/ 1269652 h 1720299"/>
              <a:gd name="connsiteX311" fmla="*/ 812625 w 1878763"/>
              <a:gd name="connsiteY311" fmla="*/ 1269652 h 1720299"/>
              <a:gd name="connsiteX312" fmla="*/ 692450 w 1878763"/>
              <a:gd name="connsiteY312" fmla="*/ 1242220 h 1720299"/>
              <a:gd name="connsiteX313" fmla="*/ 719882 w 1878763"/>
              <a:gd name="connsiteY313" fmla="*/ 1242220 h 1720299"/>
              <a:gd name="connsiteX314" fmla="*/ 719882 w 1878763"/>
              <a:gd name="connsiteY314" fmla="*/ 1269652 h 1720299"/>
              <a:gd name="connsiteX315" fmla="*/ 692450 w 1878763"/>
              <a:gd name="connsiteY315" fmla="*/ 1269652 h 1720299"/>
              <a:gd name="connsiteX316" fmla="*/ 576340 w 1878763"/>
              <a:gd name="connsiteY316" fmla="*/ 1242220 h 1720299"/>
              <a:gd name="connsiteX317" fmla="*/ 603772 w 1878763"/>
              <a:gd name="connsiteY317" fmla="*/ 1242220 h 1720299"/>
              <a:gd name="connsiteX318" fmla="*/ 603772 w 1878763"/>
              <a:gd name="connsiteY318" fmla="*/ 1269652 h 1720299"/>
              <a:gd name="connsiteX319" fmla="*/ 576340 w 1878763"/>
              <a:gd name="connsiteY319" fmla="*/ 1269652 h 1720299"/>
              <a:gd name="connsiteX320" fmla="*/ 456165 w 1878763"/>
              <a:gd name="connsiteY320" fmla="*/ 1242220 h 1720299"/>
              <a:gd name="connsiteX321" fmla="*/ 483597 w 1878763"/>
              <a:gd name="connsiteY321" fmla="*/ 1242220 h 1720299"/>
              <a:gd name="connsiteX322" fmla="*/ 483597 w 1878763"/>
              <a:gd name="connsiteY322" fmla="*/ 1269652 h 1720299"/>
              <a:gd name="connsiteX323" fmla="*/ 456165 w 1878763"/>
              <a:gd name="connsiteY323" fmla="*/ 1269652 h 1720299"/>
              <a:gd name="connsiteX324" fmla="*/ 340656 w 1878763"/>
              <a:gd name="connsiteY324" fmla="*/ 1242220 h 1720299"/>
              <a:gd name="connsiteX325" fmla="*/ 368088 w 1878763"/>
              <a:gd name="connsiteY325" fmla="*/ 1242220 h 1720299"/>
              <a:gd name="connsiteX326" fmla="*/ 368088 w 1878763"/>
              <a:gd name="connsiteY326" fmla="*/ 1269652 h 1720299"/>
              <a:gd name="connsiteX327" fmla="*/ 340656 w 1878763"/>
              <a:gd name="connsiteY327" fmla="*/ 1269652 h 1720299"/>
              <a:gd name="connsiteX328" fmla="*/ 226483 w 1878763"/>
              <a:gd name="connsiteY328" fmla="*/ 1242220 h 1720299"/>
              <a:gd name="connsiteX329" fmla="*/ 253915 w 1878763"/>
              <a:gd name="connsiteY329" fmla="*/ 1242220 h 1720299"/>
              <a:gd name="connsiteX330" fmla="*/ 253915 w 1878763"/>
              <a:gd name="connsiteY330" fmla="*/ 1269652 h 1720299"/>
              <a:gd name="connsiteX331" fmla="*/ 226483 w 1878763"/>
              <a:gd name="connsiteY331" fmla="*/ 1269652 h 1720299"/>
              <a:gd name="connsiteX332" fmla="*/ 114173 w 1878763"/>
              <a:gd name="connsiteY332" fmla="*/ 1242220 h 1720299"/>
              <a:gd name="connsiteX333" fmla="*/ 141605 w 1878763"/>
              <a:gd name="connsiteY333" fmla="*/ 1242220 h 1720299"/>
              <a:gd name="connsiteX334" fmla="*/ 141605 w 1878763"/>
              <a:gd name="connsiteY334" fmla="*/ 1269652 h 1720299"/>
              <a:gd name="connsiteX335" fmla="*/ 114173 w 1878763"/>
              <a:gd name="connsiteY335" fmla="*/ 1269652 h 1720299"/>
              <a:gd name="connsiteX336" fmla="*/ 0 w 1878763"/>
              <a:gd name="connsiteY336" fmla="*/ 1242220 h 1720299"/>
              <a:gd name="connsiteX337" fmla="*/ 27432 w 1878763"/>
              <a:gd name="connsiteY337" fmla="*/ 1242220 h 1720299"/>
              <a:gd name="connsiteX338" fmla="*/ 27432 w 1878763"/>
              <a:gd name="connsiteY338" fmla="*/ 1269652 h 1720299"/>
              <a:gd name="connsiteX339" fmla="*/ 0 w 1878763"/>
              <a:gd name="connsiteY339" fmla="*/ 1269652 h 1720299"/>
              <a:gd name="connsiteX340" fmla="*/ 1851331 w 1878763"/>
              <a:gd name="connsiteY340" fmla="*/ 1128713 h 1720299"/>
              <a:gd name="connsiteX341" fmla="*/ 1878763 w 1878763"/>
              <a:gd name="connsiteY341" fmla="*/ 1128713 h 1720299"/>
              <a:gd name="connsiteX342" fmla="*/ 1878763 w 1878763"/>
              <a:gd name="connsiteY342" fmla="*/ 1156145 h 1720299"/>
              <a:gd name="connsiteX343" fmla="*/ 1851331 w 1878763"/>
              <a:gd name="connsiteY343" fmla="*/ 1156145 h 1720299"/>
              <a:gd name="connsiteX344" fmla="*/ 1737031 w 1878763"/>
              <a:gd name="connsiteY344" fmla="*/ 1128713 h 1720299"/>
              <a:gd name="connsiteX345" fmla="*/ 1764463 w 1878763"/>
              <a:gd name="connsiteY345" fmla="*/ 1128713 h 1720299"/>
              <a:gd name="connsiteX346" fmla="*/ 1764463 w 1878763"/>
              <a:gd name="connsiteY346" fmla="*/ 1156145 h 1720299"/>
              <a:gd name="connsiteX347" fmla="*/ 1737031 w 1878763"/>
              <a:gd name="connsiteY347" fmla="*/ 1156145 h 1720299"/>
              <a:gd name="connsiteX348" fmla="*/ 1625112 w 1878763"/>
              <a:gd name="connsiteY348" fmla="*/ 1128713 h 1720299"/>
              <a:gd name="connsiteX349" fmla="*/ 1652544 w 1878763"/>
              <a:gd name="connsiteY349" fmla="*/ 1128713 h 1720299"/>
              <a:gd name="connsiteX350" fmla="*/ 1652544 w 1878763"/>
              <a:gd name="connsiteY350" fmla="*/ 1156145 h 1720299"/>
              <a:gd name="connsiteX351" fmla="*/ 1625112 w 1878763"/>
              <a:gd name="connsiteY351" fmla="*/ 1156145 h 1720299"/>
              <a:gd name="connsiteX352" fmla="*/ 1510812 w 1878763"/>
              <a:gd name="connsiteY352" fmla="*/ 1128713 h 1720299"/>
              <a:gd name="connsiteX353" fmla="*/ 1538244 w 1878763"/>
              <a:gd name="connsiteY353" fmla="*/ 1128713 h 1720299"/>
              <a:gd name="connsiteX354" fmla="*/ 1538244 w 1878763"/>
              <a:gd name="connsiteY354" fmla="*/ 1156145 h 1720299"/>
              <a:gd name="connsiteX355" fmla="*/ 1510812 w 1878763"/>
              <a:gd name="connsiteY355" fmla="*/ 1156145 h 1720299"/>
              <a:gd name="connsiteX356" fmla="*/ 1394702 w 1878763"/>
              <a:gd name="connsiteY356" fmla="*/ 1128713 h 1720299"/>
              <a:gd name="connsiteX357" fmla="*/ 1422134 w 1878763"/>
              <a:gd name="connsiteY357" fmla="*/ 1128713 h 1720299"/>
              <a:gd name="connsiteX358" fmla="*/ 1422134 w 1878763"/>
              <a:gd name="connsiteY358" fmla="*/ 1156145 h 1720299"/>
              <a:gd name="connsiteX359" fmla="*/ 1394702 w 1878763"/>
              <a:gd name="connsiteY359" fmla="*/ 1156145 h 1720299"/>
              <a:gd name="connsiteX360" fmla="*/ 1278592 w 1878763"/>
              <a:gd name="connsiteY360" fmla="*/ 1128713 h 1720299"/>
              <a:gd name="connsiteX361" fmla="*/ 1306024 w 1878763"/>
              <a:gd name="connsiteY361" fmla="*/ 1128713 h 1720299"/>
              <a:gd name="connsiteX362" fmla="*/ 1306024 w 1878763"/>
              <a:gd name="connsiteY362" fmla="*/ 1156145 h 1720299"/>
              <a:gd name="connsiteX363" fmla="*/ 1278592 w 1878763"/>
              <a:gd name="connsiteY363" fmla="*/ 1156145 h 1720299"/>
              <a:gd name="connsiteX364" fmla="*/ 1162482 w 1878763"/>
              <a:gd name="connsiteY364" fmla="*/ 1128713 h 1720299"/>
              <a:gd name="connsiteX365" fmla="*/ 1189914 w 1878763"/>
              <a:gd name="connsiteY365" fmla="*/ 1128713 h 1720299"/>
              <a:gd name="connsiteX366" fmla="*/ 1189914 w 1878763"/>
              <a:gd name="connsiteY366" fmla="*/ 1156145 h 1720299"/>
              <a:gd name="connsiteX367" fmla="*/ 1162482 w 1878763"/>
              <a:gd name="connsiteY367" fmla="*/ 1156145 h 1720299"/>
              <a:gd name="connsiteX368" fmla="*/ 1042307 w 1878763"/>
              <a:gd name="connsiteY368" fmla="*/ 1128713 h 1720299"/>
              <a:gd name="connsiteX369" fmla="*/ 1069739 w 1878763"/>
              <a:gd name="connsiteY369" fmla="*/ 1128713 h 1720299"/>
              <a:gd name="connsiteX370" fmla="*/ 1069739 w 1878763"/>
              <a:gd name="connsiteY370" fmla="*/ 1156145 h 1720299"/>
              <a:gd name="connsiteX371" fmla="*/ 1042307 w 1878763"/>
              <a:gd name="connsiteY371" fmla="*/ 1156145 h 1720299"/>
              <a:gd name="connsiteX372" fmla="*/ 926798 w 1878763"/>
              <a:gd name="connsiteY372" fmla="*/ 1128713 h 1720299"/>
              <a:gd name="connsiteX373" fmla="*/ 954230 w 1878763"/>
              <a:gd name="connsiteY373" fmla="*/ 1128713 h 1720299"/>
              <a:gd name="connsiteX374" fmla="*/ 954230 w 1878763"/>
              <a:gd name="connsiteY374" fmla="*/ 1156145 h 1720299"/>
              <a:gd name="connsiteX375" fmla="*/ 926798 w 1878763"/>
              <a:gd name="connsiteY375" fmla="*/ 1156145 h 1720299"/>
              <a:gd name="connsiteX376" fmla="*/ 812625 w 1878763"/>
              <a:gd name="connsiteY376" fmla="*/ 1128713 h 1720299"/>
              <a:gd name="connsiteX377" fmla="*/ 840057 w 1878763"/>
              <a:gd name="connsiteY377" fmla="*/ 1128713 h 1720299"/>
              <a:gd name="connsiteX378" fmla="*/ 840057 w 1878763"/>
              <a:gd name="connsiteY378" fmla="*/ 1156145 h 1720299"/>
              <a:gd name="connsiteX379" fmla="*/ 812625 w 1878763"/>
              <a:gd name="connsiteY379" fmla="*/ 1156145 h 1720299"/>
              <a:gd name="connsiteX380" fmla="*/ 692450 w 1878763"/>
              <a:gd name="connsiteY380" fmla="*/ 1128713 h 1720299"/>
              <a:gd name="connsiteX381" fmla="*/ 719882 w 1878763"/>
              <a:gd name="connsiteY381" fmla="*/ 1128713 h 1720299"/>
              <a:gd name="connsiteX382" fmla="*/ 719882 w 1878763"/>
              <a:gd name="connsiteY382" fmla="*/ 1156145 h 1720299"/>
              <a:gd name="connsiteX383" fmla="*/ 692450 w 1878763"/>
              <a:gd name="connsiteY383" fmla="*/ 1156145 h 1720299"/>
              <a:gd name="connsiteX384" fmla="*/ 576340 w 1878763"/>
              <a:gd name="connsiteY384" fmla="*/ 1128713 h 1720299"/>
              <a:gd name="connsiteX385" fmla="*/ 603772 w 1878763"/>
              <a:gd name="connsiteY385" fmla="*/ 1128713 h 1720299"/>
              <a:gd name="connsiteX386" fmla="*/ 603772 w 1878763"/>
              <a:gd name="connsiteY386" fmla="*/ 1156145 h 1720299"/>
              <a:gd name="connsiteX387" fmla="*/ 576340 w 1878763"/>
              <a:gd name="connsiteY387" fmla="*/ 1156145 h 1720299"/>
              <a:gd name="connsiteX388" fmla="*/ 456165 w 1878763"/>
              <a:gd name="connsiteY388" fmla="*/ 1128713 h 1720299"/>
              <a:gd name="connsiteX389" fmla="*/ 483597 w 1878763"/>
              <a:gd name="connsiteY389" fmla="*/ 1128713 h 1720299"/>
              <a:gd name="connsiteX390" fmla="*/ 483597 w 1878763"/>
              <a:gd name="connsiteY390" fmla="*/ 1156145 h 1720299"/>
              <a:gd name="connsiteX391" fmla="*/ 456165 w 1878763"/>
              <a:gd name="connsiteY391" fmla="*/ 1156145 h 1720299"/>
              <a:gd name="connsiteX392" fmla="*/ 340656 w 1878763"/>
              <a:gd name="connsiteY392" fmla="*/ 1128713 h 1720299"/>
              <a:gd name="connsiteX393" fmla="*/ 368088 w 1878763"/>
              <a:gd name="connsiteY393" fmla="*/ 1128713 h 1720299"/>
              <a:gd name="connsiteX394" fmla="*/ 368088 w 1878763"/>
              <a:gd name="connsiteY394" fmla="*/ 1156145 h 1720299"/>
              <a:gd name="connsiteX395" fmla="*/ 340656 w 1878763"/>
              <a:gd name="connsiteY395" fmla="*/ 1156145 h 1720299"/>
              <a:gd name="connsiteX396" fmla="*/ 226483 w 1878763"/>
              <a:gd name="connsiteY396" fmla="*/ 1128713 h 1720299"/>
              <a:gd name="connsiteX397" fmla="*/ 253915 w 1878763"/>
              <a:gd name="connsiteY397" fmla="*/ 1128713 h 1720299"/>
              <a:gd name="connsiteX398" fmla="*/ 253915 w 1878763"/>
              <a:gd name="connsiteY398" fmla="*/ 1156145 h 1720299"/>
              <a:gd name="connsiteX399" fmla="*/ 226483 w 1878763"/>
              <a:gd name="connsiteY399" fmla="*/ 1156145 h 1720299"/>
              <a:gd name="connsiteX400" fmla="*/ 114173 w 1878763"/>
              <a:gd name="connsiteY400" fmla="*/ 1128713 h 1720299"/>
              <a:gd name="connsiteX401" fmla="*/ 141605 w 1878763"/>
              <a:gd name="connsiteY401" fmla="*/ 1128713 h 1720299"/>
              <a:gd name="connsiteX402" fmla="*/ 141605 w 1878763"/>
              <a:gd name="connsiteY402" fmla="*/ 1156145 h 1720299"/>
              <a:gd name="connsiteX403" fmla="*/ 114173 w 1878763"/>
              <a:gd name="connsiteY403" fmla="*/ 1156145 h 1720299"/>
              <a:gd name="connsiteX404" fmla="*/ 0 w 1878763"/>
              <a:gd name="connsiteY404" fmla="*/ 1128713 h 1720299"/>
              <a:gd name="connsiteX405" fmla="*/ 27432 w 1878763"/>
              <a:gd name="connsiteY405" fmla="*/ 1128713 h 1720299"/>
              <a:gd name="connsiteX406" fmla="*/ 27432 w 1878763"/>
              <a:gd name="connsiteY406" fmla="*/ 1156145 h 1720299"/>
              <a:gd name="connsiteX407" fmla="*/ 0 w 1878763"/>
              <a:gd name="connsiteY407" fmla="*/ 1156145 h 1720299"/>
              <a:gd name="connsiteX408" fmla="*/ 1851331 w 1878763"/>
              <a:gd name="connsiteY408" fmla="*/ 1018383 h 1720299"/>
              <a:gd name="connsiteX409" fmla="*/ 1878763 w 1878763"/>
              <a:gd name="connsiteY409" fmla="*/ 1018383 h 1720299"/>
              <a:gd name="connsiteX410" fmla="*/ 1878763 w 1878763"/>
              <a:gd name="connsiteY410" fmla="*/ 1045815 h 1720299"/>
              <a:gd name="connsiteX411" fmla="*/ 1851331 w 1878763"/>
              <a:gd name="connsiteY411" fmla="*/ 1045815 h 1720299"/>
              <a:gd name="connsiteX412" fmla="*/ 1737031 w 1878763"/>
              <a:gd name="connsiteY412" fmla="*/ 1018383 h 1720299"/>
              <a:gd name="connsiteX413" fmla="*/ 1764463 w 1878763"/>
              <a:gd name="connsiteY413" fmla="*/ 1018383 h 1720299"/>
              <a:gd name="connsiteX414" fmla="*/ 1764463 w 1878763"/>
              <a:gd name="connsiteY414" fmla="*/ 1045815 h 1720299"/>
              <a:gd name="connsiteX415" fmla="*/ 1737031 w 1878763"/>
              <a:gd name="connsiteY415" fmla="*/ 1045815 h 1720299"/>
              <a:gd name="connsiteX416" fmla="*/ 1625112 w 1878763"/>
              <a:gd name="connsiteY416" fmla="*/ 1018383 h 1720299"/>
              <a:gd name="connsiteX417" fmla="*/ 1652544 w 1878763"/>
              <a:gd name="connsiteY417" fmla="*/ 1018383 h 1720299"/>
              <a:gd name="connsiteX418" fmla="*/ 1652544 w 1878763"/>
              <a:gd name="connsiteY418" fmla="*/ 1045815 h 1720299"/>
              <a:gd name="connsiteX419" fmla="*/ 1625112 w 1878763"/>
              <a:gd name="connsiteY419" fmla="*/ 1045815 h 1720299"/>
              <a:gd name="connsiteX420" fmla="*/ 1510812 w 1878763"/>
              <a:gd name="connsiteY420" fmla="*/ 1018383 h 1720299"/>
              <a:gd name="connsiteX421" fmla="*/ 1538244 w 1878763"/>
              <a:gd name="connsiteY421" fmla="*/ 1018383 h 1720299"/>
              <a:gd name="connsiteX422" fmla="*/ 1538244 w 1878763"/>
              <a:gd name="connsiteY422" fmla="*/ 1045815 h 1720299"/>
              <a:gd name="connsiteX423" fmla="*/ 1510812 w 1878763"/>
              <a:gd name="connsiteY423" fmla="*/ 1045815 h 1720299"/>
              <a:gd name="connsiteX424" fmla="*/ 1394702 w 1878763"/>
              <a:gd name="connsiteY424" fmla="*/ 1018383 h 1720299"/>
              <a:gd name="connsiteX425" fmla="*/ 1422134 w 1878763"/>
              <a:gd name="connsiteY425" fmla="*/ 1018383 h 1720299"/>
              <a:gd name="connsiteX426" fmla="*/ 1422134 w 1878763"/>
              <a:gd name="connsiteY426" fmla="*/ 1045815 h 1720299"/>
              <a:gd name="connsiteX427" fmla="*/ 1394702 w 1878763"/>
              <a:gd name="connsiteY427" fmla="*/ 1045815 h 1720299"/>
              <a:gd name="connsiteX428" fmla="*/ 1278592 w 1878763"/>
              <a:gd name="connsiteY428" fmla="*/ 1018383 h 1720299"/>
              <a:gd name="connsiteX429" fmla="*/ 1306024 w 1878763"/>
              <a:gd name="connsiteY429" fmla="*/ 1018383 h 1720299"/>
              <a:gd name="connsiteX430" fmla="*/ 1306024 w 1878763"/>
              <a:gd name="connsiteY430" fmla="*/ 1045815 h 1720299"/>
              <a:gd name="connsiteX431" fmla="*/ 1278592 w 1878763"/>
              <a:gd name="connsiteY431" fmla="*/ 1045815 h 1720299"/>
              <a:gd name="connsiteX432" fmla="*/ 1162482 w 1878763"/>
              <a:gd name="connsiteY432" fmla="*/ 1018383 h 1720299"/>
              <a:gd name="connsiteX433" fmla="*/ 1189914 w 1878763"/>
              <a:gd name="connsiteY433" fmla="*/ 1018383 h 1720299"/>
              <a:gd name="connsiteX434" fmla="*/ 1189914 w 1878763"/>
              <a:gd name="connsiteY434" fmla="*/ 1045815 h 1720299"/>
              <a:gd name="connsiteX435" fmla="*/ 1162482 w 1878763"/>
              <a:gd name="connsiteY435" fmla="*/ 1045815 h 1720299"/>
              <a:gd name="connsiteX436" fmla="*/ 1042307 w 1878763"/>
              <a:gd name="connsiteY436" fmla="*/ 1018383 h 1720299"/>
              <a:gd name="connsiteX437" fmla="*/ 1069739 w 1878763"/>
              <a:gd name="connsiteY437" fmla="*/ 1018383 h 1720299"/>
              <a:gd name="connsiteX438" fmla="*/ 1069739 w 1878763"/>
              <a:gd name="connsiteY438" fmla="*/ 1045815 h 1720299"/>
              <a:gd name="connsiteX439" fmla="*/ 1042307 w 1878763"/>
              <a:gd name="connsiteY439" fmla="*/ 1045815 h 1720299"/>
              <a:gd name="connsiteX440" fmla="*/ 926798 w 1878763"/>
              <a:gd name="connsiteY440" fmla="*/ 1018383 h 1720299"/>
              <a:gd name="connsiteX441" fmla="*/ 954230 w 1878763"/>
              <a:gd name="connsiteY441" fmla="*/ 1018383 h 1720299"/>
              <a:gd name="connsiteX442" fmla="*/ 954230 w 1878763"/>
              <a:gd name="connsiteY442" fmla="*/ 1045815 h 1720299"/>
              <a:gd name="connsiteX443" fmla="*/ 926798 w 1878763"/>
              <a:gd name="connsiteY443" fmla="*/ 1045815 h 1720299"/>
              <a:gd name="connsiteX444" fmla="*/ 812625 w 1878763"/>
              <a:gd name="connsiteY444" fmla="*/ 1018383 h 1720299"/>
              <a:gd name="connsiteX445" fmla="*/ 840057 w 1878763"/>
              <a:gd name="connsiteY445" fmla="*/ 1018383 h 1720299"/>
              <a:gd name="connsiteX446" fmla="*/ 840057 w 1878763"/>
              <a:gd name="connsiteY446" fmla="*/ 1045815 h 1720299"/>
              <a:gd name="connsiteX447" fmla="*/ 812625 w 1878763"/>
              <a:gd name="connsiteY447" fmla="*/ 1045815 h 1720299"/>
              <a:gd name="connsiteX448" fmla="*/ 692450 w 1878763"/>
              <a:gd name="connsiteY448" fmla="*/ 1018383 h 1720299"/>
              <a:gd name="connsiteX449" fmla="*/ 719882 w 1878763"/>
              <a:gd name="connsiteY449" fmla="*/ 1018383 h 1720299"/>
              <a:gd name="connsiteX450" fmla="*/ 719882 w 1878763"/>
              <a:gd name="connsiteY450" fmla="*/ 1045815 h 1720299"/>
              <a:gd name="connsiteX451" fmla="*/ 692450 w 1878763"/>
              <a:gd name="connsiteY451" fmla="*/ 1045815 h 1720299"/>
              <a:gd name="connsiteX452" fmla="*/ 576340 w 1878763"/>
              <a:gd name="connsiteY452" fmla="*/ 1018383 h 1720299"/>
              <a:gd name="connsiteX453" fmla="*/ 603772 w 1878763"/>
              <a:gd name="connsiteY453" fmla="*/ 1018383 h 1720299"/>
              <a:gd name="connsiteX454" fmla="*/ 603772 w 1878763"/>
              <a:gd name="connsiteY454" fmla="*/ 1045815 h 1720299"/>
              <a:gd name="connsiteX455" fmla="*/ 576340 w 1878763"/>
              <a:gd name="connsiteY455" fmla="*/ 1045815 h 1720299"/>
              <a:gd name="connsiteX456" fmla="*/ 456165 w 1878763"/>
              <a:gd name="connsiteY456" fmla="*/ 1018383 h 1720299"/>
              <a:gd name="connsiteX457" fmla="*/ 483597 w 1878763"/>
              <a:gd name="connsiteY457" fmla="*/ 1018383 h 1720299"/>
              <a:gd name="connsiteX458" fmla="*/ 483597 w 1878763"/>
              <a:gd name="connsiteY458" fmla="*/ 1045815 h 1720299"/>
              <a:gd name="connsiteX459" fmla="*/ 456165 w 1878763"/>
              <a:gd name="connsiteY459" fmla="*/ 1045815 h 1720299"/>
              <a:gd name="connsiteX460" fmla="*/ 340656 w 1878763"/>
              <a:gd name="connsiteY460" fmla="*/ 1018383 h 1720299"/>
              <a:gd name="connsiteX461" fmla="*/ 368088 w 1878763"/>
              <a:gd name="connsiteY461" fmla="*/ 1018383 h 1720299"/>
              <a:gd name="connsiteX462" fmla="*/ 368088 w 1878763"/>
              <a:gd name="connsiteY462" fmla="*/ 1045815 h 1720299"/>
              <a:gd name="connsiteX463" fmla="*/ 340656 w 1878763"/>
              <a:gd name="connsiteY463" fmla="*/ 1045815 h 1720299"/>
              <a:gd name="connsiteX464" fmla="*/ 226483 w 1878763"/>
              <a:gd name="connsiteY464" fmla="*/ 1018383 h 1720299"/>
              <a:gd name="connsiteX465" fmla="*/ 253915 w 1878763"/>
              <a:gd name="connsiteY465" fmla="*/ 1018383 h 1720299"/>
              <a:gd name="connsiteX466" fmla="*/ 253915 w 1878763"/>
              <a:gd name="connsiteY466" fmla="*/ 1045815 h 1720299"/>
              <a:gd name="connsiteX467" fmla="*/ 226483 w 1878763"/>
              <a:gd name="connsiteY467" fmla="*/ 1045815 h 1720299"/>
              <a:gd name="connsiteX468" fmla="*/ 114173 w 1878763"/>
              <a:gd name="connsiteY468" fmla="*/ 1018383 h 1720299"/>
              <a:gd name="connsiteX469" fmla="*/ 141605 w 1878763"/>
              <a:gd name="connsiteY469" fmla="*/ 1018383 h 1720299"/>
              <a:gd name="connsiteX470" fmla="*/ 141605 w 1878763"/>
              <a:gd name="connsiteY470" fmla="*/ 1045815 h 1720299"/>
              <a:gd name="connsiteX471" fmla="*/ 114173 w 1878763"/>
              <a:gd name="connsiteY471" fmla="*/ 1045815 h 1720299"/>
              <a:gd name="connsiteX472" fmla="*/ 0 w 1878763"/>
              <a:gd name="connsiteY472" fmla="*/ 1018383 h 1720299"/>
              <a:gd name="connsiteX473" fmla="*/ 27432 w 1878763"/>
              <a:gd name="connsiteY473" fmla="*/ 1018383 h 1720299"/>
              <a:gd name="connsiteX474" fmla="*/ 27432 w 1878763"/>
              <a:gd name="connsiteY474" fmla="*/ 1045815 h 1720299"/>
              <a:gd name="connsiteX475" fmla="*/ 0 w 1878763"/>
              <a:gd name="connsiteY475" fmla="*/ 1045815 h 1720299"/>
              <a:gd name="connsiteX476" fmla="*/ 1851331 w 1878763"/>
              <a:gd name="connsiteY476" fmla="*/ 904876 h 1720299"/>
              <a:gd name="connsiteX477" fmla="*/ 1878763 w 1878763"/>
              <a:gd name="connsiteY477" fmla="*/ 904876 h 1720299"/>
              <a:gd name="connsiteX478" fmla="*/ 1878763 w 1878763"/>
              <a:gd name="connsiteY478" fmla="*/ 932308 h 1720299"/>
              <a:gd name="connsiteX479" fmla="*/ 1851331 w 1878763"/>
              <a:gd name="connsiteY479" fmla="*/ 932308 h 1720299"/>
              <a:gd name="connsiteX480" fmla="*/ 1737031 w 1878763"/>
              <a:gd name="connsiteY480" fmla="*/ 904876 h 1720299"/>
              <a:gd name="connsiteX481" fmla="*/ 1764463 w 1878763"/>
              <a:gd name="connsiteY481" fmla="*/ 904876 h 1720299"/>
              <a:gd name="connsiteX482" fmla="*/ 1764463 w 1878763"/>
              <a:gd name="connsiteY482" fmla="*/ 932308 h 1720299"/>
              <a:gd name="connsiteX483" fmla="*/ 1737031 w 1878763"/>
              <a:gd name="connsiteY483" fmla="*/ 932308 h 1720299"/>
              <a:gd name="connsiteX484" fmla="*/ 1625112 w 1878763"/>
              <a:gd name="connsiteY484" fmla="*/ 904876 h 1720299"/>
              <a:gd name="connsiteX485" fmla="*/ 1652544 w 1878763"/>
              <a:gd name="connsiteY485" fmla="*/ 904876 h 1720299"/>
              <a:gd name="connsiteX486" fmla="*/ 1652544 w 1878763"/>
              <a:gd name="connsiteY486" fmla="*/ 932308 h 1720299"/>
              <a:gd name="connsiteX487" fmla="*/ 1625112 w 1878763"/>
              <a:gd name="connsiteY487" fmla="*/ 932308 h 1720299"/>
              <a:gd name="connsiteX488" fmla="*/ 1510812 w 1878763"/>
              <a:gd name="connsiteY488" fmla="*/ 904876 h 1720299"/>
              <a:gd name="connsiteX489" fmla="*/ 1538244 w 1878763"/>
              <a:gd name="connsiteY489" fmla="*/ 904876 h 1720299"/>
              <a:gd name="connsiteX490" fmla="*/ 1538244 w 1878763"/>
              <a:gd name="connsiteY490" fmla="*/ 932308 h 1720299"/>
              <a:gd name="connsiteX491" fmla="*/ 1510812 w 1878763"/>
              <a:gd name="connsiteY491" fmla="*/ 932308 h 1720299"/>
              <a:gd name="connsiteX492" fmla="*/ 1394702 w 1878763"/>
              <a:gd name="connsiteY492" fmla="*/ 904876 h 1720299"/>
              <a:gd name="connsiteX493" fmla="*/ 1422134 w 1878763"/>
              <a:gd name="connsiteY493" fmla="*/ 904876 h 1720299"/>
              <a:gd name="connsiteX494" fmla="*/ 1422134 w 1878763"/>
              <a:gd name="connsiteY494" fmla="*/ 932308 h 1720299"/>
              <a:gd name="connsiteX495" fmla="*/ 1394702 w 1878763"/>
              <a:gd name="connsiteY495" fmla="*/ 932308 h 1720299"/>
              <a:gd name="connsiteX496" fmla="*/ 1278592 w 1878763"/>
              <a:gd name="connsiteY496" fmla="*/ 904876 h 1720299"/>
              <a:gd name="connsiteX497" fmla="*/ 1306024 w 1878763"/>
              <a:gd name="connsiteY497" fmla="*/ 904876 h 1720299"/>
              <a:gd name="connsiteX498" fmla="*/ 1306024 w 1878763"/>
              <a:gd name="connsiteY498" fmla="*/ 932308 h 1720299"/>
              <a:gd name="connsiteX499" fmla="*/ 1278592 w 1878763"/>
              <a:gd name="connsiteY499" fmla="*/ 932308 h 1720299"/>
              <a:gd name="connsiteX500" fmla="*/ 1162482 w 1878763"/>
              <a:gd name="connsiteY500" fmla="*/ 904876 h 1720299"/>
              <a:gd name="connsiteX501" fmla="*/ 1189914 w 1878763"/>
              <a:gd name="connsiteY501" fmla="*/ 904876 h 1720299"/>
              <a:gd name="connsiteX502" fmla="*/ 1189914 w 1878763"/>
              <a:gd name="connsiteY502" fmla="*/ 932308 h 1720299"/>
              <a:gd name="connsiteX503" fmla="*/ 1162482 w 1878763"/>
              <a:gd name="connsiteY503" fmla="*/ 932308 h 1720299"/>
              <a:gd name="connsiteX504" fmla="*/ 1042307 w 1878763"/>
              <a:gd name="connsiteY504" fmla="*/ 904876 h 1720299"/>
              <a:gd name="connsiteX505" fmla="*/ 1069739 w 1878763"/>
              <a:gd name="connsiteY505" fmla="*/ 904876 h 1720299"/>
              <a:gd name="connsiteX506" fmla="*/ 1069739 w 1878763"/>
              <a:gd name="connsiteY506" fmla="*/ 932308 h 1720299"/>
              <a:gd name="connsiteX507" fmla="*/ 1042307 w 1878763"/>
              <a:gd name="connsiteY507" fmla="*/ 932308 h 1720299"/>
              <a:gd name="connsiteX508" fmla="*/ 926798 w 1878763"/>
              <a:gd name="connsiteY508" fmla="*/ 904876 h 1720299"/>
              <a:gd name="connsiteX509" fmla="*/ 954230 w 1878763"/>
              <a:gd name="connsiteY509" fmla="*/ 904876 h 1720299"/>
              <a:gd name="connsiteX510" fmla="*/ 954230 w 1878763"/>
              <a:gd name="connsiteY510" fmla="*/ 932308 h 1720299"/>
              <a:gd name="connsiteX511" fmla="*/ 926798 w 1878763"/>
              <a:gd name="connsiteY511" fmla="*/ 932308 h 1720299"/>
              <a:gd name="connsiteX512" fmla="*/ 812625 w 1878763"/>
              <a:gd name="connsiteY512" fmla="*/ 904876 h 1720299"/>
              <a:gd name="connsiteX513" fmla="*/ 840057 w 1878763"/>
              <a:gd name="connsiteY513" fmla="*/ 904876 h 1720299"/>
              <a:gd name="connsiteX514" fmla="*/ 840057 w 1878763"/>
              <a:gd name="connsiteY514" fmla="*/ 932308 h 1720299"/>
              <a:gd name="connsiteX515" fmla="*/ 812625 w 1878763"/>
              <a:gd name="connsiteY515" fmla="*/ 932308 h 1720299"/>
              <a:gd name="connsiteX516" fmla="*/ 692450 w 1878763"/>
              <a:gd name="connsiteY516" fmla="*/ 904876 h 1720299"/>
              <a:gd name="connsiteX517" fmla="*/ 719882 w 1878763"/>
              <a:gd name="connsiteY517" fmla="*/ 904876 h 1720299"/>
              <a:gd name="connsiteX518" fmla="*/ 719882 w 1878763"/>
              <a:gd name="connsiteY518" fmla="*/ 932308 h 1720299"/>
              <a:gd name="connsiteX519" fmla="*/ 692450 w 1878763"/>
              <a:gd name="connsiteY519" fmla="*/ 932308 h 1720299"/>
              <a:gd name="connsiteX520" fmla="*/ 576340 w 1878763"/>
              <a:gd name="connsiteY520" fmla="*/ 904876 h 1720299"/>
              <a:gd name="connsiteX521" fmla="*/ 603772 w 1878763"/>
              <a:gd name="connsiteY521" fmla="*/ 904876 h 1720299"/>
              <a:gd name="connsiteX522" fmla="*/ 603772 w 1878763"/>
              <a:gd name="connsiteY522" fmla="*/ 932308 h 1720299"/>
              <a:gd name="connsiteX523" fmla="*/ 576340 w 1878763"/>
              <a:gd name="connsiteY523" fmla="*/ 932308 h 1720299"/>
              <a:gd name="connsiteX524" fmla="*/ 456165 w 1878763"/>
              <a:gd name="connsiteY524" fmla="*/ 904876 h 1720299"/>
              <a:gd name="connsiteX525" fmla="*/ 483597 w 1878763"/>
              <a:gd name="connsiteY525" fmla="*/ 904876 h 1720299"/>
              <a:gd name="connsiteX526" fmla="*/ 483597 w 1878763"/>
              <a:gd name="connsiteY526" fmla="*/ 932308 h 1720299"/>
              <a:gd name="connsiteX527" fmla="*/ 456165 w 1878763"/>
              <a:gd name="connsiteY527" fmla="*/ 932308 h 1720299"/>
              <a:gd name="connsiteX528" fmla="*/ 340656 w 1878763"/>
              <a:gd name="connsiteY528" fmla="*/ 904876 h 1720299"/>
              <a:gd name="connsiteX529" fmla="*/ 368088 w 1878763"/>
              <a:gd name="connsiteY529" fmla="*/ 904876 h 1720299"/>
              <a:gd name="connsiteX530" fmla="*/ 368088 w 1878763"/>
              <a:gd name="connsiteY530" fmla="*/ 932308 h 1720299"/>
              <a:gd name="connsiteX531" fmla="*/ 340656 w 1878763"/>
              <a:gd name="connsiteY531" fmla="*/ 932308 h 1720299"/>
              <a:gd name="connsiteX532" fmla="*/ 226483 w 1878763"/>
              <a:gd name="connsiteY532" fmla="*/ 904876 h 1720299"/>
              <a:gd name="connsiteX533" fmla="*/ 253915 w 1878763"/>
              <a:gd name="connsiteY533" fmla="*/ 904876 h 1720299"/>
              <a:gd name="connsiteX534" fmla="*/ 253915 w 1878763"/>
              <a:gd name="connsiteY534" fmla="*/ 932308 h 1720299"/>
              <a:gd name="connsiteX535" fmla="*/ 226483 w 1878763"/>
              <a:gd name="connsiteY535" fmla="*/ 932308 h 1720299"/>
              <a:gd name="connsiteX536" fmla="*/ 114173 w 1878763"/>
              <a:gd name="connsiteY536" fmla="*/ 904876 h 1720299"/>
              <a:gd name="connsiteX537" fmla="*/ 141605 w 1878763"/>
              <a:gd name="connsiteY537" fmla="*/ 904876 h 1720299"/>
              <a:gd name="connsiteX538" fmla="*/ 141605 w 1878763"/>
              <a:gd name="connsiteY538" fmla="*/ 932308 h 1720299"/>
              <a:gd name="connsiteX539" fmla="*/ 114173 w 1878763"/>
              <a:gd name="connsiteY539" fmla="*/ 932308 h 1720299"/>
              <a:gd name="connsiteX540" fmla="*/ 0 w 1878763"/>
              <a:gd name="connsiteY540" fmla="*/ 904876 h 1720299"/>
              <a:gd name="connsiteX541" fmla="*/ 27432 w 1878763"/>
              <a:gd name="connsiteY541" fmla="*/ 904876 h 1720299"/>
              <a:gd name="connsiteX542" fmla="*/ 27432 w 1878763"/>
              <a:gd name="connsiteY542" fmla="*/ 932308 h 1720299"/>
              <a:gd name="connsiteX543" fmla="*/ 0 w 1878763"/>
              <a:gd name="connsiteY543" fmla="*/ 932308 h 1720299"/>
              <a:gd name="connsiteX544" fmla="*/ 1851331 w 1878763"/>
              <a:gd name="connsiteY544" fmla="*/ 789782 h 1720299"/>
              <a:gd name="connsiteX545" fmla="*/ 1878763 w 1878763"/>
              <a:gd name="connsiteY545" fmla="*/ 789782 h 1720299"/>
              <a:gd name="connsiteX546" fmla="*/ 1878763 w 1878763"/>
              <a:gd name="connsiteY546" fmla="*/ 817214 h 1720299"/>
              <a:gd name="connsiteX547" fmla="*/ 1851331 w 1878763"/>
              <a:gd name="connsiteY547" fmla="*/ 817214 h 1720299"/>
              <a:gd name="connsiteX548" fmla="*/ 1737031 w 1878763"/>
              <a:gd name="connsiteY548" fmla="*/ 789782 h 1720299"/>
              <a:gd name="connsiteX549" fmla="*/ 1764463 w 1878763"/>
              <a:gd name="connsiteY549" fmla="*/ 789782 h 1720299"/>
              <a:gd name="connsiteX550" fmla="*/ 1764463 w 1878763"/>
              <a:gd name="connsiteY550" fmla="*/ 817214 h 1720299"/>
              <a:gd name="connsiteX551" fmla="*/ 1737031 w 1878763"/>
              <a:gd name="connsiteY551" fmla="*/ 817214 h 1720299"/>
              <a:gd name="connsiteX552" fmla="*/ 1625112 w 1878763"/>
              <a:gd name="connsiteY552" fmla="*/ 789782 h 1720299"/>
              <a:gd name="connsiteX553" fmla="*/ 1652544 w 1878763"/>
              <a:gd name="connsiteY553" fmla="*/ 789782 h 1720299"/>
              <a:gd name="connsiteX554" fmla="*/ 1652544 w 1878763"/>
              <a:gd name="connsiteY554" fmla="*/ 817214 h 1720299"/>
              <a:gd name="connsiteX555" fmla="*/ 1625112 w 1878763"/>
              <a:gd name="connsiteY555" fmla="*/ 817214 h 1720299"/>
              <a:gd name="connsiteX556" fmla="*/ 1510812 w 1878763"/>
              <a:gd name="connsiteY556" fmla="*/ 789782 h 1720299"/>
              <a:gd name="connsiteX557" fmla="*/ 1538244 w 1878763"/>
              <a:gd name="connsiteY557" fmla="*/ 789782 h 1720299"/>
              <a:gd name="connsiteX558" fmla="*/ 1538244 w 1878763"/>
              <a:gd name="connsiteY558" fmla="*/ 817214 h 1720299"/>
              <a:gd name="connsiteX559" fmla="*/ 1510812 w 1878763"/>
              <a:gd name="connsiteY559" fmla="*/ 817214 h 1720299"/>
              <a:gd name="connsiteX560" fmla="*/ 1394702 w 1878763"/>
              <a:gd name="connsiteY560" fmla="*/ 789782 h 1720299"/>
              <a:gd name="connsiteX561" fmla="*/ 1422134 w 1878763"/>
              <a:gd name="connsiteY561" fmla="*/ 789782 h 1720299"/>
              <a:gd name="connsiteX562" fmla="*/ 1422134 w 1878763"/>
              <a:gd name="connsiteY562" fmla="*/ 817214 h 1720299"/>
              <a:gd name="connsiteX563" fmla="*/ 1394702 w 1878763"/>
              <a:gd name="connsiteY563" fmla="*/ 817214 h 1720299"/>
              <a:gd name="connsiteX564" fmla="*/ 1278592 w 1878763"/>
              <a:gd name="connsiteY564" fmla="*/ 789782 h 1720299"/>
              <a:gd name="connsiteX565" fmla="*/ 1306024 w 1878763"/>
              <a:gd name="connsiteY565" fmla="*/ 789782 h 1720299"/>
              <a:gd name="connsiteX566" fmla="*/ 1306024 w 1878763"/>
              <a:gd name="connsiteY566" fmla="*/ 817214 h 1720299"/>
              <a:gd name="connsiteX567" fmla="*/ 1278592 w 1878763"/>
              <a:gd name="connsiteY567" fmla="*/ 817214 h 1720299"/>
              <a:gd name="connsiteX568" fmla="*/ 1162482 w 1878763"/>
              <a:gd name="connsiteY568" fmla="*/ 789782 h 1720299"/>
              <a:gd name="connsiteX569" fmla="*/ 1189914 w 1878763"/>
              <a:gd name="connsiteY569" fmla="*/ 789782 h 1720299"/>
              <a:gd name="connsiteX570" fmla="*/ 1189914 w 1878763"/>
              <a:gd name="connsiteY570" fmla="*/ 817214 h 1720299"/>
              <a:gd name="connsiteX571" fmla="*/ 1162482 w 1878763"/>
              <a:gd name="connsiteY571" fmla="*/ 817214 h 1720299"/>
              <a:gd name="connsiteX572" fmla="*/ 1042307 w 1878763"/>
              <a:gd name="connsiteY572" fmla="*/ 789782 h 1720299"/>
              <a:gd name="connsiteX573" fmla="*/ 1069739 w 1878763"/>
              <a:gd name="connsiteY573" fmla="*/ 789782 h 1720299"/>
              <a:gd name="connsiteX574" fmla="*/ 1069739 w 1878763"/>
              <a:gd name="connsiteY574" fmla="*/ 817214 h 1720299"/>
              <a:gd name="connsiteX575" fmla="*/ 1042307 w 1878763"/>
              <a:gd name="connsiteY575" fmla="*/ 817214 h 1720299"/>
              <a:gd name="connsiteX576" fmla="*/ 926798 w 1878763"/>
              <a:gd name="connsiteY576" fmla="*/ 789782 h 1720299"/>
              <a:gd name="connsiteX577" fmla="*/ 954230 w 1878763"/>
              <a:gd name="connsiteY577" fmla="*/ 789782 h 1720299"/>
              <a:gd name="connsiteX578" fmla="*/ 954230 w 1878763"/>
              <a:gd name="connsiteY578" fmla="*/ 817214 h 1720299"/>
              <a:gd name="connsiteX579" fmla="*/ 926798 w 1878763"/>
              <a:gd name="connsiteY579" fmla="*/ 817214 h 1720299"/>
              <a:gd name="connsiteX580" fmla="*/ 812625 w 1878763"/>
              <a:gd name="connsiteY580" fmla="*/ 789782 h 1720299"/>
              <a:gd name="connsiteX581" fmla="*/ 840057 w 1878763"/>
              <a:gd name="connsiteY581" fmla="*/ 789782 h 1720299"/>
              <a:gd name="connsiteX582" fmla="*/ 840057 w 1878763"/>
              <a:gd name="connsiteY582" fmla="*/ 817214 h 1720299"/>
              <a:gd name="connsiteX583" fmla="*/ 812625 w 1878763"/>
              <a:gd name="connsiteY583" fmla="*/ 817214 h 1720299"/>
              <a:gd name="connsiteX584" fmla="*/ 692450 w 1878763"/>
              <a:gd name="connsiteY584" fmla="*/ 789782 h 1720299"/>
              <a:gd name="connsiteX585" fmla="*/ 719882 w 1878763"/>
              <a:gd name="connsiteY585" fmla="*/ 789782 h 1720299"/>
              <a:gd name="connsiteX586" fmla="*/ 719882 w 1878763"/>
              <a:gd name="connsiteY586" fmla="*/ 817214 h 1720299"/>
              <a:gd name="connsiteX587" fmla="*/ 692450 w 1878763"/>
              <a:gd name="connsiteY587" fmla="*/ 817214 h 1720299"/>
              <a:gd name="connsiteX588" fmla="*/ 576340 w 1878763"/>
              <a:gd name="connsiteY588" fmla="*/ 789782 h 1720299"/>
              <a:gd name="connsiteX589" fmla="*/ 603772 w 1878763"/>
              <a:gd name="connsiteY589" fmla="*/ 789782 h 1720299"/>
              <a:gd name="connsiteX590" fmla="*/ 603772 w 1878763"/>
              <a:gd name="connsiteY590" fmla="*/ 817214 h 1720299"/>
              <a:gd name="connsiteX591" fmla="*/ 576340 w 1878763"/>
              <a:gd name="connsiteY591" fmla="*/ 817214 h 1720299"/>
              <a:gd name="connsiteX592" fmla="*/ 456165 w 1878763"/>
              <a:gd name="connsiteY592" fmla="*/ 789782 h 1720299"/>
              <a:gd name="connsiteX593" fmla="*/ 483597 w 1878763"/>
              <a:gd name="connsiteY593" fmla="*/ 789782 h 1720299"/>
              <a:gd name="connsiteX594" fmla="*/ 483597 w 1878763"/>
              <a:gd name="connsiteY594" fmla="*/ 817214 h 1720299"/>
              <a:gd name="connsiteX595" fmla="*/ 456165 w 1878763"/>
              <a:gd name="connsiteY595" fmla="*/ 817214 h 1720299"/>
              <a:gd name="connsiteX596" fmla="*/ 340656 w 1878763"/>
              <a:gd name="connsiteY596" fmla="*/ 789782 h 1720299"/>
              <a:gd name="connsiteX597" fmla="*/ 368088 w 1878763"/>
              <a:gd name="connsiteY597" fmla="*/ 789782 h 1720299"/>
              <a:gd name="connsiteX598" fmla="*/ 368088 w 1878763"/>
              <a:gd name="connsiteY598" fmla="*/ 817214 h 1720299"/>
              <a:gd name="connsiteX599" fmla="*/ 340656 w 1878763"/>
              <a:gd name="connsiteY599" fmla="*/ 817214 h 1720299"/>
              <a:gd name="connsiteX600" fmla="*/ 226483 w 1878763"/>
              <a:gd name="connsiteY600" fmla="*/ 789782 h 1720299"/>
              <a:gd name="connsiteX601" fmla="*/ 253915 w 1878763"/>
              <a:gd name="connsiteY601" fmla="*/ 789782 h 1720299"/>
              <a:gd name="connsiteX602" fmla="*/ 253915 w 1878763"/>
              <a:gd name="connsiteY602" fmla="*/ 817214 h 1720299"/>
              <a:gd name="connsiteX603" fmla="*/ 226483 w 1878763"/>
              <a:gd name="connsiteY603" fmla="*/ 817214 h 1720299"/>
              <a:gd name="connsiteX604" fmla="*/ 114173 w 1878763"/>
              <a:gd name="connsiteY604" fmla="*/ 789782 h 1720299"/>
              <a:gd name="connsiteX605" fmla="*/ 141605 w 1878763"/>
              <a:gd name="connsiteY605" fmla="*/ 789782 h 1720299"/>
              <a:gd name="connsiteX606" fmla="*/ 141605 w 1878763"/>
              <a:gd name="connsiteY606" fmla="*/ 817214 h 1720299"/>
              <a:gd name="connsiteX607" fmla="*/ 114173 w 1878763"/>
              <a:gd name="connsiteY607" fmla="*/ 817214 h 1720299"/>
              <a:gd name="connsiteX608" fmla="*/ 0 w 1878763"/>
              <a:gd name="connsiteY608" fmla="*/ 789782 h 1720299"/>
              <a:gd name="connsiteX609" fmla="*/ 27432 w 1878763"/>
              <a:gd name="connsiteY609" fmla="*/ 789782 h 1720299"/>
              <a:gd name="connsiteX610" fmla="*/ 27432 w 1878763"/>
              <a:gd name="connsiteY610" fmla="*/ 817214 h 1720299"/>
              <a:gd name="connsiteX611" fmla="*/ 0 w 1878763"/>
              <a:gd name="connsiteY611" fmla="*/ 817214 h 1720299"/>
              <a:gd name="connsiteX612" fmla="*/ 1851331 w 1878763"/>
              <a:gd name="connsiteY612" fmla="*/ 676275 h 1720299"/>
              <a:gd name="connsiteX613" fmla="*/ 1878763 w 1878763"/>
              <a:gd name="connsiteY613" fmla="*/ 676275 h 1720299"/>
              <a:gd name="connsiteX614" fmla="*/ 1878763 w 1878763"/>
              <a:gd name="connsiteY614" fmla="*/ 703707 h 1720299"/>
              <a:gd name="connsiteX615" fmla="*/ 1851331 w 1878763"/>
              <a:gd name="connsiteY615" fmla="*/ 703707 h 1720299"/>
              <a:gd name="connsiteX616" fmla="*/ 1737031 w 1878763"/>
              <a:gd name="connsiteY616" fmla="*/ 676275 h 1720299"/>
              <a:gd name="connsiteX617" fmla="*/ 1764463 w 1878763"/>
              <a:gd name="connsiteY617" fmla="*/ 676275 h 1720299"/>
              <a:gd name="connsiteX618" fmla="*/ 1764463 w 1878763"/>
              <a:gd name="connsiteY618" fmla="*/ 703707 h 1720299"/>
              <a:gd name="connsiteX619" fmla="*/ 1737031 w 1878763"/>
              <a:gd name="connsiteY619" fmla="*/ 703707 h 1720299"/>
              <a:gd name="connsiteX620" fmla="*/ 1625112 w 1878763"/>
              <a:gd name="connsiteY620" fmla="*/ 676275 h 1720299"/>
              <a:gd name="connsiteX621" fmla="*/ 1652544 w 1878763"/>
              <a:gd name="connsiteY621" fmla="*/ 676275 h 1720299"/>
              <a:gd name="connsiteX622" fmla="*/ 1652544 w 1878763"/>
              <a:gd name="connsiteY622" fmla="*/ 703707 h 1720299"/>
              <a:gd name="connsiteX623" fmla="*/ 1625112 w 1878763"/>
              <a:gd name="connsiteY623" fmla="*/ 703707 h 1720299"/>
              <a:gd name="connsiteX624" fmla="*/ 1510812 w 1878763"/>
              <a:gd name="connsiteY624" fmla="*/ 676275 h 1720299"/>
              <a:gd name="connsiteX625" fmla="*/ 1538244 w 1878763"/>
              <a:gd name="connsiteY625" fmla="*/ 676275 h 1720299"/>
              <a:gd name="connsiteX626" fmla="*/ 1538244 w 1878763"/>
              <a:gd name="connsiteY626" fmla="*/ 703707 h 1720299"/>
              <a:gd name="connsiteX627" fmla="*/ 1510812 w 1878763"/>
              <a:gd name="connsiteY627" fmla="*/ 703707 h 1720299"/>
              <a:gd name="connsiteX628" fmla="*/ 1394702 w 1878763"/>
              <a:gd name="connsiteY628" fmla="*/ 676275 h 1720299"/>
              <a:gd name="connsiteX629" fmla="*/ 1422134 w 1878763"/>
              <a:gd name="connsiteY629" fmla="*/ 676275 h 1720299"/>
              <a:gd name="connsiteX630" fmla="*/ 1422134 w 1878763"/>
              <a:gd name="connsiteY630" fmla="*/ 703707 h 1720299"/>
              <a:gd name="connsiteX631" fmla="*/ 1394702 w 1878763"/>
              <a:gd name="connsiteY631" fmla="*/ 703707 h 1720299"/>
              <a:gd name="connsiteX632" fmla="*/ 1278592 w 1878763"/>
              <a:gd name="connsiteY632" fmla="*/ 676275 h 1720299"/>
              <a:gd name="connsiteX633" fmla="*/ 1306024 w 1878763"/>
              <a:gd name="connsiteY633" fmla="*/ 676275 h 1720299"/>
              <a:gd name="connsiteX634" fmla="*/ 1306024 w 1878763"/>
              <a:gd name="connsiteY634" fmla="*/ 703707 h 1720299"/>
              <a:gd name="connsiteX635" fmla="*/ 1278592 w 1878763"/>
              <a:gd name="connsiteY635" fmla="*/ 703707 h 1720299"/>
              <a:gd name="connsiteX636" fmla="*/ 1162482 w 1878763"/>
              <a:gd name="connsiteY636" fmla="*/ 676275 h 1720299"/>
              <a:gd name="connsiteX637" fmla="*/ 1189914 w 1878763"/>
              <a:gd name="connsiteY637" fmla="*/ 676275 h 1720299"/>
              <a:gd name="connsiteX638" fmla="*/ 1189914 w 1878763"/>
              <a:gd name="connsiteY638" fmla="*/ 703707 h 1720299"/>
              <a:gd name="connsiteX639" fmla="*/ 1162482 w 1878763"/>
              <a:gd name="connsiteY639" fmla="*/ 703707 h 1720299"/>
              <a:gd name="connsiteX640" fmla="*/ 1042307 w 1878763"/>
              <a:gd name="connsiteY640" fmla="*/ 676275 h 1720299"/>
              <a:gd name="connsiteX641" fmla="*/ 1069739 w 1878763"/>
              <a:gd name="connsiteY641" fmla="*/ 676275 h 1720299"/>
              <a:gd name="connsiteX642" fmla="*/ 1069739 w 1878763"/>
              <a:gd name="connsiteY642" fmla="*/ 703707 h 1720299"/>
              <a:gd name="connsiteX643" fmla="*/ 1042307 w 1878763"/>
              <a:gd name="connsiteY643" fmla="*/ 703707 h 1720299"/>
              <a:gd name="connsiteX644" fmla="*/ 926798 w 1878763"/>
              <a:gd name="connsiteY644" fmla="*/ 676275 h 1720299"/>
              <a:gd name="connsiteX645" fmla="*/ 954230 w 1878763"/>
              <a:gd name="connsiteY645" fmla="*/ 676275 h 1720299"/>
              <a:gd name="connsiteX646" fmla="*/ 954230 w 1878763"/>
              <a:gd name="connsiteY646" fmla="*/ 703707 h 1720299"/>
              <a:gd name="connsiteX647" fmla="*/ 926798 w 1878763"/>
              <a:gd name="connsiteY647" fmla="*/ 703707 h 1720299"/>
              <a:gd name="connsiteX648" fmla="*/ 812625 w 1878763"/>
              <a:gd name="connsiteY648" fmla="*/ 676275 h 1720299"/>
              <a:gd name="connsiteX649" fmla="*/ 840057 w 1878763"/>
              <a:gd name="connsiteY649" fmla="*/ 676275 h 1720299"/>
              <a:gd name="connsiteX650" fmla="*/ 840057 w 1878763"/>
              <a:gd name="connsiteY650" fmla="*/ 703707 h 1720299"/>
              <a:gd name="connsiteX651" fmla="*/ 812625 w 1878763"/>
              <a:gd name="connsiteY651" fmla="*/ 703707 h 1720299"/>
              <a:gd name="connsiteX652" fmla="*/ 692450 w 1878763"/>
              <a:gd name="connsiteY652" fmla="*/ 676275 h 1720299"/>
              <a:gd name="connsiteX653" fmla="*/ 719882 w 1878763"/>
              <a:gd name="connsiteY653" fmla="*/ 676275 h 1720299"/>
              <a:gd name="connsiteX654" fmla="*/ 719882 w 1878763"/>
              <a:gd name="connsiteY654" fmla="*/ 703707 h 1720299"/>
              <a:gd name="connsiteX655" fmla="*/ 692450 w 1878763"/>
              <a:gd name="connsiteY655" fmla="*/ 703707 h 1720299"/>
              <a:gd name="connsiteX656" fmla="*/ 576340 w 1878763"/>
              <a:gd name="connsiteY656" fmla="*/ 676275 h 1720299"/>
              <a:gd name="connsiteX657" fmla="*/ 603772 w 1878763"/>
              <a:gd name="connsiteY657" fmla="*/ 676275 h 1720299"/>
              <a:gd name="connsiteX658" fmla="*/ 603772 w 1878763"/>
              <a:gd name="connsiteY658" fmla="*/ 703707 h 1720299"/>
              <a:gd name="connsiteX659" fmla="*/ 576340 w 1878763"/>
              <a:gd name="connsiteY659" fmla="*/ 703707 h 1720299"/>
              <a:gd name="connsiteX660" fmla="*/ 456165 w 1878763"/>
              <a:gd name="connsiteY660" fmla="*/ 676275 h 1720299"/>
              <a:gd name="connsiteX661" fmla="*/ 483597 w 1878763"/>
              <a:gd name="connsiteY661" fmla="*/ 676275 h 1720299"/>
              <a:gd name="connsiteX662" fmla="*/ 483597 w 1878763"/>
              <a:gd name="connsiteY662" fmla="*/ 703707 h 1720299"/>
              <a:gd name="connsiteX663" fmla="*/ 456165 w 1878763"/>
              <a:gd name="connsiteY663" fmla="*/ 703707 h 1720299"/>
              <a:gd name="connsiteX664" fmla="*/ 340656 w 1878763"/>
              <a:gd name="connsiteY664" fmla="*/ 676275 h 1720299"/>
              <a:gd name="connsiteX665" fmla="*/ 368088 w 1878763"/>
              <a:gd name="connsiteY665" fmla="*/ 676275 h 1720299"/>
              <a:gd name="connsiteX666" fmla="*/ 368088 w 1878763"/>
              <a:gd name="connsiteY666" fmla="*/ 703707 h 1720299"/>
              <a:gd name="connsiteX667" fmla="*/ 340656 w 1878763"/>
              <a:gd name="connsiteY667" fmla="*/ 703707 h 1720299"/>
              <a:gd name="connsiteX668" fmla="*/ 226483 w 1878763"/>
              <a:gd name="connsiteY668" fmla="*/ 676275 h 1720299"/>
              <a:gd name="connsiteX669" fmla="*/ 253915 w 1878763"/>
              <a:gd name="connsiteY669" fmla="*/ 676275 h 1720299"/>
              <a:gd name="connsiteX670" fmla="*/ 253915 w 1878763"/>
              <a:gd name="connsiteY670" fmla="*/ 703707 h 1720299"/>
              <a:gd name="connsiteX671" fmla="*/ 226483 w 1878763"/>
              <a:gd name="connsiteY671" fmla="*/ 703707 h 1720299"/>
              <a:gd name="connsiteX672" fmla="*/ 114173 w 1878763"/>
              <a:gd name="connsiteY672" fmla="*/ 676275 h 1720299"/>
              <a:gd name="connsiteX673" fmla="*/ 141605 w 1878763"/>
              <a:gd name="connsiteY673" fmla="*/ 676275 h 1720299"/>
              <a:gd name="connsiteX674" fmla="*/ 141605 w 1878763"/>
              <a:gd name="connsiteY674" fmla="*/ 703707 h 1720299"/>
              <a:gd name="connsiteX675" fmla="*/ 114173 w 1878763"/>
              <a:gd name="connsiteY675" fmla="*/ 703707 h 1720299"/>
              <a:gd name="connsiteX676" fmla="*/ 0 w 1878763"/>
              <a:gd name="connsiteY676" fmla="*/ 676275 h 1720299"/>
              <a:gd name="connsiteX677" fmla="*/ 27432 w 1878763"/>
              <a:gd name="connsiteY677" fmla="*/ 676275 h 1720299"/>
              <a:gd name="connsiteX678" fmla="*/ 27432 w 1878763"/>
              <a:gd name="connsiteY678" fmla="*/ 703707 h 1720299"/>
              <a:gd name="connsiteX679" fmla="*/ 0 w 1878763"/>
              <a:gd name="connsiteY679" fmla="*/ 703707 h 1720299"/>
              <a:gd name="connsiteX680" fmla="*/ 1851331 w 1878763"/>
              <a:gd name="connsiteY680" fmla="*/ 565945 h 1720299"/>
              <a:gd name="connsiteX681" fmla="*/ 1878763 w 1878763"/>
              <a:gd name="connsiteY681" fmla="*/ 565945 h 1720299"/>
              <a:gd name="connsiteX682" fmla="*/ 1878763 w 1878763"/>
              <a:gd name="connsiteY682" fmla="*/ 593377 h 1720299"/>
              <a:gd name="connsiteX683" fmla="*/ 1851331 w 1878763"/>
              <a:gd name="connsiteY683" fmla="*/ 593377 h 1720299"/>
              <a:gd name="connsiteX684" fmla="*/ 1737031 w 1878763"/>
              <a:gd name="connsiteY684" fmla="*/ 565945 h 1720299"/>
              <a:gd name="connsiteX685" fmla="*/ 1764463 w 1878763"/>
              <a:gd name="connsiteY685" fmla="*/ 565945 h 1720299"/>
              <a:gd name="connsiteX686" fmla="*/ 1764463 w 1878763"/>
              <a:gd name="connsiteY686" fmla="*/ 593377 h 1720299"/>
              <a:gd name="connsiteX687" fmla="*/ 1737031 w 1878763"/>
              <a:gd name="connsiteY687" fmla="*/ 593377 h 1720299"/>
              <a:gd name="connsiteX688" fmla="*/ 1625112 w 1878763"/>
              <a:gd name="connsiteY688" fmla="*/ 565945 h 1720299"/>
              <a:gd name="connsiteX689" fmla="*/ 1652544 w 1878763"/>
              <a:gd name="connsiteY689" fmla="*/ 565945 h 1720299"/>
              <a:gd name="connsiteX690" fmla="*/ 1652544 w 1878763"/>
              <a:gd name="connsiteY690" fmla="*/ 593377 h 1720299"/>
              <a:gd name="connsiteX691" fmla="*/ 1625112 w 1878763"/>
              <a:gd name="connsiteY691" fmla="*/ 593377 h 1720299"/>
              <a:gd name="connsiteX692" fmla="*/ 1510812 w 1878763"/>
              <a:gd name="connsiteY692" fmla="*/ 565945 h 1720299"/>
              <a:gd name="connsiteX693" fmla="*/ 1538244 w 1878763"/>
              <a:gd name="connsiteY693" fmla="*/ 565945 h 1720299"/>
              <a:gd name="connsiteX694" fmla="*/ 1538244 w 1878763"/>
              <a:gd name="connsiteY694" fmla="*/ 593377 h 1720299"/>
              <a:gd name="connsiteX695" fmla="*/ 1510812 w 1878763"/>
              <a:gd name="connsiteY695" fmla="*/ 593377 h 1720299"/>
              <a:gd name="connsiteX696" fmla="*/ 1394702 w 1878763"/>
              <a:gd name="connsiteY696" fmla="*/ 565945 h 1720299"/>
              <a:gd name="connsiteX697" fmla="*/ 1422134 w 1878763"/>
              <a:gd name="connsiteY697" fmla="*/ 565945 h 1720299"/>
              <a:gd name="connsiteX698" fmla="*/ 1422134 w 1878763"/>
              <a:gd name="connsiteY698" fmla="*/ 593377 h 1720299"/>
              <a:gd name="connsiteX699" fmla="*/ 1394702 w 1878763"/>
              <a:gd name="connsiteY699" fmla="*/ 593377 h 1720299"/>
              <a:gd name="connsiteX700" fmla="*/ 1278592 w 1878763"/>
              <a:gd name="connsiteY700" fmla="*/ 565945 h 1720299"/>
              <a:gd name="connsiteX701" fmla="*/ 1306024 w 1878763"/>
              <a:gd name="connsiteY701" fmla="*/ 565945 h 1720299"/>
              <a:gd name="connsiteX702" fmla="*/ 1306024 w 1878763"/>
              <a:gd name="connsiteY702" fmla="*/ 593377 h 1720299"/>
              <a:gd name="connsiteX703" fmla="*/ 1278592 w 1878763"/>
              <a:gd name="connsiteY703" fmla="*/ 593377 h 1720299"/>
              <a:gd name="connsiteX704" fmla="*/ 1162482 w 1878763"/>
              <a:gd name="connsiteY704" fmla="*/ 565945 h 1720299"/>
              <a:gd name="connsiteX705" fmla="*/ 1189914 w 1878763"/>
              <a:gd name="connsiteY705" fmla="*/ 565945 h 1720299"/>
              <a:gd name="connsiteX706" fmla="*/ 1189914 w 1878763"/>
              <a:gd name="connsiteY706" fmla="*/ 593377 h 1720299"/>
              <a:gd name="connsiteX707" fmla="*/ 1162482 w 1878763"/>
              <a:gd name="connsiteY707" fmla="*/ 593377 h 1720299"/>
              <a:gd name="connsiteX708" fmla="*/ 1042307 w 1878763"/>
              <a:gd name="connsiteY708" fmla="*/ 565945 h 1720299"/>
              <a:gd name="connsiteX709" fmla="*/ 1069739 w 1878763"/>
              <a:gd name="connsiteY709" fmla="*/ 565945 h 1720299"/>
              <a:gd name="connsiteX710" fmla="*/ 1069739 w 1878763"/>
              <a:gd name="connsiteY710" fmla="*/ 593377 h 1720299"/>
              <a:gd name="connsiteX711" fmla="*/ 1042307 w 1878763"/>
              <a:gd name="connsiteY711" fmla="*/ 593377 h 1720299"/>
              <a:gd name="connsiteX712" fmla="*/ 926798 w 1878763"/>
              <a:gd name="connsiteY712" fmla="*/ 565945 h 1720299"/>
              <a:gd name="connsiteX713" fmla="*/ 954230 w 1878763"/>
              <a:gd name="connsiteY713" fmla="*/ 565945 h 1720299"/>
              <a:gd name="connsiteX714" fmla="*/ 954230 w 1878763"/>
              <a:gd name="connsiteY714" fmla="*/ 593377 h 1720299"/>
              <a:gd name="connsiteX715" fmla="*/ 926798 w 1878763"/>
              <a:gd name="connsiteY715" fmla="*/ 593377 h 1720299"/>
              <a:gd name="connsiteX716" fmla="*/ 812625 w 1878763"/>
              <a:gd name="connsiteY716" fmla="*/ 565945 h 1720299"/>
              <a:gd name="connsiteX717" fmla="*/ 840057 w 1878763"/>
              <a:gd name="connsiteY717" fmla="*/ 565945 h 1720299"/>
              <a:gd name="connsiteX718" fmla="*/ 840057 w 1878763"/>
              <a:gd name="connsiteY718" fmla="*/ 593377 h 1720299"/>
              <a:gd name="connsiteX719" fmla="*/ 812625 w 1878763"/>
              <a:gd name="connsiteY719" fmla="*/ 593377 h 1720299"/>
              <a:gd name="connsiteX720" fmla="*/ 692450 w 1878763"/>
              <a:gd name="connsiteY720" fmla="*/ 565945 h 1720299"/>
              <a:gd name="connsiteX721" fmla="*/ 719882 w 1878763"/>
              <a:gd name="connsiteY721" fmla="*/ 565945 h 1720299"/>
              <a:gd name="connsiteX722" fmla="*/ 719882 w 1878763"/>
              <a:gd name="connsiteY722" fmla="*/ 593377 h 1720299"/>
              <a:gd name="connsiteX723" fmla="*/ 692450 w 1878763"/>
              <a:gd name="connsiteY723" fmla="*/ 593377 h 1720299"/>
              <a:gd name="connsiteX724" fmla="*/ 576340 w 1878763"/>
              <a:gd name="connsiteY724" fmla="*/ 565945 h 1720299"/>
              <a:gd name="connsiteX725" fmla="*/ 603772 w 1878763"/>
              <a:gd name="connsiteY725" fmla="*/ 565945 h 1720299"/>
              <a:gd name="connsiteX726" fmla="*/ 603772 w 1878763"/>
              <a:gd name="connsiteY726" fmla="*/ 593377 h 1720299"/>
              <a:gd name="connsiteX727" fmla="*/ 576340 w 1878763"/>
              <a:gd name="connsiteY727" fmla="*/ 593377 h 1720299"/>
              <a:gd name="connsiteX728" fmla="*/ 456165 w 1878763"/>
              <a:gd name="connsiteY728" fmla="*/ 565945 h 1720299"/>
              <a:gd name="connsiteX729" fmla="*/ 483597 w 1878763"/>
              <a:gd name="connsiteY729" fmla="*/ 565945 h 1720299"/>
              <a:gd name="connsiteX730" fmla="*/ 483597 w 1878763"/>
              <a:gd name="connsiteY730" fmla="*/ 593377 h 1720299"/>
              <a:gd name="connsiteX731" fmla="*/ 456165 w 1878763"/>
              <a:gd name="connsiteY731" fmla="*/ 593377 h 1720299"/>
              <a:gd name="connsiteX732" fmla="*/ 340656 w 1878763"/>
              <a:gd name="connsiteY732" fmla="*/ 565945 h 1720299"/>
              <a:gd name="connsiteX733" fmla="*/ 368088 w 1878763"/>
              <a:gd name="connsiteY733" fmla="*/ 565945 h 1720299"/>
              <a:gd name="connsiteX734" fmla="*/ 368088 w 1878763"/>
              <a:gd name="connsiteY734" fmla="*/ 593377 h 1720299"/>
              <a:gd name="connsiteX735" fmla="*/ 340656 w 1878763"/>
              <a:gd name="connsiteY735" fmla="*/ 593377 h 1720299"/>
              <a:gd name="connsiteX736" fmla="*/ 226483 w 1878763"/>
              <a:gd name="connsiteY736" fmla="*/ 565945 h 1720299"/>
              <a:gd name="connsiteX737" fmla="*/ 253915 w 1878763"/>
              <a:gd name="connsiteY737" fmla="*/ 565945 h 1720299"/>
              <a:gd name="connsiteX738" fmla="*/ 253915 w 1878763"/>
              <a:gd name="connsiteY738" fmla="*/ 593377 h 1720299"/>
              <a:gd name="connsiteX739" fmla="*/ 226483 w 1878763"/>
              <a:gd name="connsiteY739" fmla="*/ 593377 h 1720299"/>
              <a:gd name="connsiteX740" fmla="*/ 114173 w 1878763"/>
              <a:gd name="connsiteY740" fmla="*/ 565945 h 1720299"/>
              <a:gd name="connsiteX741" fmla="*/ 141605 w 1878763"/>
              <a:gd name="connsiteY741" fmla="*/ 565945 h 1720299"/>
              <a:gd name="connsiteX742" fmla="*/ 141605 w 1878763"/>
              <a:gd name="connsiteY742" fmla="*/ 593377 h 1720299"/>
              <a:gd name="connsiteX743" fmla="*/ 114173 w 1878763"/>
              <a:gd name="connsiteY743" fmla="*/ 593377 h 1720299"/>
              <a:gd name="connsiteX744" fmla="*/ 0 w 1878763"/>
              <a:gd name="connsiteY744" fmla="*/ 565945 h 1720299"/>
              <a:gd name="connsiteX745" fmla="*/ 27432 w 1878763"/>
              <a:gd name="connsiteY745" fmla="*/ 565945 h 1720299"/>
              <a:gd name="connsiteX746" fmla="*/ 27432 w 1878763"/>
              <a:gd name="connsiteY746" fmla="*/ 593377 h 1720299"/>
              <a:gd name="connsiteX747" fmla="*/ 0 w 1878763"/>
              <a:gd name="connsiteY747" fmla="*/ 593377 h 1720299"/>
              <a:gd name="connsiteX748" fmla="*/ 1851331 w 1878763"/>
              <a:gd name="connsiteY748" fmla="*/ 452438 h 1720299"/>
              <a:gd name="connsiteX749" fmla="*/ 1878763 w 1878763"/>
              <a:gd name="connsiteY749" fmla="*/ 452438 h 1720299"/>
              <a:gd name="connsiteX750" fmla="*/ 1878763 w 1878763"/>
              <a:gd name="connsiteY750" fmla="*/ 479870 h 1720299"/>
              <a:gd name="connsiteX751" fmla="*/ 1851331 w 1878763"/>
              <a:gd name="connsiteY751" fmla="*/ 479870 h 1720299"/>
              <a:gd name="connsiteX752" fmla="*/ 1737031 w 1878763"/>
              <a:gd name="connsiteY752" fmla="*/ 452438 h 1720299"/>
              <a:gd name="connsiteX753" fmla="*/ 1764463 w 1878763"/>
              <a:gd name="connsiteY753" fmla="*/ 452438 h 1720299"/>
              <a:gd name="connsiteX754" fmla="*/ 1764463 w 1878763"/>
              <a:gd name="connsiteY754" fmla="*/ 479870 h 1720299"/>
              <a:gd name="connsiteX755" fmla="*/ 1737031 w 1878763"/>
              <a:gd name="connsiteY755" fmla="*/ 479870 h 1720299"/>
              <a:gd name="connsiteX756" fmla="*/ 1625112 w 1878763"/>
              <a:gd name="connsiteY756" fmla="*/ 452438 h 1720299"/>
              <a:gd name="connsiteX757" fmla="*/ 1652544 w 1878763"/>
              <a:gd name="connsiteY757" fmla="*/ 452438 h 1720299"/>
              <a:gd name="connsiteX758" fmla="*/ 1652544 w 1878763"/>
              <a:gd name="connsiteY758" fmla="*/ 479870 h 1720299"/>
              <a:gd name="connsiteX759" fmla="*/ 1625112 w 1878763"/>
              <a:gd name="connsiteY759" fmla="*/ 479870 h 1720299"/>
              <a:gd name="connsiteX760" fmla="*/ 1510812 w 1878763"/>
              <a:gd name="connsiteY760" fmla="*/ 452438 h 1720299"/>
              <a:gd name="connsiteX761" fmla="*/ 1538244 w 1878763"/>
              <a:gd name="connsiteY761" fmla="*/ 452438 h 1720299"/>
              <a:gd name="connsiteX762" fmla="*/ 1538244 w 1878763"/>
              <a:gd name="connsiteY762" fmla="*/ 479870 h 1720299"/>
              <a:gd name="connsiteX763" fmla="*/ 1510812 w 1878763"/>
              <a:gd name="connsiteY763" fmla="*/ 479870 h 1720299"/>
              <a:gd name="connsiteX764" fmla="*/ 1394702 w 1878763"/>
              <a:gd name="connsiteY764" fmla="*/ 452438 h 1720299"/>
              <a:gd name="connsiteX765" fmla="*/ 1422134 w 1878763"/>
              <a:gd name="connsiteY765" fmla="*/ 452438 h 1720299"/>
              <a:gd name="connsiteX766" fmla="*/ 1422134 w 1878763"/>
              <a:gd name="connsiteY766" fmla="*/ 479870 h 1720299"/>
              <a:gd name="connsiteX767" fmla="*/ 1394702 w 1878763"/>
              <a:gd name="connsiteY767" fmla="*/ 479870 h 1720299"/>
              <a:gd name="connsiteX768" fmla="*/ 1278592 w 1878763"/>
              <a:gd name="connsiteY768" fmla="*/ 452438 h 1720299"/>
              <a:gd name="connsiteX769" fmla="*/ 1306024 w 1878763"/>
              <a:gd name="connsiteY769" fmla="*/ 452438 h 1720299"/>
              <a:gd name="connsiteX770" fmla="*/ 1306024 w 1878763"/>
              <a:gd name="connsiteY770" fmla="*/ 479870 h 1720299"/>
              <a:gd name="connsiteX771" fmla="*/ 1278592 w 1878763"/>
              <a:gd name="connsiteY771" fmla="*/ 479870 h 1720299"/>
              <a:gd name="connsiteX772" fmla="*/ 1162482 w 1878763"/>
              <a:gd name="connsiteY772" fmla="*/ 452438 h 1720299"/>
              <a:gd name="connsiteX773" fmla="*/ 1189914 w 1878763"/>
              <a:gd name="connsiteY773" fmla="*/ 452438 h 1720299"/>
              <a:gd name="connsiteX774" fmla="*/ 1189914 w 1878763"/>
              <a:gd name="connsiteY774" fmla="*/ 479870 h 1720299"/>
              <a:gd name="connsiteX775" fmla="*/ 1162482 w 1878763"/>
              <a:gd name="connsiteY775" fmla="*/ 479870 h 1720299"/>
              <a:gd name="connsiteX776" fmla="*/ 1042307 w 1878763"/>
              <a:gd name="connsiteY776" fmla="*/ 452438 h 1720299"/>
              <a:gd name="connsiteX777" fmla="*/ 1069739 w 1878763"/>
              <a:gd name="connsiteY777" fmla="*/ 452438 h 1720299"/>
              <a:gd name="connsiteX778" fmla="*/ 1069739 w 1878763"/>
              <a:gd name="connsiteY778" fmla="*/ 479870 h 1720299"/>
              <a:gd name="connsiteX779" fmla="*/ 1042307 w 1878763"/>
              <a:gd name="connsiteY779" fmla="*/ 479870 h 1720299"/>
              <a:gd name="connsiteX780" fmla="*/ 926798 w 1878763"/>
              <a:gd name="connsiteY780" fmla="*/ 452438 h 1720299"/>
              <a:gd name="connsiteX781" fmla="*/ 954230 w 1878763"/>
              <a:gd name="connsiteY781" fmla="*/ 452438 h 1720299"/>
              <a:gd name="connsiteX782" fmla="*/ 954230 w 1878763"/>
              <a:gd name="connsiteY782" fmla="*/ 479870 h 1720299"/>
              <a:gd name="connsiteX783" fmla="*/ 926798 w 1878763"/>
              <a:gd name="connsiteY783" fmla="*/ 479870 h 1720299"/>
              <a:gd name="connsiteX784" fmla="*/ 812625 w 1878763"/>
              <a:gd name="connsiteY784" fmla="*/ 452438 h 1720299"/>
              <a:gd name="connsiteX785" fmla="*/ 840057 w 1878763"/>
              <a:gd name="connsiteY785" fmla="*/ 452438 h 1720299"/>
              <a:gd name="connsiteX786" fmla="*/ 840057 w 1878763"/>
              <a:gd name="connsiteY786" fmla="*/ 479870 h 1720299"/>
              <a:gd name="connsiteX787" fmla="*/ 812625 w 1878763"/>
              <a:gd name="connsiteY787" fmla="*/ 479870 h 1720299"/>
              <a:gd name="connsiteX788" fmla="*/ 692450 w 1878763"/>
              <a:gd name="connsiteY788" fmla="*/ 452438 h 1720299"/>
              <a:gd name="connsiteX789" fmla="*/ 719882 w 1878763"/>
              <a:gd name="connsiteY789" fmla="*/ 452438 h 1720299"/>
              <a:gd name="connsiteX790" fmla="*/ 719882 w 1878763"/>
              <a:gd name="connsiteY790" fmla="*/ 479870 h 1720299"/>
              <a:gd name="connsiteX791" fmla="*/ 692450 w 1878763"/>
              <a:gd name="connsiteY791" fmla="*/ 479870 h 1720299"/>
              <a:gd name="connsiteX792" fmla="*/ 576340 w 1878763"/>
              <a:gd name="connsiteY792" fmla="*/ 452438 h 1720299"/>
              <a:gd name="connsiteX793" fmla="*/ 603772 w 1878763"/>
              <a:gd name="connsiteY793" fmla="*/ 452438 h 1720299"/>
              <a:gd name="connsiteX794" fmla="*/ 603772 w 1878763"/>
              <a:gd name="connsiteY794" fmla="*/ 479870 h 1720299"/>
              <a:gd name="connsiteX795" fmla="*/ 576340 w 1878763"/>
              <a:gd name="connsiteY795" fmla="*/ 479870 h 1720299"/>
              <a:gd name="connsiteX796" fmla="*/ 456165 w 1878763"/>
              <a:gd name="connsiteY796" fmla="*/ 452438 h 1720299"/>
              <a:gd name="connsiteX797" fmla="*/ 483597 w 1878763"/>
              <a:gd name="connsiteY797" fmla="*/ 452438 h 1720299"/>
              <a:gd name="connsiteX798" fmla="*/ 483597 w 1878763"/>
              <a:gd name="connsiteY798" fmla="*/ 479870 h 1720299"/>
              <a:gd name="connsiteX799" fmla="*/ 456165 w 1878763"/>
              <a:gd name="connsiteY799" fmla="*/ 479870 h 1720299"/>
              <a:gd name="connsiteX800" fmla="*/ 340656 w 1878763"/>
              <a:gd name="connsiteY800" fmla="*/ 452438 h 1720299"/>
              <a:gd name="connsiteX801" fmla="*/ 368088 w 1878763"/>
              <a:gd name="connsiteY801" fmla="*/ 452438 h 1720299"/>
              <a:gd name="connsiteX802" fmla="*/ 368088 w 1878763"/>
              <a:gd name="connsiteY802" fmla="*/ 479870 h 1720299"/>
              <a:gd name="connsiteX803" fmla="*/ 340656 w 1878763"/>
              <a:gd name="connsiteY803" fmla="*/ 479870 h 1720299"/>
              <a:gd name="connsiteX804" fmla="*/ 226483 w 1878763"/>
              <a:gd name="connsiteY804" fmla="*/ 452438 h 1720299"/>
              <a:gd name="connsiteX805" fmla="*/ 253915 w 1878763"/>
              <a:gd name="connsiteY805" fmla="*/ 452438 h 1720299"/>
              <a:gd name="connsiteX806" fmla="*/ 253915 w 1878763"/>
              <a:gd name="connsiteY806" fmla="*/ 479870 h 1720299"/>
              <a:gd name="connsiteX807" fmla="*/ 226483 w 1878763"/>
              <a:gd name="connsiteY807" fmla="*/ 479870 h 1720299"/>
              <a:gd name="connsiteX808" fmla="*/ 114173 w 1878763"/>
              <a:gd name="connsiteY808" fmla="*/ 452438 h 1720299"/>
              <a:gd name="connsiteX809" fmla="*/ 141605 w 1878763"/>
              <a:gd name="connsiteY809" fmla="*/ 452438 h 1720299"/>
              <a:gd name="connsiteX810" fmla="*/ 141605 w 1878763"/>
              <a:gd name="connsiteY810" fmla="*/ 479870 h 1720299"/>
              <a:gd name="connsiteX811" fmla="*/ 114173 w 1878763"/>
              <a:gd name="connsiteY811" fmla="*/ 479870 h 1720299"/>
              <a:gd name="connsiteX812" fmla="*/ 0 w 1878763"/>
              <a:gd name="connsiteY812" fmla="*/ 452438 h 1720299"/>
              <a:gd name="connsiteX813" fmla="*/ 27432 w 1878763"/>
              <a:gd name="connsiteY813" fmla="*/ 452438 h 1720299"/>
              <a:gd name="connsiteX814" fmla="*/ 27432 w 1878763"/>
              <a:gd name="connsiteY814" fmla="*/ 479870 h 1720299"/>
              <a:gd name="connsiteX815" fmla="*/ 0 w 1878763"/>
              <a:gd name="connsiteY815" fmla="*/ 479870 h 1720299"/>
              <a:gd name="connsiteX816" fmla="*/ 1851331 w 1878763"/>
              <a:gd name="connsiteY816" fmla="*/ 337344 h 1720299"/>
              <a:gd name="connsiteX817" fmla="*/ 1878763 w 1878763"/>
              <a:gd name="connsiteY817" fmla="*/ 337344 h 1720299"/>
              <a:gd name="connsiteX818" fmla="*/ 1878763 w 1878763"/>
              <a:gd name="connsiteY818" fmla="*/ 364776 h 1720299"/>
              <a:gd name="connsiteX819" fmla="*/ 1851331 w 1878763"/>
              <a:gd name="connsiteY819" fmla="*/ 364776 h 1720299"/>
              <a:gd name="connsiteX820" fmla="*/ 1737031 w 1878763"/>
              <a:gd name="connsiteY820" fmla="*/ 337344 h 1720299"/>
              <a:gd name="connsiteX821" fmla="*/ 1764463 w 1878763"/>
              <a:gd name="connsiteY821" fmla="*/ 337344 h 1720299"/>
              <a:gd name="connsiteX822" fmla="*/ 1764463 w 1878763"/>
              <a:gd name="connsiteY822" fmla="*/ 364776 h 1720299"/>
              <a:gd name="connsiteX823" fmla="*/ 1737031 w 1878763"/>
              <a:gd name="connsiteY823" fmla="*/ 364776 h 1720299"/>
              <a:gd name="connsiteX824" fmla="*/ 1625112 w 1878763"/>
              <a:gd name="connsiteY824" fmla="*/ 337344 h 1720299"/>
              <a:gd name="connsiteX825" fmla="*/ 1652544 w 1878763"/>
              <a:gd name="connsiteY825" fmla="*/ 337344 h 1720299"/>
              <a:gd name="connsiteX826" fmla="*/ 1652544 w 1878763"/>
              <a:gd name="connsiteY826" fmla="*/ 364776 h 1720299"/>
              <a:gd name="connsiteX827" fmla="*/ 1625112 w 1878763"/>
              <a:gd name="connsiteY827" fmla="*/ 364776 h 1720299"/>
              <a:gd name="connsiteX828" fmla="*/ 1510812 w 1878763"/>
              <a:gd name="connsiteY828" fmla="*/ 337344 h 1720299"/>
              <a:gd name="connsiteX829" fmla="*/ 1538244 w 1878763"/>
              <a:gd name="connsiteY829" fmla="*/ 337344 h 1720299"/>
              <a:gd name="connsiteX830" fmla="*/ 1538244 w 1878763"/>
              <a:gd name="connsiteY830" fmla="*/ 364776 h 1720299"/>
              <a:gd name="connsiteX831" fmla="*/ 1510812 w 1878763"/>
              <a:gd name="connsiteY831" fmla="*/ 364776 h 1720299"/>
              <a:gd name="connsiteX832" fmla="*/ 1394702 w 1878763"/>
              <a:gd name="connsiteY832" fmla="*/ 337344 h 1720299"/>
              <a:gd name="connsiteX833" fmla="*/ 1422134 w 1878763"/>
              <a:gd name="connsiteY833" fmla="*/ 337344 h 1720299"/>
              <a:gd name="connsiteX834" fmla="*/ 1422134 w 1878763"/>
              <a:gd name="connsiteY834" fmla="*/ 364776 h 1720299"/>
              <a:gd name="connsiteX835" fmla="*/ 1394702 w 1878763"/>
              <a:gd name="connsiteY835" fmla="*/ 364776 h 1720299"/>
              <a:gd name="connsiteX836" fmla="*/ 1278592 w 1878763"/>
              <a:gd name="connsiteY836" fmla="*/ 337344 h 1720299"/>
              <a:gd name="connsiteX837" fmla="*/ 1306024 w 1878763"/>
              <a:gd name="connsiteY837" fmla="*/ 337344 h 1720299"/>
              <a:gd name="connsiteX838" fmla="*/ 1306024 w 1878763"/>
              <a:gd name="connsiteY838" fmla="*/ 364776 h 1720299"/>
              <a:gd name="connsiteX839" fmla="*/ 1278592 w 1878763"/>
              <a:gd name="connsiteY839" fmla="*/ 364776 h 1720299"/>
              <a:gd name="connsiteX840" fmla="*/ 1162482 w 1878763"/>
              <a:gd name="connsiteY840" fmla="*/ 337344 h 1720299"/>
              <a:gd name="connsiteX841" fmla="*/ 1189914 w 1878763"/>
              <a:gd name="connsiteY841" fmla="*/ 337344 h 1720299"/>
              <a:gd name="connsiteX842" fmla="*/ 1189914 w 1878763"/>
              <a:gd name="connsiteY842" fmla="*/ 364776 h 1720299"/>
              <a:gd name="connsiteX843" fmla="*/ 1162482 w 1878763"/>
              <a:gd name="connsiteY843" fmla="*/ 364776 h 1720299"/>
              <a:gd name="connsiteX844" fmla="*/ 1042307 w 1878763"/>
              <a:gd name="connsiteY844" fmla="*/ 337344 h 1720299"/>
              <a:gd name="connsiteX845" fmla="*/ 1069739 w 1878763"/>
              <a:gd name="connsiteY845" fmla="*/ 337344 h 1720299"/>
              <a:gd name="connsiteX846" fmla="*/ 1069739 w 1878763"/>
              <a:gd name="connsiteY846" fmla="*/ 364776 h 1720299"/>
              <a:gd name="connsiteX847" fmla="*/ 1042307 w 1878763"/>
              <a:gd name="connsiteY847" fmla="*/ 364776 h 1720299"/>
              <a:gd name="connsiteX848" fmla="*/ 926798 w 1878763"/>
              <a:gd name="connsiteY848" fmla="*/ 337344 h 1720299"/>
              <a:gd name="connsiteX849" fmla="*/ 954230 w 1878763"/>
              <a:gd name="connsiteY849" fmla="*/ 337344 h 1720299"/>
              <a:gd name="connsiteX850" fmla="*/ 954230 w 1878763"/>
              <a:gd name="connsiteY850" fmla="*/ 364776 h 1720299"/>
              <a:gd name="connsiteX851" fmla="*/ 926798 w 1878763"/>
              <a:gd name="connsiteY851" fmla="*/ 364776 h 1720299"/>
              <a:gd name="connsiteX852" fmla="*/ 812625 w 1878763"/>
              <a:gd name="connsiteY852" fmla="*/ 337344 h 1720299"/>
              <a:gd name="connsiteX853" fmla="*/ 840057 w 1878763"/>
              <a:gd name="connsiteY853" fmla="*/ 337344 h 1720299"/>
              <a:gd name="connsiteX854" fmla="*/ 840057 w 1878763"/>
              <a:gd name="connsiteY854" fmla="*/ 364776 h 1720299"/>
              <a:gd name="connsiteX855" fmla="*/ 812625 w 1878763"/>
              <a:gd name="connsiteY855" fmla="*/ 364776 h 1720299"/>
              <a:gd name="connsiteX856" fmla="*/ 692450 w 1878763"/>
              <a:gd name="connsiteY856" fmla="*/ 337344 h 1720299"/>
              <a:gd name="connsiteX857" fmla="*/ 719882 w 1878763"/>
              <a:gd name="connsiteY857" fmla="*/ 337344 h 1720299"/>
              <a:gd name="connsiteX858" fmla="*/ 719882 w 1878763"/>
              <a:gd name="connsiteY858" fmla="*/ 364776 h 1720299"/>
              <a:gd name="connsiteX859" fmla="*/ 692450 w 1878763"/>
              <a:gd name="connsiteY859" fmla="*/ 364776 h 1720299"/>
              <a:gd name="connsiteX860" fmla="*/ 576340 w 1878763"/>
              <a:gd name="connsiteY860" fmla="*/ 337344 h 1720299"/>
              <a:gd name="connsiteX861" fmla="*/ 603772 w 1878763"/>
              <a:gd name="connsiteY861" fmla="*/ 337344 h 1720299"/>
              <a:gd name="connsiteX862" fmla="*/ 603772 w 1878763"/>
              <a:gd name="connsiteY862" fmla="*/ 364776 h 1720299"/>
              <a:gd name="connsiteX863" fmla="*/ 576340 w 1878763"/>
              <a:gd name="connsiteY863" fmla="*/ 364776 h 1720299"/>
              <a:gd name="connsiteX864" fmla="*/ 456165 w 1878763"/>
              <a:gd name="connsiteY864" fmla="*/ 337344 h 1720299"/>
              <a:gd name="connsiteX865" fmla="*/ 483597 w 1878763"/>
              <a:gd name="connsiteY865" fmla="*/ 337344 h 1720299"/>
              <a:gd name="connsiteX866" fmla="*/ 483597 w 1878763"/>
              <a:gd name="connsiteY866" fmla="*/ 364776 h 1720299"/>
              <a:gd name="connsiteX867" fmla="*/ 456165 w 1878763"/>
              <a:gd name="connsiteY867" fmla="*/ 364776 h 1720299"/>
              <a:gd name="connsiteX868" fmla="*/ 340656 w 1878763"/>
              <a:gd name="connsiteY868" fmla="*/ 337344 h 1720299"/>
              <a:gd name="connsiteX869" fmla="*/ 368088 w 1878763"/>
              <a:gd name="connsiteY869" fmla="*/ 337344 h 1720299"/>
              <a:gd name="connsiteX870" fmla="*/ 368088 w 1878763"/>
              <a:gd name="connsiteY870" fmla="*/ 364776 h 1720299"/>
              <a:gd name="connsiteX871" fmla="*/ 340656 w 1878763"/>
              <a:gd name="connsiteY871" fmla="*/ 364776 h 1720299"/>
              <a:gd name="connsiteX872" fmla="*/ 226483 w 1878763"/>
              <a:gd name="connsiteY872" fmla="*/ 337344 h 1720299"/>
              <a:gd name="connsiteX873" fmla="*/ 253915 w 1878763"/>
              <a:gd name="connsiteY873" fmla="*/ 337344 h 1720299"/>
              <a:gd name="connsiteX874" fmla="*/ 253915 w 1878763"/>
              <a:gd name="connsiteY874" fmla="*/ 364776 h 1720299"/>
              <a:gd name="connsiteX875" fmla="*/ 226483 w 1878763"/>
              <a:gd name="connsiteY875" fmla="*/ 364776 h 1720299"/>
              <a:gd name="connsiteX876" fmla="*/ 114173 w 1878763"/>
              <a:gd name="connsiteY876" fmla="*/ 337344 h 1720299"/>
              <a:gd name="connsiteX877" fmla="*/ 141605 w 1878763"/>
              <a:gd name="connsiteY877" fmla="*/ 337344 h 1720299"/>
              <a:gd name="connsiteX878" fmla="*/ 141605 w 1878763"/>
              <a:gd name="connsiteY878" fmla="*/ 364776 h 1720299"/>
              <a:gd name="connsiteX879" fmla="*/ 114173 w 1878763"/>
              <a:gd name="connsiteY879" fmla="*/ 364776 h 1720299"/>
              <a:gd name="connsiteX880" fmla="*/ 0 w 1878763"/>
              <a:gd name="connsiteY880" fmla="*/ 337344 h 1720299"/>
              <a:gd name="connsiteX881" fmla="*/ 27432 w 1878763"/>
              <a:gd name="connsiteY881" fmla="*/ 337344 h 1720299"/>
              <a:gd name="connsiteX882" fmla="*/ 27432 w 1878763"/>
              <a:gd name="connsiteY882" fmla="*/ 364776 h 1720299"/>
              <a:gd name="connsiteX883" fmla="*/ 0 w 1878763"/>
              <a:gd name="connsiteY883" fmla="*/ 364776 h 1720299"/>
              <a:gd name="connsiteX884" fmla="*/ 1851331 w 1878763"/>
              <a:gd name="connsiteY884" fmla="*/ 223837 h 1720299"/>
              <a:gd name="connsiteX885" fmla="*/ 1878763 w 1878763"/>
              <a:gd name="connsiteY885" fmla="*/ 223837 h 1720299"/>
              <a:gd name="connsiteX886" fmla="*/ 1878763 w 1878763"/>
              <a:gd name="connsiteY886" fmla="*/ 251269 h 1720299"/>
              <a:gd name="connsiteX887" fmla="*/ 1851331 w 1878763"/>
              <a:gd name="connsiteY887" fmla="*/ 251269 h 1720299"/>
              <a:gd name="connsiteX888" fmla="*/ 1737031 w 1878763"/>
              <a:gd name="connsiteY888" fmla="*/ 223837 h 1720299"/>
              <a:gd name="connsiteX889" fmla="*/ 1764463 w 1878763"/>
              <a:gd name="connsiteY889" fmla="*/ 223837 h 1720299"/>
              <a:gd name="connsiteX890" fmla="*/ 1764463 w 1878763"/>
              <a:gd name="connsiteY890" fmla="*/ 251269 h 1720299"/>
              <a:gd name="connsiteX891" fmla="*/ 1737031 w 1878763"/>
              <a:gd name="connsiteY891" fmla="*/ 251269 h 1720299"/>
              <a:gd name="connsiteX892" fmla="*/ 1625112 w 1878763"/>
              <a:gd name="connsiteY892" fmla="*/ 223837 h 1720299"/>
              <a:gd name="connsiteX893" fmla="*/ 1652544 w 1878763"/>
              <a:gd name="connsiteY893" fmla="*/ 223837 h 1720299"/>
              <a:gd name="connsiteX894" fmla="*/ 1652544 w 1878763"/>
              <a:gd name="connsiteY894" fmla="*/ 251269 h 1720299"/>
              <a:gd name="connsiteX895" fmla="*/ 1625112 w 1878763"/>
              <a:gd name="connsiteY895" fmla="*/ 251269 h 1720299"/>
              <a:gd name="connsiteX896" fmla="*/ 1510812 w 1878763"/>
              <a:gd name="connsiteY896" fmla="*/ 223837 h 1720299"/>
              <a:gd name="connsiteX897" fmla="*/ 1538244 w 1878763"/>
              <a:gd name="connsiteY897" fmla="*/ 223837 h 1720299"/>
              <a:gd name="connsiteX898" fmla="*/ 1538244 w 1878763"/>
              <a:gd name="connsiteY898" fmla="*/ 251269 h 1720299"/>
              <a:gd name="connsiteX899" fmla="*/ 1510812 w 1878763"/>
              <a:gd name="connsiteY899" fmla="*/ 251269 h 1720299"/>
              <a:gd name="connsiteX900" fmla="*/ 1394702 w 1878763"/>
              <a:gd name="connsiteY900" fmla="*/ 223837 h 1720299"/>
              <a:gd name="connsiteX901" fmla="*/ 1422134 w 1878763"/>
              <a:gd name="connsiteY901" fmla="*/ 223837 h 1720299"/>
              <a:gd name="connsiteX902" fmla="*/ 1422134 w 1878763"/>
              <a:gd name="connsiteY902" fmla="*/ 251269 h 1720299"/>
              <a:gd name="connsiteX903" fmla="*/ 1394702 w 1878763"/>
              <a:gd name="connsiteY903" fmla="*/ 251269 h 1720299"/>
              <a:gd name="connsiteX904" fmla="*/ 1278592 w 1878763"/>
              <a:gd name="connsiteY904" fmla="*/ 223837 h 1720299"/>
              <a:gd name="connsiteX905" fmla="*/ 1306024 w 1878763"/>
              <a:gd name="connsiteY905" fmla="*/ 223837 h 1720299"/>
              <a:gd name="connsiteX906" fmla="*/ 1306024 w 1878763"/>
              <a:gd name="connsiteY906" fmla="*/ 251269 h 1720299"/>
              <a:gd name="connsiteX907" fmla="*/ 1278592 w 1878763"/>
              <a:gd name="connsiteY907" fmla="*/ 251269 h 1720299"/>
              <a:gd name="connsiteX908" fmla="*/ 1162482 w 1878763"/>
              <a:gd name="connsiteY908" fmla="*/ 223837 h 1720299"/>
              <a:gd name="connsiteX909" fmla="*/ 1189914 w 1878763"/>
              <a:gd name="connsiteY909" fmla="*/ 223837 h 1720299"/>
              <a:gd name="connsiteX910" fmla="*/ 1189914 w 1878763"/>
              <a:gd name="connsiteY910" fmla="*/ 251269 h 1720299"/>
              <a:gd name="connsiteX911" fmla="*/ 1162482 w 1878763"/>
              <a:gd name="connsiteY911" fmla="*/ 251269 h 1720299"/>
              <a:gd name="connsiteX912" fmla="*/ 1042307 w 1878763"/>
              <a:gd name="connsiteY912" fmla="*/ 223837 h 1720299"/>
              <a:gd name="connsiteX913" fmla="*/ 1069739 w 1878763"/>
              <a:gd name="connsiteY913" fmla="*/ 223837 h 1720299"/>
              <a:gd name="connsiteX914" fmla="*/ 1069739 w 1878763"/>
              <a:gd name="connsiteY914" fmla="*/ 251269 h 1720299"/>
              <a:gd name="connsiteX915" fmla="*/ 1042307 w 1878763"/>
              <a:gd name="connsiteY915" fmla="*/ 251269 h 1720299"/>
              <a:gd name="connsiteX916" fmla="*/ 926798 w 1878763"/>
              <a:gd name="connsiteY916" fmla="*/ 223837 h 1720299"/>
              <a:gd name="connsiteX917" fmla="*/ 954230 w 1878763"/>
              <a:gd name="connsiteY917" fmla="*/ 223837 h 1720299"/>
              <a:gd name="connsiteX918" fmla="*/ 954230 w 1878763"/>
              <a:gd name="connsiteY918" fmla="*/ 251269 h 1720299"/>
              <a:gd name="connsiteX919" fmla="*/ 926798 w 1878763"/>
              <a:gd name="connsiteY919" fmla="*/ 251269 h 1720299"/>
              <a:gd name="connsiteX920" fmla="*/ 812625 w 1878763"/>
              <a:gd name="connsiteY920" fmla="*/ 223837 h 1720299"/>
              <a:gd name="connsiteX921" fmla="*/ 840057 w 1878763"/>
              <a:gd name="connsiteY921" fmla="*/ 223837 h 1720299"/>
              <a:gd name="connsiteX922" fmla="*/ 840057 w 1878763"/>
              <a:gd name="connsiteY922" fmla="*/ 251269 h 1720299"/>
              <a:gd name="connsiteX923" fmla="*/ 812625 w 1878763"/>
              <a:gd name="connsiteY923" fmla="*/ 251269 h 1720299"/>
              <a:gd name="connsiteX924" fmla="*/ 692450 w 1878763"/>
              <a:gd name="connsiteY924" fmla="*/ 223837 h 1720299"/>
              <a:gd name="connsiteX925" fmla="*/ 719882 w 1878763"/>
              <a:gd name="connsiteY925" fmla="*/ 223837 h 1720299"/>
              <a:gd name="connsiteX926" fmla="*/ 719882 w 1878763"/>
              <a:gd name="connsiteY926" fmla="*/ 251269 h 1720299"/>
              <a:gd name="connsiteX927" fmla="*/ 692450 w 1878763"/>
              <a:gd name="connsiteY927" fmla="*/ 251269 h 1720299"/>
              <a:gd name="connsiteX928" fmla="*/ 576340 w 1878763"/>
              <a:gd name="connsiteY928" fmla="*/ 223837 h 1720299"/>
              <a:gd name="connsiteX929" fmla="*/ 603772 w 1878763"/>
              <a:gd name="connsiteY929" fmla="*/ 223837 h 1720299"/>
              <a:gd name="connsiteX930" fmla="*/ 603772 w 1878763"/>
              <a:gd name="connsiteY930" fmla="*/ 251269 h 1720299"/>
              <a:gd name="connsiteX931" fmla="*/ 576340 w 1878763"/>
              <a:gd name="connsiteY931" fmla="*/ 251269 h 1720299"/>
              <a:gd name="connsiteX932" fmla="*/ 456165 w 1878763"/>
              <a:gd name="connsiteY932" fmla="*/ 223837 h 1720299"/>
              <a:gd name="connsiteX933" fmla="*/ 483597 w 1878763"/>
              <a:gd name="connsiteY933" fmla="*/ 223837 h 1720299"/>
              <a:gd name="connsiteX934" fmla="*/ 483597 w 1878763"/>
              <a:gd name="connsiteY934" fmla="*/ 251269 h 1720299"/>
              <a:gd name="connsiteX935" fmla="*/ 456165 w 1878763"/>
              <a:gd name="connsiteY935" fmla="*/ 251269 h 1720299"/>
              <a:gd name="connsiteX936" fmla="*/ 340656 w 1878763"/>
              <a:gd name="connsiteY936" fmla="*/ 223837 h 1720299"/>
              <a:gd name="connsiteX937" fmla="*/ 368088 w 1878763"/>
              <a:gd name="connsiteY937" fmla="*/ 223837 h 1720299"/>
              <a:gd name="connsiteX938" fmla="*/ 368088 w 1878763"/>
              <a:gd name="connsiteY938" fmla="*/ 251269 h 1720299"/>
              <a:gd name="connsiteX939" fmla="*/ 340656 w 1878763"/>
              <a:gd name="connsiteY939" fmla="*/ 251269 h 1720299"/>
              <a:gd name="connsiteX940" fmla="*/ 226483 w 1878763"/>
              <a:gd name="connsiteY940" fmla="*/ 223837 h 1720299"/>
              <a:gd name="connsiteX941" fmla="*/ 253915 w 1878763"/>
              <a:gd name="connsiteY941" fmla="*/ 223837 h 1720299"/>
              <a:gd name="connsiteX942" fmla="*/ 253915 w 1878763"/>
              <a:gd name="connsiteY942" fmla="*/ 251269 h 1720299"/>
              <a:gd name="connsiteX943" fmla="*/ 226483 w 1878763"/>
              <a:gd name="connsiteY943" fmla="*/ 251269 h 1720299"/>
              <a:gd name="connsiteX944" fmla="*/ 114173 w 1878763"/>
              <a:gd name="connsiteY944" fmla="*/ 223837 h 1720299"/>
              <a:gd name="connsiteX945" fmla="*/ 141605 w 1878763"/>
              <a:gd name="connsiteY945" fmla="*/ 223837 h 1720299"/>
              <a:gd name="connsiteX946" fmla="*/ 141605 w 1878763"/>
              <a:gd name="connsiteY946" fmla="*/ 251269 h 1720299"/>
              <a:gd name="connsiteX947" fmla="*/ 114173 w 1878763"/>
              <a:gd name="connsiteY947" fmla="*/ 251269 h 1720299"/>
              <a:gd name="connsiteX948" fmla="*/ 0 w 1878763"/>
              <a:gd name="connsiteY948" fmla="*/ 223837 h 1720299"/>
              <a:gd name="connsiteX949" fmla="*/ 27432 w 1878763"/>
              <a:gd name="connsiteY949" fmla="*/ 223837 h 1720299"/>
              <a:gd name="connsiteX950" fmla="*/ 27432 w 1878763"/>
              <a:gd name="connsiteY950" fmla="*/ 251269 h 1720299"/>
              <a:gd name="connsiteX951" fmla="*/ 0 w 1878763"/>
              <a:gd name="connsiteY951" fmla="*/ 251269 h 1720299"/>
              <a:gd name="connsiteX952" fmla="*/ 1851331 w 1878763"/>
              <a:gd name="connsiteY952" fmla="*/ 113507 h 1720299"/>
              <a:gd name="connsiteX953" fmla="*/ 1878763 w 1878763"/>
              <a:gd name="connsiteY953" fmla="*/ 113507 h 1720299"/>
              <a:gd name="connsiteX954" fmla="*/ 1878763 w 1878763"/>
              <a:gd name="connsiteY954" fmla="*/ 140939 h 1720299"/>
              <a:gd name="connsiteX955" fmla="*/ 1851331 w 1878763"/>
              <a:gd name="connsiteY955" fmla="*/ 140939 h 1720299"/>
              <a:gd name="connsiteX956" fmla="*/ 1737031 w 1878763"/>
              <a:gd name="connsiteY956" fmla="*/ 113507 h 1720299"/>
              <a:gd name="connsiteX957" fmla="*/ 1764463 w 1878763"/>
              <a:gd name="connsiteY957" fmla="*/ 113507 h 1720299"/>
              <a:gd name="connsiteX958" fmla="*/ 1764463 w 1878763"/>
              <a:gd name="connsiteY958" fmla="*/ 140939 h 1720299"/>
              <a:gd name="connsiteX959" fmla="*/ 1737031 w 1878763"/>
              <a:gd name="connsiteY959" fmla="*/ 140939 h 1720299"/>
              <a:gd name="connsiteX960" fmla="*/ 1625112 w 1878763"/>
              <a:gd name="connsiteY960" fmla="*/ 113507 h 1720299"/>
              <a:gd name="connsiteX961" fmla="*/ 1652544 w 1878763"/>
              <a:gd name="connsiteY961" fmla="*/ 113507 h 1720299"/>
              <a:gd name="connsiteX962" fmla="*/ 1652544 w 1878763"/>
              <a:gd name="connsiteY962" fmla="*/ 140939 h 1720299"/>
              <a:gd name="connsiteX963" fmla="*/ 1625112 w 1878763"/>
              <a:gd name="connsiteY963" fmla="*/ 140939 h 1720299"/>
              <a:gd name="connsiteX964" fmla="*/ 1510812 w 1878763"/>
              <a:gd name="connsiteY964" fmla="*/ 113507 h 1720299"/>
              <a:gd name="connsiteX965" fmla="*/ 1538244 w 1878763"/>
              <a:gd name="connsiteY965" fmla="*/ 113507 h 1720299"/>
              <a:gd name="connsiteX966" fmla="*/ 1538244 w 1878763"/>
              <a:gd name="connsiteY966" fmla="*/ 140939 h 1720299"/>
              <a:gd name="connsiteX967" fmla="*/ 1510812 w 1878763"/>
              <a:gd name="connsiteY967" fmla="*/ 140939 h 1720299"/>
              <a:gd name="connsiteX968" fmla="*/ 1394702 w 1878763"/>
              <a:gd name="connsiteY968" fmla="*/ 113507 h 1720299"/>
              <a:gd name="connsiteX969" fmla="*/ 1422134 w 1878763"/>
              <a:gd name="connsiteY969" fmla="*/ 113507 h 1720299"/>
              <a:gd name="connsiteX970" fmla="*/ 1422134 w 1878763"/>
              <a:gd name="connsiteY970" fmla="*/ 140939 h 1720299"/>
              <a:gd name="connsiteX971" fmla="*/ 1394702 w 1878763"/>
              <a:gd name="connsiteY971" fmla="*/ 140939 h 1720299"/>
              <a:gd name="connsiteX972" fmla="*/ 1278592 w 1878763"/>
              <a:gd name="connsiteY972" fmla="*/ 113507 h 1720299"/>
              <a:gd name="connsiteX973" fmla="*/ 1306024 w 1878763"/>
              <a:gd name="connsiteY973" fmla="*/ 113507 h 1720299"/>
              <a:gd name="connsiteX974" fmla="*/ 1306024 w 1878763"/>
              <a:gd name="connsiteY974" fmla="*/ 140939 h 1720299"/>
              <a:gd name="connsiteX975" fmla="*/ 1278592 w 1878763"/>
              <a:gd name="connsiteY975" fmla="*/ 140939 h 1720299"/>
              <a:gd name="connsiteX976" fmla="*/ 1162482 w 1878763"/>
              <a:gd name="connsiteY976" fmla="*/ 113507 h 1720299"/>
              <a:gd name="connsiteX977" fmla="*/ 1189914 w 1878763"/>
              <a:gd name="connsiteY977" fmla="*/ 113507 h 1720299"/>
              <a:gd name="connsiteX978" fmla="*/ 1189914 w 1878763"/>
              <a:gd name="connsiteY978" fmla="*/ 140939 h 1720299"/>
              <a:gd name="connsiteX979" fmla="*/ 1162482 w 1878763"/>
              <a:gd name="connsiteY979" fmla="*/ 140939 h 1720299"/>
              <a:gd name="connsiteX980" fmla="*/ 1042307 w 1878763"/>
              <a:gd name="connsiteY980" fmla="*/ 113507 h 1720299"/>
              <a:gd name="connsiteX981" fmla="*/ 1069739 w 1878763"/>
              <a:gd name="connsiteY981" fmla="*/ 113507 h 1720299"/>
              <a:gd name="connsiteX982" fmla="*/ 1069739 w 1878763"/>
              <a:gd name="connsiteY982" fmla="*/ 140939 h 1720299"/>
              <a:gd name="connsiteX983" fmla="*/ 1042307 w 1878763"/>
              <a:gd name="connsiteY983" fmla="*/ 140939 h 1720299"/>
              <a:gd name="connsiteX984" fmla="*/ 926798 w 1878763"/>
              <a:gd name="connsiteY984" fmla="*/ 113507 h 1720299"/>
              <a:gd name="connsiteX985" fmla="*/ 954230 w 1878763"/>
              <a:gd name="connsiteY985" fmla="*/ 113507 h 1720299"/>
              <a:gd name="connsiteX986" fmla="*/ 954230 w 1878763"/>
              <a:gd name="connsiteY986" fmla="*/ 140939 h 1720299"/>
              <a:gd name="connsiteX987" fmla="*/ 926798 w 1878763"/>
              <a:gd name="connsiteY987" fmla="*/ 140939 h 1720299"/>
              <a:gd name="connsiteX988" fmla="*/ 812625 w 1878763"/>
              <a:gd name="connsiteY988" fmla="*/ 113507 h 1720299"/>
              <a:gd name="connsiteX989" fmla="*/ 840057 w 1878763"/>
              <a:gd name="connsiteY989" fmla="*/ 113507 h 1720299"/>
              <a:gd name="connsiteX990" fmla="*/ 840057 w 1878763"/>
              <a:gd name="connsiteY990" fmla="*/ 140939 h 1720299"/>
              <a:gd name="connsiteX991" fmla="*/ 812625 w 1878763"/>
              <a:gd name="connsiteY991" fmla="*/ 140939 h 1720299"/>
              <a:gd name="connsiteX992" fmla="*/ 692450 w 1878763"/>
              <a:gd name="connsiteY992" fmla="*/ 113507 h 1720299"/>
              <a:gd name="connsiteX993" fmla="*/ 719882 w 1878763"/>
              <a:gd name="connsiteY993" fmla="*/ 113507 h 1720299"/>
              <a:gd name="connsiteX994" fmla="*/ 719882 w 1878763"/>
              <a:gd name="connsiteY994" fmla="*/ 140939 h 1720299"/>
              <a:gd name="connsiteX995" fmla="*/ 692450 w 1878763"/>
              <a:gd name="connsiteY995" fmla="*/ 140939 h 1720299"/>
              <a:gd name="connsiteX996" fmla="*/ 576340 w 1878763"/>
              <a:gd name="connsiteY996" fmla="*/ 113507 h 1720299"/>
              <a:gd name="connsiteX997" fmla="*/ 603772 w 1878763"/>
              <a:gd name="connsiteY997" fmla="*/ 113507 h 1720299"/>
              <a:gd name="connsiteX998" fmla="*/ 603772 w 1878763"/>
              <a:gd name="connsiteY998" fmla="*/ 140939 h 1720299"/>
              <a:gd name="connsiteX999" fmla="*/ 576340 w 1878763"/>
              <a:gd name="connsiteY999" fmla="*/ 140939 h 1720299"/>
              <a:gd name="connsiteX1000" fmla="*/ 456165 w 1878763"/>
              <a:gd name="connsiteY1000" fmla="*/ 113507 h 1720299"/>
              <a:gd name="connsiteX1001" fmla="*/ 483597 w 1878763"/>
              <a:gd name="connsiteY1001" fmla="*/ 113507 h 1720299"/>
              <a:gd name="connsiteX1002" fmla="*/ 483597 w 1878763"/>
              <a:gd name="connsiteY1002" fmla="*/ 140939 h 1720299"/>
              <a:gd name="connsiteX1003" fmla="*/ 456165 w 1878763"/>
              <a:gd name="connsiteY1003" fmla="*/ 140939 h 1720299"/>
              <a:gd name="connsiteX1004" fmla="*/ 340656 w 1878763"/>
              <a:gd name="connsiteY1004" fmla="*/ 113507 h 1720299"/>
              <a:gd name="connsiteX1005" fmla="*/ 368088 w 1878763"/>
              <a:gd name="connsiteY1005" fmla="*/ 113507 h 1720299"/>
              <a:gd name="connsiteX1006" fmla="*/ 368088 w 1878763"/>
              <a:gd name="connsiteY1006" fmla="*/ 140939 h 1720299"/>
              <a:gd name="connsiteX1007" fmla="*/ 340656 w 1878763"/>
              <a:gd name="connsiteY1007" fmla="*/ 140939 h 1720299"/>
              <a:gd name="connsiteX1008" fmla="*/ 226483 w 1878763"/>
              <a:gd name="connsiteY1008" fmla="*/ 113507 h 1720299"/>
              <a:gd name="connsiteX1009" fmla="*/ 253915 w 1878763"/>
              <a:gd name="connsiteY1009" fmla="*/ 113507 h 1720299"/>
              <a:gd name="connsiteX1010" fmla="*/ 253915 w 1878763"/>
              <a:gd name="connsiteY1010" fmla="*/ 140939 h 1720299"/>
              <a:gd name="connsiteX1011" fmla="*/ 226483 w 1878763"/>
              <a:gd name="connsiteY1011" fmla="*/ 140939 h 1720299"/>
              <a:gd name="connsiteX1012" fmla="*/ 114173 w 1878763"/>
              <a:gd name="connsiteY1012" fmla="*/ 113507 h 1720299"/>
              <a:gd name="connsiteX1013" fmla="*/ 141605 w 1878763"/>
              <a:gd name="connsiteY1013" fmla="*/ 113507 h 1720299"/>
              <a:gd name="connsiteX1014" fmla="*/ 141605 w 1878763"/>
              <a:gd name="connsiteY1014" fmla="*/ 140939 h 1720299"/>
              <a:gd name="connsiteX1015" fmla="*/ 114173 w 1878763"/>
              <a:gd name="connsiteY1015" fmla="*/ 140939 h 1720299"/>
              <a:gd name="connsiteX1016" fmla="*/ 0 w 1878763"/>
              <a:gd name="connsiteY1016" fmla="*/ 113507 h 1720299"/>
              <a:gd name="connsiteX1017" fmla="*/ 27432 w 1878763"/>
              <a:gd name="connsiteY1017" fmla="*/ 113507 h 1720299"/>
              <a:gd name="connsiteX1018" fmla="*/ 27432 w 1878763"/>
              <a:gd name="connsiteY1018" fmla="*/ 140939 h 1720299"/>
              <a:gd name="connsiteX1019" fmla="*/ 0 w 1878763"/>
              <a:gd name="connsiteY1019" fmla="*/ 140939 h 1720299"/>
              <a:gd name="connsiteX1020" fmla="*/ 1851331 w 1878763"/>
              <a:gd name="connsiteY1020" fmla="*/ 0 h 1720299"/>
              <a:gd name="connsiteX1021" fmla="*/ 1878763 w 1878763"/>
              <a:gd name="connsiteY1021" fmla="*/ 0 h 1720299"/>
              <a:gd name="connsiteX1022" fmla="*/ 1878763 w 1878763"/>
              <a:gd name="connsiteY1022" fmla="*/ 27432 h 1720299"/>
              <a:gd name="connsiteX1023" fmla="*/ 1851331 w 1878763"/>
              <a:gd name="connsiteY1023" fmla="*/ 27432 h 1720299"/>
              <a:gd name="connsiteX1024" fmla="*/ 1737031 w 1878763"/>
              <a:gd name="connsiteY1024" fmla="*/ 0 h 1720299"/>
              <a:gd name="connsiteX1025" fmla="*/ 1764463 w 1878763"/>
              <a:gd name="connsiteY1025" fmla="*/ 0 h 1720299"/>
              <a:gd name="connsiteX1026" fmla="*/ 1764463 w 1878763"/>
              <a:gd name="connsiteY1026" fmla="*/ 27432 h 1720299"/>
              <a:gd name="connsiteX1027" fmla="*/ 1737031 w 1878763"/>
              <a:gd name="connsiteY1027" fmla="*/ 27432 h 1720299"/>
              <a:gd name="connsiteX1028" fmla="*/ 1625112 w 1878763"/>
              <a:gd name="connsiteY1028" fmla="*/ 0 h 1720299"/>
              <a:gd name="connsiteX1029" fmla="*/ 1652544 w 1878763"/>
              <a:gd name="connsiteY1029" fmla="*/ 0 h 1720299"/>
              <a:gd name="connsiteX1030" fmla="*/ 1652544 w 1878763"/>
              <a:gd name="connsiteY1030" fmla="*/ 27432 h 1720299"/>
              <a:gd name="connsiteX1031" fmla="*/ 1625112 w 1878763"/>
              <a:gd name="connsiteY1031" fmla="*/ 27432 h 1720299"/>
              <a:gd name="connsiteX1032" fmla="*/ 1510812 w 1878763"/>
              <a:gd name="connsiteY1032" fmla="*/ 0 h 1720299"/>
              <a:gd name="connsiteX1033" fmla="*/ 1538244 w 1878763"/>
              <a:gd name="connsiteY1033" fmla="*/ 0 h 1720299"/>
              <a:gd name="connsiteX1034" fmla="*/ 1538244 w 1878763"/>
              <a:gd name="connsiteY1034" fmla="*/ 27432 h 1720299"/>
              <a:gd name="connsiteX1035" fmla="*/ 1510812 w 1878763"/>
              <a:gd name="connsiteY1035" fmla="*/ 27432 h 1720299"/>
              <a:gd name="connsiteX1036" fmla="*/ 1394702 w 1878763"/>
              <a:gd name="connsiteY1036" fmla="*/ 0 h 1720299"/>
              <a:gd name="connsiteX1037" fmla="*/ 1422134 w 1878763"/>
              <a:gd name="connsiteY1037" fmla="*/ 0 h 1720299"/>
              <a:gd name="connsiteX1038" fmla="*/ 1422134 w 1878763"/>
              <a:gd name="connsiteY1038" fmla="*/ 27432 h 1720299"/>
              <a:gd name="connsiteX1039" fmla="*/ 1394702 w 1878763"/>
              <a:gd name="connsiteY1039" fmla="*/ 27432 h 1720299"/>
              <a:gd name="connsiteX1040" fmla="*/ 1278592 w 1878763"/>
              <a:gd name="connsiteY1040" fmla="*/ 0 h 1720299"/>
              <a:gd name="connsiteX1041" fmla="*/ 1306024 w 1878763"/>
              <a:gd name="connsiteY1041" fmla="*/ 0 h 1720299"/>
              <a:gd name="connsiteX1042" fmla="*/ 1306024 w 1878763"/>
              <a:gd name="connsiteY1042" fmla="*/ 27432 h 1720299"/>
              <a:gd name="connsiteX1043" fmla="*/ 1278592 w 1878763"/>
              <a:gd name="connsiteY1043" fmla="*/ 27432 h 1720299"/>
              <a:gd name="connsiteX1044" fmla="*/ 1162482 w 1878763"/>
              <a:gd name="connsiteY1044" fmla="*/ 0 h 1720299"/>
              <a:gd name="connsiteX1045" fmla="*/ 1189914 w 1878763"/>
              <a:gd name="connsiteY1045" fmla="*/ 0 h 1720299"/>
              <a:gd name="connsiteX1046" fmla="*/ 1189914 w 1878763"/>
              <a:gd name="connsiteY1046" fmla="*/ 27432 h 1720299"/>
              <a:gd name="connsiteX1047" fmla="*/ 1162482 w 1878763"/>
              <a:gd name="connsiteY1047" fmla="*/ 27432 h 1720299"/>
              <a:gd name="connsiteX1048" fmla="*/ 1042307 w 1878763"/>
              <a:gd name="connsiteY1048" fmla="*/ 0 h 1720299"/>
              <a:gd name="connsiteX1049" fmla="*/ 1069739 w 1878763"/>
              <a:gd name="connsiteY1049" fmla="*/ 0 h 1720299"/>
              <a:gd name="connsiteX1050" fmla="*/ 1069739 w 1878763"/>
              <a:gd name="connsiteY1050" fmla="*/ 27432 h 1720299"/>
              <a:gd name="connsiteX1051" fmla="*/ 1042307 w 1878763"/>
              <a:gd name="connsiteY1051" fmla="*/ 27432 h 1720299"/>
              <a:gd name="connsiteX1052" fmla="*/ 926798 w 1878763"/>
              <a:gd name="connsiteY1052" fmla="*/ 0 h 1720299"/>
              <a:gd name="connsiteX1053" fmla="*/ 954230 w 1878763"/>
              <a:gd name="connsiteY1053" fmla="*/ 0 h 1720299"/>
              <a:gd name="connsiteX1054" fmla="*/ 954230 w 1878763"/>
              <a:gd name="connsiteY1054" fmla="*/ 27432 h 1720299"/>
              <a:gd name="connsiteX1055" fmla="*/ 926798 w 1878763"/>
              <a:gd name="connsiteY1055" fmla="*/ 27432 h 1720299"/>
              <a:gd name="connsiteX1056" fmla="*/ 812625 w 1878763"/>
              <a:gd name="connsiteY1056" fmla="*/ 0 h 1720299"/>
              <a:gd name="connsiteX1057" fmla="*/ 840057 w 1878763"/>
              <a:gd name="connsiteY1057" fmla="*/ 0 h 1720299"/>
              <a:gd name="connsiteX1058" fmla="*/ 840057 w 1878763"/>
              <a:gd name="connsiteY1058" fmla="*/ 27432 h 1720299"/>
              <a:gd name="connsiteX1059" fmla="*/ 812625 w 1878763"/>
              <a:gd name="connsiteY1059" fmla="*/ 27432 h 1720299"/>
              <a:gd name="connsiteX1060" fmla="*/ 692450 w 1878763"/>
              <a:gd name="connsiteY1060" fmla="*/ 0 h 1720299"/>
              <a:gd name="connsiteX1061" fmla="*/ 719882 w 1878763"/>
              <a:gd name="connsiteY1061" fmla="*/ 0 h 1720299"/>
              <a:gd name="connsiteX1062" fmla="*/ 719882 w 1878763"/>
              <a:gd name="connsiteY1062" fmla="*/ 27432 h 1720299"/>
              <a:gd name="connsiteX1063" fmla="*/ 692450 w 1878763"/>
              <a:gd name="connsiteY1063" fmla="*/ 27432 h 1720299"/>
              <a:gd name="connsiteX1064" fmla="*/ 576340 w 1878763"/>
              <a:gd name="connsiteY1064" fmla="*/ 0 h 1720299"/>
              <a:gd name="connsiteX1065" fmla="*/ 603772 w 1878763"/>
              <a:gd name="connsiteY1065" fmla="*/ 0 h 1720299"/>
              <a:gd name="connsiteX1066" fmla="*/ 603772 w 1878763"/>
              <a:gd name="connsiteY1066" fmla="*/ 27432 h 1720299"/>
              <a:gd name="connsiteX1067" fmla="*/ 576340 w 1878763"/>
              <a:gd name="connsiteY1067" fmla="*/ 27432 h 1720299"/>
              <a:gd name="connsiteX1068" fmla="*/ 456165 w 1878763"/>
              <a:gd name="connsiteY1068" fmla="*/ 0 h 1720299"/>
              <a:gd name="connsiteX1069" fmla="*/ 483597 w 1878763"/>
              <a:gd name="connsiteY1069" fmla="*/ 0 h 1720299"/>
              <a:gd name="connsiteX1070" fmla="*/ 483597 w 1878763"/>
              <a:gd name="connsiteY1070" fmla="*/ 27432 h 1720299"/>
              <a:gd name="connsiteX1071" fmla="*/ 456165 w 1878763"/>
              <a:gd name="connsiteY1071" fmla="*/ 27432 h 1720299"/>
              <a:gd name="connsiteX1072" fmla="*/ 340656 w 1878763"/>
              <a:gd name="connsiteY1072" fmla="*/ 0 h 1720299"/>
              <a:gd name="connsiteX1073" fmla="*/ 368088 w 1878763"/>
              <a:gd name="connsiteY1073" fmla="*/ 0 h 1720299"/>
              <a:gd name="connsiteX1074" fmla="*/ 368088 w 1878763"/>
              <a:gd name="connsiteY1074" fmla="*/ 27432 h 1720299"/>
              <a:gd name="connsiteX1075" fmla="*/ 340656 w 1878763"/>
              <a:gd name="connsiteY1075" fmla="*/ 27432 h 1720299"/>
              <a:gd name="connsiteX1076" fmla="*/ 226483 w 1878763"/>
              <a:gd name="connsiteY1076" fmla="*/ 0 h 1720299"/>
              <a:gd name="connsiteX1077" fmla="*/ 253915 w 1878763"/>
              <a:gd name="connsiteY1077" fmla="*/ 0 h 1720299"/>
              <a:gd name="connsiteX1078" fmla="*/ 253915 w 1878763"/>
              <a:gd name="connsiteY1078" fmla="*/ 27432 h 1720299"/>
              <a:gd name="connsiteX1079" fmla="*/ 226483 w 1878763"/>
              <a:gd name="connsiteY1079" fmla="*/ 27432 h 1720299"/>
              <a:gd name="connsiteX1080" fmla="*/ 114173 w 1878763"/>
              <a:gd name="connsiteY1080" fmla="*/ 0 h 1720299"/>
              <a:gd name="connsiteX1081" fmla="*/ 141605 w 1878763"/>
              <a:gd name="connsiteY1081" fmla="*/ 0 h 1720299"/>
              <a:gd name="connsiteX1082" fmla="*/ 141605 w 1878763"/>
              <a:gd name="connsiteY1082" fmla="*/ 27432 h 1720299"/>
              <a:gd name="connsiteX1083" fmla="*/ 114173 w 1878763"/>
              <a:gd name="connsiteY1083" fmla="*/ 27432 h 1720299"/>
              <a:gd name="connsiteX1084" fmla="*/ 0 w 1878763"/>
              <a:gd name="connsiteY1084" fmla="*/ 0 h 1720299"/>
              <a:gd name="connsiteX1085" fmla="*/ 27432 w 1878763"/>
              <a:gd name="connsiteY1085" fmla="*/ 0 h 1720299"/>
              <a:gd name="connsiteX1086" fmla="*/ 27432 w 1878763"/>
              <a:gd name="connsiteY1086" fmla="*/ 27432 h 1720299"/>
              <a:gd name="connsiteX1087" fmla="*/ 0 w 1878763"/>
              <a:gd name="connsiteY1087" fmla="*/ 27432 h 1720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</a:cxnLst>
            <a:rect l="l" t="t" r="r" b="b"/>
            <a:pathLst>
              <a:path w="1878763" h="1720299">
                <a:moveTo>
                  <a:pt x="1851331" y="1692867"/>
                </a:moveTo>
                <a:lnTo>
                  <a:pt x="1878763" y="1692867"/>
                </a:lnTo>
                <a:lnTo>
                  <a:pt x="1878763" y="1720299"/>
                </a:lnTo>
                <a:lnTo>
                  <a:pt x="1851331" y="1720299"/>
                </a:lnTo>
                <a:close/>
                <a:moveTo>
                  <a:pt x="1737031" y="1692867"/>
                </a:moveTo>
                <a:lnTo>
                  <a:pt x="1764463" y="1692867"/>
                </a:lnTo>
                <a:lnTo>
                  <a:pt x="1764463" y="1720299"/>
                </a:lnTo>
                <a:lnTo>
                  <a:pt x="1737031" y="1720299"/>
                </a:lnTo>
                <a:close/>
                <a:moveTo>
                  <a:pt x="1625112" y="1692867"/>
                </a:moveTo>
                <a:lnTo>
                  <a:pt x="1652544" y="1692867"/>
                </a:lnTo>
                <a:lnTo>
                  <a:pt x="1652544" y="1720299"/>
                </a:lnTo>
                <a:lnTo>
                  <a:pt x="1625112" y="1720299"/>
                </a:lnTo>
                <a:close/>
                <a:moveTo>
                  <a:pt x="1510812" y="1692867"/>
                </a:moveTo>
                <a:lnTo>
                  <a:pt x="1538244" y="1692867"/>
                </a:lnTo>
                <a:lnTo>
                  <a:pt x="1538244" y="1720299"/>
                </a:lnTo>
                <a:lnTo>
                  <a:pt x="1510812" y="1720299"/>
                </a:lnTo>
                <a:close/>
                <a:moveTo>
                  <a:pt x="1394702" y="1692867"/>
                </a:moveTo>
                <a:lnTo>
                  <a:pt x="1422134" y="1692867"/>
                </a:lnTo>
                <a:lnTo>
                  <a:pt x="1422134" y="1720299"/>
                </a:lnTo>
                <a:lnTo>
                  <a:pt x="1394702" y="1720299"/>
                </a:lnTo>
                <a:close/>
                <a:moveTo>
                  <a:pt x="1278592" y="1692867"/>
                </a:moveTo>
                <a:lnTo>
                  <a:pt x="1306024" y="1692867"/>
                </a:lnTo>
                <a:lnTo>
                  <a:pt x="1306024" y="1720299"/>
                </a:lnTo>
                <a:lnTo>
                  <a:pt x="1278592" y="1720299"/>
                </a:lnTo>
                <a:close/>
                <a:moveTo>
                  <a:pt x="1162482" y="1692867"/>
                </a:moveTo>
                <a:lnTo>
                  <a:pt x="1189914" y="1692867"/>
                </a:lnTo>
                <a:lnTo>
                  <a:pt x="1189914" y="1720299"/>
                </a:lnTo>
                <a:lnTo>
                  <a:pt x="1162482" y="1720299"/>
                </a:lnTo>
                <a:close/>
                <a:moveTo>
                  <a:pt x="1042307" y="1692867"/>
                </a:moveTo>
                <a:lnTo>
                  <a:pt x="1069739" y="1692867"/>
                </a:lnTo>
                <a:lnTo>
                  <a:pt x="1069739" y="1720299"/>
                </a:lnTo>
                <a:lnTo>
                  <a:pt x="1042307" y="1720299"/>
                </a:lnTo>
                <a:close/>
                <a:moveTo>
                  <a:pt x="926798" y="1692867"/>
                </a:moveTo>
                <a:lnTo>
                  <a:pt x="954230" y="1692867"/>
                </a:lnTo>
                <a:lnTo>
                  <a:pt x="954230" y="1720299"/>
                </a:lnTo>
                <a:lnTo>
                  <a:pt x="926798" y="1720299"/>
                </a:lnTo>
                <a:close/>
                <a:moveTo>
                  <a:pt x="812625" y="1692867"/>
                </a:moveTo>
                <a:lnTo>
                  <a:pt x="840057" y="1692867"/>
                </a:lnTo>
                <a:lnTo>
                  <a:pt x="840057" y="1720299"/>
                </a:lnTo>
                <a:lnTo>
                  <a:pt x="812625" y="1720299"/>
                </a:lnTo>
                <a:close/>
                <a:moveTo>
                  <a:pt x="692450" y="1692867"/>
                </a:moveTo>
                <a:lnTo>
                  <a:pt x="719882" y="1692867"/>
                </a:lnTo>
                <a:lnTo>
                  <a:pt x="719882" y="1720299"/>
                </a:lnTo>
                <a:lnTo>
                  <a:pt x="692450" y="1720299"/>
                </a:lnTo>
                <a:close/>
                <a:moveTo>
                  <a:pt x="576340" y="1692867"/>
                </a:moveTo>
                <a:lnTo>
                  <a:pt x="603772" y="1692867"/>
                </a:lnTo>
                <a:lnTo>
                  <a:pt x="603772" y="1720299"/>
                </a:lnTo>
                <a:lnTo>
                  <a:pt x="576340" y="1720299"/>
                </a:lnTo>
                <a:close/>
                <a:moveTo>
                  <a:pt x="456165" y="1692867"/>
                </a:moveTo>
                <a:lnTo>
                  <a:pt x="483597" y="1692867"/>
                </a:lnTo>
                <a:lnTo>
                  <a:pt x="483597" y="1720299"/>
                </a:lnTo>
                <a:lnTo>
                  <a:pt x="456165" y="1720299"/>
                </a:lnTo>
                <a:close/>
                <a:moveTo>
                  <a:pt x="340656" y="1692867"/>
                </a:moveTo>
                <a:lnTo>
                  <a:pt x="368088" y="1692867"/>
                </a:lnTo>
                <a:lnTo>
                  <a:pt x="368088" y="1720299"/>
                </a:lnTo>
                <a:lnTo>
                  <a:pt x="340656" y="1720299"/>
                </a:lnTo>
                <a:close/>
                <a:moveTo>
                  <a:pt x="226483" y="1692867"/>
                </a:moveTo>
                <a:lnTo>
                  <a:pt x="253915" y="1692867"/>
                </a:lnTo>
                <a:lnTo>
                  <a:pt x="253915" y="1720299"/>
                </a:lnTo>
                <a:lnTo>
                  <a:pt x="226483" y="1720299"/>
                </a:lnTo>
                <a:close/>
                <a:moveTo>
                  <a:pt x="114173" y="1692867"/>
                </a:moveTo>
                <a:lnTo>
                  <a:pt x="141605" y="1692867"/>
                </a:lnTo>
                <a:lnTo>
                  <a:pt x="141605" y="1720299"/>
                </a:lnTo>
                <a:lnTo>
                  <a:pt x="114173" y="1720299"/>
                </a:lnTo>
                <a:close/>
                <a:moveTo>
                  <a:pt x="0" y="1692867"/>
                </a:moveTo>
                <a:lnTo>
                  <a:pt x="27432" y="1692867"/>
                </a:lnTo>
                <a:lnTo>
                  <a:pt x="27432" y="1720299"/>
                </a:lnTo>
                <a:lnTo>
                  <a:pt x="0" y="1720299"/>
                </a:lnTo>
                <a:close/>
                <a:moveTo>
                  <a:pt x="1851331" y="1579360"/>
                </a:moveTo>
                <a:lnTo>
                  <a:pt x="1878763" y="1579360"/>
                </a:lnTo>
                <a:lnTo>
                  <a:pt x="1878763" y="1606792"/>
                </a:lnTo>
                <a:lnTo>
                  <a:pt x="1851331" y="1606792"/>
                </a:lnTo>
                <a:close/>
                <a:moveTo>
                  <a:pt x="1737031" y="1579360"/>
                </a:moveTo>
                <a:lnTo>
                  <a:pt x="1764463" y="1579360"/>
                </a:lnTo>
                <a:lnTo>
                  <a:pt x="1764463" y="1606792"/>
                </a:lnTo>
                <a:lnTo>
                  <a:pt x="1737031" y="1606792"/>
                </a:lnTo>
                <a:close/>
                <a:moveTo>
                  <a:pt x="1625112" y="1579360"/>
                </a:moveTo>
                <a:lnTo>
                  <a:pt x="1652544" y="1579360"/>
                </a:lnTo>
                <a:lnTo>
                  <a:pt x="1652544" y="1606792"/>
                </a:lnTo>
                <a:lnTo>
                  <a:pt x="1625112" y="1606792"/>
                </a:lnTo>
                <a:close/>
                <a:moveTo>
                  <a:pt x="1510812" y="1579360"/>
                </a:moveTo>
                <a:lnTo>
                  <a:pt x="1538244" y="1579360"/>
                </a:lnTo>
                <a:lnTo>
                  <a:pt x="1538244" y="1606792"/>
                </a:lnTo>
                <a:lnTo>
                  <a:pt x="1510812" y="1606792"/>
                </a:lnTo>
                <a:close/>
                <a:moveTo>
                  <a:pt x="1394702" y="1579360"/>
                </a:moveTo>
                <a:lnTo>
                  <a:pt x="1422134" y="1579360"/>
                </a:lnTo>
                <a:lnTo>
                  <a:pt x="1422134" y="1606792"/>
                </a:lnTo>
                <a:lnTo>
                  <a:pt x="1394702" y="1606792"/>
                </a:lnTo>
                <a:close/>
                <a:moveTo>
                  <a:pt x="1278592" y="1579360"/>
                </a:moveTo>
                <a:lnTo>
                  <a:pt x="1306024" y="1579360"/>
                </a:lnTo>
                <a:lnTo>
                  <a:pt x="1306024" y="1606792"/>
                </a:lnTo>
                <a:lnTo>
                  <a:pt x="1278592" y="1606792"/>
                </a:lnTo>
                <a:close/>
                <a:moveTo>
                  <a:pt x="1162482" y="1579360"/>
                </a:moveTo>
                <a:lnTo>
                  <a:pt x="1189914" y="1579360"/>
                </a:lnTo>
                <a:lnTo>
                  <a:pt x="1189914" y="1606792"/>
                </a:lnTo>
                <a:lnTo>
                  <a:pt x="1162482" y="1606792"/>
                </a:lnTo>
                <a:close/>
                <a:moveTo>
                  <a:pt x="1042307" y="1579360"/>
                </a:moveTo>
                <a:lnTo>
                  <a:pt x="1069739" y="1579360"/>
                </a:lnTo>
                <a:lnTo>
                  <a:pt x="1069739" y="1606792"/>
                </a:lnTo>
                <a:lnTo>
                  <a:pt x="1042307" y="1606792"/>
                </a:lnTo>
                <a:close/>
                <a:moveTo>
                  <a:pt x="926798" y="1579360"/>
                </a:moveTo>
                <a:lnTo>
                  <a:pt x="954230" y="1579360"/>
                </a:lnTo>
                <a:lnTo>
                  <a:pt x="954230" y="1606792"/>
                </a:lnTo>
                <a:lnTo>
                  <a:pt x="926798" y="1606792"/>
                </a:lnTo>
                <a:close/>
                <a:moveTo>
                  <a:pt x="812625" y="1579360"/>
                </a:moveTo>
                <a:lnTo>
                  <a:pt x="840057" y="1579360"/>
                </a:lnTo>
                <a:lnTo>
                  <a:pt x="840057" y="1606792"/>
                </a:lnTo>
                <a:lnTo>
                  <a:pt x="812625" y="1606792"/>
                </a:lnTo>
                <a:close/>
                <a:moveTo>
                  <a:pt x="692450" y="1579360"/>
                </a:moveTo>
                <a:lnTo>
                  <a:pt x="719882" y="1579360"/>
                </a:lnTo>
                <a:lnTo>
                  <a:pt x="719882" y="1606792"/>
                </a:lnTo>
                <a:lnTo>
                  <a:pt x="692450" y="1606792"/>
                </a:lnTo>
                <a:close/>
                <a:moveTo>
                  <a:pt x="576340" y="1579360"/>
                </a:moveTo>
                <a:lnTo>
                  <a:pt x="603772" y="1579360"/>
                </a:lnTo>
                <a:lnTo>
                  <a:pt x="603772" y="1606792"/>
                </a:lnTo>
                <a:lnTo>
                  <a:pt x="576340" y="1606792"/>
                </a:lnTo>
                <a:close/>
                <a:moveTo>
                  <a:pt x="456165" y="1579360"/>
                </a:moveTo>
                <a:lnTo>
                  <a:pt x="483597" y="1579360"/>
                </a:lnTo>
                <a:lnTo>
                  <a:pt x="483597" y="1606792"/>
                </a:lnTo>
                <a:lnTo>
                  <a:pt x="456165" y="1606792"/>
                </a:lnTo>
                <a:close/>
                <a:moveTo>
                  <a:pt x="340656" y="1579360"/>
                </a:moveTo>
                <a:lnTo>
                  <a:pt x="368088" y="1579360"/>
                </a:lnTo>
                <a:lnTo>
                  <a:pt x="368088" y="1606792"/>
                </a:lnTo>
                <a:lnTo>
                  <a:pt x="340656" y="1606792"/>
                </a:lnTo>
                <a:close/>
                <a:moveTo>
                  <a:pt x="226483" y="1579360"/>
                </a:moveTo>
                <a:lnTo>
                  <a:pt x="253915" y="1579360"/>
                </a:lnTo>
                <a:lnTo>
                  <a:pt x="253915" y="1606792"/>
                </a:lnTo>
                <a:lnTo>
                  <a:pt x="226483" y="1606792"/>
                </a:lnTo>
                <a:close/>
                <a:moveTo>
                  <a:pt x="114173" y="1579360"/>
                </a:moveTo>
                <a:lnTo>
                  <a:pt x="141605" y="1579360"/>
                </a:lnTo>
                <a:lnTo>
                  <a:pt x="141605" y="1606792"/>
                </a:lnTo>
                <a:lnTo>
                  <a:pt x="114173" y="1606792"/>
                </a:lnTo>
                <a:close/>
                <a:moveTo>
                  <a:pt x="0" y="1579360"/>
                </a:moveTo>
                <a:lnTo>
                  <a:pt x="27432" y="1579360"/>
                </a:lnTo>
                <a:lnTo>
                  <a:pt x="27432" y="1606792"/>
                </a:lnTo>
                <a:lnTo>
                  <a:pt x="0" y="1606792"/>
                </a:lnTo>
                <a:close/>
                <a:moveTo>
                  <a:pt x="1851331" y="1469030"/>
                </a:moveTo>
                <a:lnTo>
                  <a:pt x="1878763" y="1469030"/>
                </a:lnTo>
                <a:lnTo>
                  <a:pt x="1878763" y="1496462"/>
                </a:lnTo>
                <a:lnTo>
                  <a:pt x="1851331" y="1496462"/>
                </a:lnTo>
                <a:close/>
                <a:moveTo>
                  <a:pt x="1737031" y="1469030"/>
                </a:moveTo>
                <a:lnTo>
                  <a:pt x="1764463" y="1469030"/>
                </a:lnTo>
                <a:lnTo>
                  <a:pt x="1764463" y="1496462"/>
                </a:lnTo>
                <a:lnTo>
                  <a:pt x="1737031" y="1496462"/>
                </a:lnTo>
                <a:close/>
                <a:moveTo>
                  <a:pt x="1625112" y="1469030"/>
                </a:moveTo>
                <a:lnTo>
                  <a:pt x="1652544" y="1469030"/>
                </a:lnTo>
                <a:lnTo>
                  <a:pt x="1652544" y="1496462"/>
                </a:lnTo>
                <a:lnTo>
                  <a:pt x="1625112" y="1496462"/>
                </a:lnTo>
                <a:close/>
                <a:moveTo>
                  <a:pt x="1510812" y="1469030"/>
                </a:moveTo>
                <a:lnTo>
                  <a:pt x="1538244" y="1469030"/>
                </a:lnTo>
                <a:lnTo>
                  <a:pt x="1538244" y="1496462"/>
                </a:lnTo>
                <a:lnTo>
                  <a:pt x="1510812" y="1496462"/>
                </a:lnTo>
                <a:close/>
                <a:moveTo>
                  <a:pt x="1394702" y="1469030"/>
                </a:moveTo>
                <a:lnTo>
                  <a:pt x="1422134" y="1469030"/>
                </a:lnTo>
                <a:lnTo>
                  <a:pt x="1422134" y="1496462"/>
                </a:lnTo>
                <a:lnTo>
                  <a:pt x="1394702" y="1496462"/>
                </a:lnTo>
                <a:close/>
                <a:moveTo>
                  <a:pt x="1278592" y="1469030"/>
                </a:moveTo>
                <a:lnTo>
                  <a:pt x="1306024" y="1469030"/>
                </a:lnTo>
                <a:lnTo>
                  <a:pt x="1306024" y="1496462"/>
                </a:lnTo>
                <a:lnTo>
                  <a:pt x="1278592" y="1496462"/>
                </a:lnTo>
                <a:close/>
                <a:moveTo>
                  <a:pt x="1162482" y="1469030"/>
                </a:moveTo>
                <a:lnTo>
                  <a:pt x="1189914" y="1469030"/>
                </a:lnTo>
                <a:lnTo>
                  <a:pt x="1189914" y="1496462"/>
                </a:lnTo>
                <a:lnTo>
                  <a:pt x="1162482" y="1496462"/>
                </a:lnTo>
                <a:close/>
                <a:moveTo>
                  <a:pt x="1042307" y="1469030"/>
                </a:moveTo>
                <a:lnTo>
                  <a:pt x="1069739" y="1469030"/>
                </a:lnTo>
                <a:lnTo>
                  <a:pt x="1069739" y="1496462"/>
                </a:lnTo>
                <a:lnTo>
                  <a:pt x="1042307" y="1496462"/>
                </a:lnTo>
                <a:close/>
                <a:moveTo>
                  <a:pt x="926798" y="1469030"/>
                </a:moveTo>
                <a:lnTo>
                  <a:pt x="954230" y="1469030"/>
                </a:lnTo>
                <a:lnTo>
                  <a:pt x="954230" y="1496462"/>
                </a:lnTo>
                <a:lnTo>
                  <a:pt x="926798" y="1496462"/>
                </a:lnTo>
                <a:close/>
                <a:moveTo>
                  <a:pt x="812625" y="1469030"/>
                </a:moveTo>
                <a:lnTo>
                  <a:pt x="840057" y="1469030"/>
                </a:lnTo>
                <a:lnTo>
                  <a:pt x="840057" y="1496462"/>
                </a:lnTo>
                <a:lnTo>
                  <a:pt x="812625" y="1496462"/>
                </a:lnTo>
                <a:close/>
                <a:moveTo>
                  <a:pt x="692450" y="1469030"/>
                </a:moveTo>
                <a:lnTo>
                  <a:pt x="719882" y="1469030"/>
                </a:lnTo>
                <a:lnTo>
                  <a:pt x="719882" y="1496462"/>
                </a:lnTo>
                <a:lnTo>
                  <a:pt x="692450" y="1496462"/>
                </a:lnTo>
                <a:close/>
                <a:moveTo>
                  <a:pt x="576340" y="1469030"/>
                </a:moveTo>
                <a:lnTo>
                  <a:pt x="603772" y="1469030"/>
                </a:lnTo>
                <a:lnTo>
                  <a:pt x="603772" y="1496462"/>
                </a:lnTo>
                <a:lnTo>
                  <a:pt x="576340" y="1496462"/>
                </a:lnTo>
                <a:close/>
                <a:moveTo>
                  <a:pt x="456165" y="1469030"/>
                </a:moveTo>
                <a:lnTo>
                  <a:pt x="483597" y="1469030"/>
                </a:lnTo>
                <a:lnTo>
                  <a:pt x="483597" y="1496462"/>
                </a:lnTo>
                <a:lnTo>
                  <a:pt x="456165" y="1496462"/>
                </a:lnTo>
                <a:close/>
                <a:moveTo>
                  <a:pt x="340656" y="1469030"/>
                </a:moveTo>
                <a:lnTo>
                  <a:pt x="368088" y="1469030"/>
                </a:lnTo>
                <a:lnTo>
                  <a:pt x="368088" y="1496462"/>
                </a:lnTo>
                <a:lnTo>
                  <a:pt x="340656" y="1496462"/>
                </a:lnTo>
                <a:close/>
                <a:moveTo>
                  <a:pt x="226483" y="1469030"/>
                </a:moveTo>
                <a:lnTo>
                  <a:pt x="253915" y="1469030"/>
                </a:lnTo>
                <a:lnTo>
                  <a:pt x="253915" y="1496462"/>
                </a:lnTo>
                <a:lnTo>
                  <a:pt x="226483" y="1496462"/>
                </a:lnTo>
                <a:close/>
                <a:moveTo>
                  <a:pt x="114173" y="1469030"/>
                </a:moveTo>
                <a:lnTo>
                  <a:pt x="141605" y="1469030"/>
                </a:lnTo>
                <a:lnTo>
                  <a:pt x="141605" y="1496462"/>
                </a:lnTo>
                <a:lnTo>
                  <a:pt x="114173" y="1496462"/>
                </a:lnTo>
                <a:close/>
                <a:moveTo>
                  <a:pt x="0" y="1469030"/>
                </a:moveTo>
                <a:lnTo>
                  <a:pt x="27432" y="1469030"/>
                </a:lnTo>
                <a:lnTo>
                  <a:pt x="27432" y="1496462"/>
                </a:lnTo>
                <a:lnTo>
                  <a:pt x="0" y="1496462"/>
                </a:lnTo>
                <a:close/>
                <a:moveTo>
                  <a:pt x="1851331" y="1355523"/>
                </a:moveTo>
                <a:lnTo>
                  <a:pt x="1878763" y="1355523"/>
                </a:lnTo>
                <a:lnTo>
                  <a:pt x="1878763" y="1382955"/>
                </a:lnTo>
                <a:lnTo>
                  <a:pt x="1851331" y="1382955"/>
                </a:lnTo>
                <a:close/>
                <a:moveTo>
                  <a:pt x="1737031" y="1355523"/>
                </a:moveTo>
                <a:lnTo>
                  <a:pt x="1764463" y="1355523"/>
                </a:lnTo>
                <a:lnTo>
                  <a:pt x="1764463" y="1382955"/>
                </a:lnTo>
                <a:lnTo>
                  <a:pt x="1737031" y="1382955"/>
                </a:lnTo>
                <a:close/>
                <a:moveTo>
                  <a:pt x="1625112" y="1355523"/>
                </a:moveTo>
                <a:lnTo>
                  <a:pt x="1652544" y="1355523"/>
                </a:lnTo>
                <a:lnTo>
                  <a:pt x="1652544" y="1382955"/>
                </a:lnTo>
                <a:lnTo>
                  <a:pt x="1625112" y="1382955"/>
                </a:lnTo>
                <a:close/>
                <a:moveTo>
                  <a:pt x="1510812" y="1355523"/>
                </a:moveTo>
                <a:lnTo>
                  <a:pt x="1538244" y="1355523"/>
                </a:lnTo>
                <a:lnTo>
                  <a:pt x="1538244" y="1382955"/>
                </a:lnTo>
                <a:lnTo>
                  <a:pt x="1510812" y="1382955"/>
                </a:lnTo>
                <a:close/>
                <a:moveTo>
                  <a:pt x="1394702" y="1355523"/>
                </a:moveTo>
                <a:lnTo>
                  <a:pt x="1422134" y="1355523"/>
                </a:lnTo>
                <a:lnTo>
                  <a:pt x="1422134" y="1382955"/>
                </a:lnTo>
                <a:lnTo>
                  <a:pt x="1394702" y="1382955"/>
                </a:lnTo>
                <a:close/>
                <a:moveTo>
                  <a:pt x="1278592" y="1355523"/>
                </a:moveTo>
                <a:lnTo>
                  <a:pt x="1306024" y="1355523"/>
                </a:lnTo>
                <a:lnTo>
                  <a:pt x="1306024" y="1382955"/>
                </a:lnTo>
                <a:lnTo>
                  <a:pt x="1278592" y="1382955"/>
                </a:lnTo>
                <a:close/>
                <a:moveTo>
                  <a:pt x="1162482" y="1355523"/>
                </a:moveTo>
                <a:lnTo>
                  <a:pt x="1189914" y="1355523"/>
                </a:lnTo>
                <a:lnTo>
                  <a:pt x="1189914" y="1382955"/>
                </a:lnTo>
                <a:lnTo>
                  <a:pt x="1162482" y="1382955"/>
                </a:lnTo>
                <a:close/>
                <a:moveTo>
                  <a:pt x="1042307" y="1355523"/>
                </a:moveTo>
                <a:lnTo>
                  <a:pt x="1069739" y="1355523"/>
                </a:lnTo>
                <a:lnTo>
                  <a:pt x="1069739" y="1382955"/>
                </a:lnTo>
                <a:lnTo>
                  <a:pt x="1042307" y="1382955"/>
                </a:lnTo>
                <a:close/>
                <a:moveTo>
                  <a:pt x="926798" y="1355523"/>
                </a:moveTo>
                <a:lnTo>
                  <a:pt x="954230" y="1355523"/>
                </a:lnTo>
                <a:lnTo>
                  <a:pt x="954230" y="1382955"/>
                </a:lnTo>
                <a:lnTo>
                  <a:pt x="926798" y="1382955"/>
                </a:lnTo>
                <a:close/>
                <a:moveTo>
                  <a:pt x="812625" y="1355523"/>
                </a:moveTo>
                <a:lnTo>
                  <a:pt x="840057" y="1355523"/>
                </a:lnTo>
                <a:lnTo>
                  <a:pt x="840057" y="1382955"/>
                </a:lnTo>
                <a:lnTo>
                  <a:pt x="812625" y="1382955"/>
                </a:lnTo>
                <a:close/>
                <a:moveTo>
                  <a:pt x="692450" y="1355523"/>
                </a:moveTo>
                <a:lnTo>
                  <a:pt x="719882" y="1355523"/>
                </a:lnTo>
                <a:lnTo>
                  <a:pt x="719882" y="1382955"/>
                </a:lnTo>
                <a:lnTo>
                  <a:pt x="692450" y="1382955"/>
                </a:lnTo>
                <a:close/>
                <a:moveTo>
                  <a:pt x="576340" y="1355523"/>
                </a:moveTo>
                <a:lnTo>
                  <a:pt x="603772" y="1355523"/>
                </a:lnTo>
                <a:lnTo>
                  <a:pt x="603772" y="1382955"/>
                </a:lnTo>
                <a:lnTo>
                  <a:pt x="576340" y="1382955"/>
                </a:lnTo>
                <a:close/>
                <a:moveTo>
                  <a:pt x="456165" y="1355523"/>
                </a:moveTo>
                <a:lnTo>
                  <a:pt x="483597" y="1355523"/>
                </a:lnTo>
                <a:lnTo>
                  <a:pt x="483597" y="1382955"/>
                </a:lnTo>
                <a:lnTo>
                  <a:pt x="456165" y="1382955"/>
                </a:lnTo>
                <a:close/>
                <a:moveTo>
                  <a:pt x="340656" y="1355523"/>
                </a:moveTo>
                <a:lnTo>
                  <a:pt x="368088" y="1355523"/>
                </a:lnTo>
                <a:lnTo>
                  <a:pt x="368088" y="1382955"/>
                </a:lnTo>
                <a:lnTo>
                  <a:pt x="340656" y="1382955"/>
                </a:lnTo>
                <a:close/>
                <a:moveTo>
                  <a:pt x="226483" y="1355523"/>
                </a:moveTo>
                <a:lnTo>
                  <a:pt x="253915" y="1355523"/>
                </a:lnTo>
                <a:lnTo>
                  <a:pt x="253915" y="1382955"/>
                </a:lnTo>
                <a:lnTo>
                  <a:pt x="226483" y="1382955"/>
                </a:lnTo>
                <a:close/>
                <a:moveTo>
                  <a:pt x="114173" y="1355523"/>
                </a:moveTo>
                <a:lnTo>
                  <a:pt x="141605" y="1355523"/>
                </a:lnTo>
                <a:lnTo>
                  <a:pt x="141605" y="1382955"/>
                </a:lnTo>
                <a:lnTo>
                  <a:pt x="114173" y="1382955"/>
                </a:lnTo>
                <a:close/>
                <a:moveTo>
                  <a:pt x="0" y="1355523"/>
                </a:moveTo>
                <a:lnTo>
                  <a:pt x="27432" y="1355523"/>
                </a:lnTo>
                <a:lnTo>
                  <a:pt x="27432" y="1382955"/>
                </a:lnTo>
                <a:lnTo>
                  <a:pt x="0" y="1382955"/>
                </a:lnTo>
                <a:close/>
                <a:moveTo>
                  <a:pt x="1851331" y="1242220"/>
                </a:moveTo>
                <a:lnTo>
                  <a:pt x="1878763" y="1242220"/>
                </a:lnTo>
                <a:lnTo>
                  <a:pt x="1878763" y="1269652"/>
                </a:lnTo>
                <a:lnTo>
                  <a:pt x="1851331" y="1269652"/>
                </a:lnTo>
                <a:close/>
                <a:moveTo>
                  <a:pt x="1737031" y="1242220"/>
                </a:moveTo>
                <a:lnTo>
                  <a:pt x="1764463" y="1242220"/>
                </a:lnTo>
                <a:lnTo>
                  <a:pt x="1764463" y="1269652"/>
                </a:lnTo>
                <a:lnTo>
                  <a:pt x="1737031" y="1269652"/>
                </a:lnTo>
                <a:close/>
                <a:moveTo>
                  <a:pt x="1625112" y="1242220"/>
                </a:moveTo>
                <a:lnTo>
                  <a:pt x="1652544" y="1242220"/>
                </a:lnTo>
                <a:lnTo>
                  <a:pt x="1652544" y="1269652"/>
                </a:lnTo>
                <a:lnTo>
                  <a:pt x="1625112" y="1269652"/>
                </a:lnTo>
                <a:close/>
                <a:moveTo>
                  <a:pt x="1510812" y="1242220"/>
                </a:moveTo>
                <a:lnTo>
                  <a:pt x="1538244" y="1242220"/>
                </a:lnTo>
                <a:lnTo>
                  <a:pt x="1538244" y="1269652"/>
                </a:lnTo>
                <a:lnTo>
                  <a:pt x="1510812" y="1269652"/>
                </a:lnTo>
                <a:close/>
                <a:moveTo>
                  <a:pt x="1394702" y="1242220"/>
                </a:moveTo>
                <a:lnTo>
                  <a:pt x="1422134" y="1242220"/>
                </a:lnTo>
                <a:lnTo>
                  <a:pt x="1422134" y="1269652"/>
                </a:lnTo>
                <a:lnTo>
                  <a:pt x="1394702" y="1269652"/>
                </a:lnTo>
                <a:close/>
                <a:moveTo>
                  <a:pt x="1278592" y="1242220"/>
                </a:moveTo>
                <a:lnTo>
                  <a:pt x="1306024" y="1242220"/>
                </a:lnTo>
                <a:lnTo>
                  <a:pt x="1306024" y="1269652"/>
                </a:lnTo>
                <a:lnTo>
                  <a:pt x="1278592" y="1269652"/>
                </a:lnTo>
                <a:close/>
                <a:moveTo>
                  <a:pt x="1162482" y="1242220"/>
                </a:moveTo>
                <a:lnTo>
                  <a:pt x="1189914" y="1242220"/>
                </a:lnTo>
                <a:lnTo>
                  <a:pt x="1189914" y="1269652"/>
                </a:lnTo>
                <a:lnTo>
                  <a:pt x="1162482" y="1269652"/>
                </a:lnTo>
                <a:close/>
                <a:moveTo>
                  <a:pt x="1042307" y="1242220"/>
                </a:moveTo>
                <a:lnTo>
                  <a:pt x="1069739" y="1242220"/>
                </a:lnTo>
                <a:lnTo>
                  <a:pt x="1069739" y="1269652"/>
                </a:lnTo>
                <a:lnTo>
                  <a:pt x="1042307" y="1269652"/>
                </a:lnTo>
                <a:close/>
                <a:moveTo>
                  <a:pt x="926798" y="1242220"/>
                </a:moveTo>
                <a:lnTo>
                  <a:pt x="954230" y="1242220"/>
                </a:lnTo>
                <a:lnTo>
                  <a:pt x="954230" y="1269652"/>
                </a:lnTo>
                <a:lnTo>
                  <a:pt x="926798" y="1269652"/>
                </a:lnTo>
                <a:close/>
                <a:moveTo>
                  <a:pt x="812625" y="1242220"/>
                </a:moveTo>
                <a:lnTo>
                  <a:pt x="840057" y="1242220"/>
                </a:lnTo>
                <a:lnTo>
                  <a:pt x="840057" y="1269652"/>
                </a:lnTo>
                <a:lnTo>
                  <a:pt x="812625" y="1269652"/>
                </a:lnTo>
                <a:close/>
                <a:moveTo>
                  <a:pt x="692450" y="1242220"/>
                </a:moveTo>
                <a:lnTo>
                  <a:pt x="719882" y="1242220"/>
                </a:lnTo>
                <a:lnTo>
                  <a:pt x="719882" y="1269652"/>
                </a:lnTo>
                <a:lnTo>
                  <a:pt x="692450" y="1269652"/>
                </a:lnTo>
                <a:close/>
                <a:moveTo>
                  <a:pt x="576340" y="1242220"/>
                </a:moveTo>
                <a:lnTo>
                  <a:pt x="603772" y="1242220"/>
                </a:lnTo>
                <a:lnTo>
                  <a:pt x="603772" y="1269652"/>
                </a:lnTo>
                <a:lnTo>
                  <a:pt x="576340" y="1269652"/>
                </a:lnTo>
                <a:close/>
                <a:moveTo>
                  <a:pt x="456165" y="1242220"/>
                </a:moveTo>
                <a:lnTo>
                  <a:pt x="483597" y="1242220"/>
                </a:lnTo>
                <a:lnTo>
                  <a:pt x="483597" y="1269652"/>
                </a:lnTo>
                <a:lnTo>
                  <a:pt x="456165" y="1269652"/>
                </a:lnTo>
                <a:close/>
                <a:moveTo>
                  <a:pt x="340656" y="1242220"/>
                </a:moveTo>
                <a:lnTo>
                  <a:pt x="368088" y="1242220"/>
                </a:lnTo>
                <a:lnTo>
                  <a:pt x="368088" y="1269652"/>
                </a:lnTo>
                <a:lnTo>
                  <a:pt x="340656" y="1269652"/>
                </a:lnTo>
                <a:close/>
                <a:moveTo>
                  <a:pt x="226483" y="1242220"/>
                </a:moveTo>
                <a:lnTo>
                  <a:pt x="253915" y="1242220"/>
                </a:lnTo>
                <a:lnTo>
                  <a:pt x="253915" y="1269652"/>
                </a:lnTo>
                <a:lnTo>
                  <a:pt x="226483" y="1269652"/>
                </a:lnTo>
                <a:close/>
                <a:moveTo>
                  <a:pt x="114173" y="1242220"/>
                </a:moveTo>
                <a:lnTo>
                  <a:pt x="141605" y="1242220"/>
                </a:lnTo>
                <a:lnTo>
                  <a:pt x="141605" y="1269652"/>
                </a:lnTo>
                <a:lnTo>
                  <a:pt x="114173" y="1269652"/>
                </a:lnTo>
                <a:close/>
                <a:moveTo>
                  <a:pt x="0" y="1242220"/>
                </a:moveTo>
                <a:lnTo>
                  <a:pt x="27432" y="1242220"/>
                </a:lnTo>
                <a:lnTo>
                  <a:pt x="27432" y="1269652"/>
                </a:lnTo>
                <a:lnTo>
                  <a:pt x="0" y="1269652"/>
                </a:lnTo>
                <a:close/>
                <a:moveTo>
                  <a:pt x="1851331" y="1128713"/>
                </a:moveTo>
                <a:lnTo>
                  <a:pt x="1878763" y="1128713"/>
                </a:lnTo>
                <a:lnTo>
                  <a:pt x="1878763" y="1156145"/>
                </a:lnTo>
                <a:lnTo>
                  <a:pt x="1851331" y="1156145"/>
                </a:lnTo>
                <a:close/>
                <a:moveTo>
                  <a:pt x="1737031" y="1128713"/>
                </a:moveTo>
                <a:lnTo>
                  <a:pt x="1764463" y="1128713"/>
                </a:lnTo>
                <a:lnTo>
                  <a:pt x="1764463" y="1156145"/>
                </a:lnTo>
                <a:lnTo>
                  <a:pt x="1737031" y="1156145"/>
                </a:lnTo>
                <a:close/>
                <a:moveTo>
                  <a:pt x="1625112" y="1128713"/>
                </a:moveTo>
                <a:lnTo>
                  <a:pt x="1652544" y="1128713"/>
                </a:lnTo>
                <a:lnTo>
                  <a:pt x="1652544" y="1156145"/>
                </a:lnTo>
                <a:lnTo>
                  <a:pt x="1625112" y="1156145"/>
                </a:lnTo>
                <a:close/>
                <a:moveTo>
                  <a:pt x="1510812" y="1128713"/>
                </a:moveTo>
                <a:lnTo>
                  <a:pt x="1538244" y="1128713"/>
                </a:lnTo>
                <a:lnTo>
                  <a:pt x="1538244" y="1156145"/>
                </a:lnTo>
                <a:lnTo>
                  <a:pt x="1510812" y="1156145"/>
                </a:lnTo>
                <a:close/>
                <a:moveTo>
                  <a:pt x="1394702" y="1128713"/>
                </a:moveTo>
                <a:lnTo>
                  <a:pt x="1422134" y="1128713"/>
                </a:lnTo>
                <a:lnTo>
                  <a:pt x="1422134" y="1156145"/>
                </a:lnTo>
                <a:lnTo>
                  <a:pt x="1394702" y="1156145"/>
                </a:lnTo>
                <a:close/>
                <a:moveTo>
                  <a:pt x="1278592" y="1128713"/>
                </a:moveTo>
                <a:lnTo>
                  <a:pt x="1306024" y="1128713"/>
                </a:lnTo>
                <a:lnTo>
                  <a:pt x="1306024" y="1156145"/>
                </a:lnTo>
                <a:lnTo>
                  <a:pt x="1278592" y="1156145"/>
                </a:lnTo>
                <a:close/>
                <a:moveTo>
                  <a:pt x="1162482" y="1128713"/>
                </a:moveTo>
                <a:lnTo>
                  <a:pt x="1189914" y="1128713"/>
                </a:lnTo>
                <a:lnTo>
                  <a:pt x="1189914" y="1156145"/>
                </a:lnTo>
                <a:lnTo>
                  <a:pt x="1162482" y="1156145"/>
                </a:lnTo>
                <a:close/>
                <a:moveTo>
                  <a:pt x="1042307" y="1128713"/>
                </a:moveTo>
                <a:lnTo>
                  <a:pt x="1069739" y="1128713"/>
                </a:lnTo>
                <a:lnTo>
                  <a:pt x="1069739" y="1156145"/>
                </a:lnTo>
                <a:lnTo>
                  <a:pt x="1042307" y="1156145"/>
                </a:lnTo>
                <a:close/>
                <a:moveTo>
                  <a:pt x="926798" y="1128713"/>
                </a:moveTo>
                <a:lnTo>
                  <a:pt x="954230" y="1128713"/>
                </a:lnTo>
                <a:lnTo>
                  <a:pt x="954230" y="1156145"/>
                </a:lnTo>
                <a:lnTo>
                  <a:pt x="926798" y="1156145"/>
                </a:lnTo>
                <a:close/>
                <a:moveTo>
                  <a:pt x="812625" y="1128713"/>
                </a:moveTo>
                <a:lnTo>
                  <a:pt x="840057" y="1128713"/>
                </a:lnTo>
                <a:lnTo>
                  <a:pt x="840057" y="1156145"/>
                </a:lnTo>
                <a:lnTo>
                  <a:pt x="812625" y="1156145"/>
                </a:lnTo>
                <a:close/>
                <a:moveTo>
                  <a:pt x="692450" y="1128713"/>
                </a:moveTo>
                <a:lnTo>
                  <a:pt x="719882" y="1128713"/>
                </a:lnTo>
                <a:lnTo>
                  <a:pt x="719882" y="1156145"/>
                </a:lnTo>
                <a:lnTo>
                  <a:pt x="692450" y="1156145"/>
                </a:lnTo>
                <a:close/>
                <a:moveTo>
                  <a:pt x="576340" y="1128713"/>
                </a:moveTo>
                <a:lnTo>
                  <a:pt x="603772" y="1128713"/>
                </a:lnTo>
                <a:lnTo>
                  <a:pt x="603772" y="1156145"/>
                </a:lnTo>
                <a:lnTo>
                  <a:pt x="576340" y="1156145"/>
                </a:lnTo>
                <a:close/>
                <a:moveTo>
                  <a:pt x="456165" y="1128713"/>
                </a:moveTo>
                <a:lnTo>
                  <a:pt x="483597" y="1128713"/>
                </a:lnTo>
                <a:lnTo>
                  <a:pt x="483597" y="1156145"/>
                </a:lnTo>
                <a:lnTo>
                  <a:pt x="456165" y="1156145"/>
                </a:lnTo>
                <a:close/>
                <a:moveTo>
                  <a:pt x="340656" y="1128713"/>
                </a:moveTo>
                <a:lnTo>
                  <a:pt x="368088" y="1128713"/>
                </a:lnTo>
                <a:lnTo>
                  <a:pt x="368088" y="1156145"/>
                </a:lnTo>
                <a:lnTo>
                  <a:pt x="340656" y="1156145"/>
                </a:lnTo>
                <a:close/>
                <a:moveTo>
                  <a:pt x="226483" y="1128713"/>
                </a:moveTo>
                <a:lnTo>
                  <a:pt x="253915" y="1128713"/>
                </a:lnTo>
                <a:lnTo>
                  <a:pt x="253915" y="1156145"/>
                </a:lnTo>
                <a:lnTo>
                  <a:pt x="226483" y="1156145"/>
                </a:lnTo>
                <a:close/>
                <a:moveTo>
                  <a:pt x="114173" y="1128713"/>
                </a:moveTo>
                <a:lnTo>
                  <a:pt x="141605" y="1128713"/>
                </a:lnTo>
                <a:lnTo>
                  <a:pt x="141605" y="1156145"/>
                </a:lnTo>
                <a:lnTo>
                  <a:pt x="114173" y="1156145"/>
                </a:lnTo>
                <a:close/>
                <a:moveTo>
                  <a:pt x="0" y="1128713"/>
                </a:moveTo>
                <a:lnTo>
                  <a:pt x="27432" y="1128713"/>
                </a:lnTo>
                <a:lnTo>
                  <a:pt x="27432" y="1156145"/>
                </a:lnTo>
                <a:lnTo>
                  <a:pt x="0" y="1156145"/>
                </a:lnTo>
                <a:close/>
                <a:moveTo>
                  <a:pt x="1851331" y="1018383"/>
                </a:moveTo>
                <a:lnTo>
                  <a:pt x="1878763" y="1018383"/>
                </a:lnTo>
                <a:lnTo>
                  <a:pt x="1878763" y="1045815"/>
                </a:lnTo>
                <a:lnTo>
                  <a:pt x="1851331" y="1045815"/>
                </a:lnTo>
                <a:close/>
                <a:moveTo>
                  <a:pt x="1737031" y="1018383"/>
                </a:moveTo>
                <a:lnTo>
                  <a:pt x="1764463" y="1018383"/>
                </a:lnTo>
                <a:lnTo>
                  <a:pt x="1764463" y="1045815"/>
                </a:lnTo>
                <a:lnTo>
                  <a:pt x="1737031" y="1045815"/>
                </a:lnTo>
                <a:close/>
                <a:moveTo>
                  <a:pt x="1625112" y="1018383"/>
                </a:moveTo>
                <a:lnTo>
                  <a:pt x="1652544" y="1018383"/>
                </a:lnTo>
                <a:lnTo>
                  <a:pt x="1652544" y="1045815"/>
                </a:lnTo>
                <a:lnTo>
                  <a:pt x="1625112" y="1045815"/>
                </a:lnTo>
                <a:close/>
                <a:moveTo>
                  <a:pt x="1510812" y="1018383"/>
                </a:moveTo>
                <a:lnTo>
                  <a:pt x="1538244" y="1018383"/>
                </a:lnTo>
                <a:lnTo>
                  <a:pt x="1538244" y="1045815"/>
                </a:lnTo>
                <a:lnTo>
                  <a:pt x="1510812" y="1045815"/>
                </a:lnTo>
                <a:close/>
                <a:moveTo>
                  <a:pt x="1394702" y="1018383"/>
                </a:moveTo>
                <a:lnTo>
                  <a:pt x="1422134" y="1018383"/>
                </a:lnTo>
                <a:lnTo>
                  <a:pt x="1422134" y="1045815"/>
                </a:lnTo>
                <a:lnTo>
                  <a:pt x="1394702" y="1045815"/>
                </a:lnTo>
                <a:close/>
                <a:moveTo>
                  <a:pt x="1278592" y="1018383"/>
                </a:moveTo>
                <a:lnTo>
                  <a:pt x="1306024" y="1018383"/>
                </a:lnTo>
                <a:lnTo>
                  <a:pt x="1306024" y="1045815"/>
                </a:lnTo>
                <a:lnTo>
                  <a:pt x="1278592" y="1045815"/>
                </a:lnTo>
                <a:close/>
                <a:moveTo>
                  <a:pt x="1162482" y="1018383"/>
                </a:moveTo>
                <a:lnTo>
                  <a:pt x="1189914" y="1018383"/>
                </a:lnTo>
                <a:lnTo>
                  <a:pt x="1189914" y="1045815"/>
                </a:lnTo>
                <a:lnTo>
                  <a:pt x="1162482" y="1045815"/>
                </a:lnTo>
                <a:close/>
                <a:moveTo>
                  <a:pt x="1042307" y="1018383"/>
                </a:moveTo>
                <a:lnTo>
                  <a:pt x="1069739" y="1018383"/>
                </a:lnTo>
                <a:lnTo>
                  <a:pt x="1069739" y="1045815"/>
                </a:lnTo>
                <a:lnTo>
                  <a:pt x="1042307" y="1045815"/>
                </a:lnTo>
                <a:close/>
                <a:moveTo>
                  <a:pt x="926798" y="1018383"/>
                </a:moveTo>
                <a:lnTo>
                  <a:pt x="954230" y="1018383"/>
                </a:lnTo>
                <a:lnTo>
                  <a:pt x="954230" y="1045815"/>
                </a:lnTo>
                <a:lnTo>
                  <a:pt x="926798" y="1045815"/>
                </a:lnTo>
                <a:close/>
                <a:moveTo>
                  <a:pt x="812625" y="1018383"/>
                </a:moveTo>
                <a:lnTo>
                  <a:pt x="840057" y="1018383"/>
                </a:lnTo>
                <a:lnTo>
                  <a:pt x="840057" y="1045815"/>
                </a:lnTo>
                <a:lnTo>
                  <a:pt x="812625" y="1045815"/>
                </a:lnTo>
                <a:close/>
                <a:moveTo>
                  <a:pt x="692450" y="1018383"/>
                </a:moveTo>
                <a:lnTo>
                  <a:pt x="719882" y="1018383"/>
                </a:lnTo>
                <a:lnTo>
                  <a:pt x="719882" y="1045815"/>
                </a:lnTo>
                <a:lnTo>
                  <a:pt x="692450" y="1045815"/>
                </a:lnTo>
                <a:close/>
                <a:moveTo>
                  <a:pt x="576340" y="1018383"/>
                </a:moveTo>
                <a:lnTo>
                  <a:pt x="603772" y="1018383"/>
                </a:lnTo>
                <a:lnTo>
                  <a:pt x="603772" y="1045815"/>
                </a:lnTo>
                <a:lnTo>
                  <a:pt x="576340" y="1045815"/>
                </a:lnTo>
                <a:close/>
                <a:moveTo>
                  <a:pt x="456165" y="1018383"/>
                </a:moveTo>
                <a:lnTo>
                  <a:pt x="483597" y="1018383"/>
                </a:lnTo>
                <a:lnTo>
                  <a:pt x="483597" y="1045815"/>
                </a:lnTo>
                <a:lnTo>
                  <a:pt x="456165" y="1045815"/>
                </a:lnTo>
                <a:close/>
                <a:moveTo>
                  <a:pt x="340656" y="1018383"/>
                </a:moveTo>
                <a:lnTo>
                  <a:pt x="368088" y="1018383"/>
                </a:lnTo>
                <a:lnTo>
                  <a:pt x="368088" y="1045815"/>
                </a:lnTo>
                <a:lnTo>
                  <a:pt x="340656" y="1045815"/>
                </a:lnTo>
                <a:close/>
                <a:moveTo>
                  <a:pt x="226483" y="1018383"/>
                </a:moveTo>
                <a:lnTo>
                  <a:pt x="253915" y="1018383"/>
                </a:lnTo>
                <a:lnTo>
                  <a:pt x="253915" y="1045815"/>
                </a:lnTo>
                <a:lnTo>
                  <a:pt x="226483" y="1045815"/>
                </a:lnTo>
                <a:close/>
                <a:moveTo>
                  <a:pt x="114173" y="1018383"/>
                </a:moveTo>
                <a:lnTo>
                  <a:pt x="141605" y="1018383"/>
                </a:lnTo>
                <a:lnTo>
                  <a:pt x="141605" y="1045815"/>
                </a:lnTo>
                <a:lnTo>
                  <a:pt x="114173" y="1045815"/>
                </a:lnTo>
                <a:close/>
                <a:moveTo>
                  <a:pt x="0" y="1018383"/>
                </a:moveTo>
                <a:lnTo>
                  <a:pt x="27432" y="1018383"/>
                </a:lnTo>
                <a:lnTo>
                  <a:pt x="27432" y="1045815"/>
                </a:lnTo>
                <a:lnTo>
                  <a:pt x="0" y="1045815"/>
                </a:lnTo>
                <a:close/>
                <a:moveTo>
                  <a:pt x="1851331" y="904876"/>
                </a:moveTo>
                <a:lnTo>
                  <a:pt x="1878763" y="904876"/>
                </a:lnTo>
                <a:lnTo>
                  <a:pt x="1878763" y="932308"/>
                </a:lnTo>
                <a:lnTo>
                  <a:pt x="1851331" y="932308"/>
                </a:lnTo>
                <a:close/>
                <a:moveTo>
                  <a:pt x="1737031" y="904876"/>
                </a:moveTo>
                <a:lnTo>
                  <a:pt x="1764463" y="904876"/>
                </a:lnTo>
                <a:lnTo>
                  <a:pt x="1764463" y="932308"/>
                </a:lnTo>
                <a:lnTo>
                  <a:pt x="1737031" y="932308"/>
                </a:lnTo>
                <a:close/>
                <a:moveTo>
                  <a:pt x="1625112" y="904876"/>
                </a:moveTo>
                <a:lnTo>
                  <a:pt x="1652544" y="904876"/>
                </a:lnTo>
                <a:lnTo>
                  <a:pt x="1652544" y="932308"/>
                </a:lnTo>
                <a:lnTo>
                  <a:pt x="1625112" y="932308"/>
                </a:lnTo>
                <a:close/>
                <a:moveTo>
                  <a:pt x="1510812" y="904876"/>
                </a:moveTo>
                <a:lnTo>
                  <a:pt x="1538244" y="904876"/>
                </a:lnTo>
                <a:lnTo>
                  <a:pt x="1538244" y="932308"/>
                </a:lnTo>
                <a:lnTo>
                  <a:pt x="1510812" y="932308"/>
                </a:lnTo>
                <a:close/>
                <a:moveTo>
                  <a:pt x="1394702" y="904876"/>
                </a:moveTo>
                <a:lnTo>
                  <a:pt x="1422134" y="904876"/>
                </a:lnTo>
                <a:lnTo>
                  <a:pt x="1422134" y="932308"/>
                </a:lnTo>
                <a:lnTo>
                  <a:pt x="1394702" y="932308"/>
                </a:lnTo>
                <a:close/>
                <a:moveTo>
                  <a:pt x="1278592" y="904876"/>
                </a:moveTo>
                <a:lnTo>
                  <a:pt x="1306024" y="904876"/>
                </a:lnTo>
                <a:lnTo>
                  <a:pt x="1306024" y="932308"/>
                </a:lnTo>
                <a:lnTo>
                  <a:pt x="1278592" y="932308"/>
                </a:lnTo>
                <a:close/>
                <a:moveTo>
                  <a:pt x="1162482" y="904876"/>
                </a:moveTo>
                <a:lnTo>
                  <a:pt x="1189914" y="904876"/>
                </a:lnTo>
                <a:lnTo>
                  <a:pt x="1189914" y="932308"/>
                </a:lnTo>
                <a:lnTo>
                  <a:pt x="1162482" y="932308"/>
                </a:lnTo>
                <a:close/>
                <a:moveTo>
                  <a:pt x="1042307" y="904876"/>
                </a:moveTo>
                <a:lnTo>
                  <a:pt x="1069739" y="904876"/>
                </a:lnTo>
                <a:lnTo>
                  <a:pt x="1069739" y="932308"/>
                </a:lnTo>
                <a:lnTo>
                  <a:pt x="1042307" y="932308"/>
                </a:lnTo>
                <a:close/>
                <a:moveTo>
                  <a:pt x="926798" y="904876"/>
                </a:moveTo>
                <a:lnTo>
                  <a:pt x="954230" y="904876"/>
                </a:lnTo>
                <a:lnTo>
                  <a:pt x="954230" y="932308"/>
                </a:lnTo>
                <a:lnTo>
                  <a:pt x="926798" y="932308"/>
                </a:lnTo>
                <a:close/>
                <a:moveTo>
                  <a:pt x="812625" y="904876"/>
                </a:moveTo>
                <a:lnTo>
                  <a:pt x="840057" y="904876"/>
                </a:lnTo>
                <a:lnTo>
                  <a:pt x="840057" y="932308"/>
                </a:lnTo>
                <a:lnTo>
                  <a:pt x="812625" y="932308"/>
                </a:lnTo>
                <a:close/>
                <a:moveTo>
                  <a:pt x="692450" y="904876"/>
                </a:moveTo>
                <a:lnTo>
                  <a:pt x="719882" y="904876"/>
                </a:lnTo>
                <a:lnTo>
                  <a:pt x="719882" y="932308"/>
                </a:lnTo>
                <a:lnTo>
                  <a:pt x="692450" y="932308"/>
                </a:lnTo>
                <a:close/>
                <a:moveTo>
                  <a:pt x="576340" y="904876"/>
                </a:moveTo>
                <a:lnTo>
                  <a:pt x="603772" y="904876"/>
                </a:lnTo>
                <a:lnTo>
                  <a:pt x="603772" y="932308"/>
                </a:lnTo>
                <a:lnTo>
                  <a:pt x="576340" y="932308"/>
                </a:lnTo>
                <a:close/>
                <a:moveTo>
                  <a:pt x="456165" y="904876"/>
                </a:moveTo>
                <a:lnTo>
                  <a:pt x="483597" y="904876"/>
                </a:lnTo>
                <a:lnTo>
                  <a:pt x="483597" y="932308"/>
                </a:lnTo>
                <a:lnTo>
                  <a:pt x="456165" y="932308"/>
                </a:lnTo>
                <a:close/>
                <a:moveTo>
                  <a:pt x="340656" y="904876"/>
                </a:moveTo>
                <a:lnTo>
                  <a:pt x="368088" y="904876"/>
                </a:lnTo>
                <a:lnTo>
                  <a:pt x="368088" y="932308"/>
                </a:lnTo>
                <a:lnTo>
                  <a:pt x="340656" y="932308"/>
                </a:lnTo>
                <a:close/>
                <a:moveTo>
                  <a:pt x="226483" y="904876"/>
                </a:moveTo>
                <a:lnTo>
                  <a:pt x="253915" y="904876"/>
                </a:lnTo>
                <a:lnTo>
                  <a:pt x="253915" y="932308"/>
                </a:lnTo>
                <a:lnTo>
                  <a:pt x="226483" y="932308"/>
                </a:lnTo>
                <a:close/>
                <a:moveTo>
                  <a:pt x="114173" y="904876"/>
                </a:moveTo>
                <a:lnTo>
                  <a:pt x="141605" y="904876"/>
                </a:lnTo>
                <a:lnTo>
                  <a:pt x="141605" y="932308"/>
                </a:lnTo>
                <a:lnTo>
                  <a:pt x="114173" y="932308"/>
                </a:lnTo>
                <a:close/>
                <a:moveTo>
                  <a:pt x="0" y="904876"/>
                </a:moveTo>
                <a:lnTo>
                  <a:pt x="27432" y="904876"/>
                </a:lnTo>
                <a:lnTo>
                  <a:pt x="27432" y="932308"/>
                </a:lnTo>
                <a:lnTo>
                  <a:pt x="0" y="932308"/>
                </a:lnTo>
                <a:close/>
                <a:moveTo>
                  <a:pt x="1851331" y="789782"/>
                </a:moveTo>
                <a:lnTo>
                  <a:pt x="1878763" y="789782"/>
                </a:lnTo>
                <a:lnTo>
                  <a:pt x="1878763" y="817214"/>
                </a:lnTo>
                <a:lnTo>
                  <a:pt x="1851331" y="817214"/>
                </a:lnTo>
                <a:close/>
                <a:moveTo>
                  <a:pt x="1737031" y="789782"/>
                </a:moveTo>
                <a:lnTo>
                  <a:pt x="1764463" y="789782"/>
                </a:lnTo>
                <a:lnTo>
                  <a:pt x="1764463" y="817214"/>
                </a:lnTo>
                <a:lnTo>
                  <a:pt x="1737031" y="817214"/>
                </a:lnTo>
                <a:close/>
                <a:moveTo>
                  <a:pt x="1625112" y="789782"/>
                </a:moveTo>
                <a:lnTo>
                  <a:pt x="1652544" y="789782"/>
                </a:lnTo>
                <a:lnTo>
                  <a:pt x="1652544" y="817214"/>
                </a:lnTo>
                <a:lnTo>
                  <a:pt x="1625112" y="817214"/>
                </a:lnTo>
                <a:close/>
                <a:moveTo>
                  <a:pt x="1510812" y="789782"/>
                </a:moveTo>
                <a:lnTo>
                  <a:pt x="1538244" y="789782"/>
                </a:lnTo>
                <a:lnTo>
                  <a:pt x="1538244" y="817214"/>
                </a:lnTo>
                <a:lnTo>
                  <a:pt x="1510812" y="817214"/>
                </a:lnTo>
                <a:close/>
                <a:moveTo>
                  <a:pt x="1394702" y="789782"/>
                </a:moveTo>
                <a:lnTo>
                  <a:pt x="1422134" y="789782"/>
                </a:lnTo>
                <a:lnTo>
                  <a:pt x="1422134" y="817214"/>
                </a:lnTo>
                <a:lnTo>
                  <a:pt x="1394702" y="817214"/>
                </a:lnTo>
                <a:close/>
                <a:moveTo>
                  <a:pt x="1278592" y="789782"/>
                </a:moveTo>
                <a:lnTo>
                  <a:pt x="1306024" y="789782"/>
                </a:lnTo>
                <a:lnTo>
                  <a:pt x="1306024" y="817214"/>
                </a:lnTo>
                <a:lnTo>
                  <a:pt x="1278592" y="817214"/>
                </a:lnTo>
                <a:close/>
                <a:moveTo>
                  <a:pt x="1162482" y="789782"/>
                </a:moveTo>
                <a:lnTo>
                  <a:pt x="1189914" y="789782"/>
                </a:lnTo>
                <a:lnTo>
                  <a:pt x="1189914" y="817214"/>
                </a:lnTo>
                <a:lnTo>
                  <a:pt x="1162482" y="817214"/>
                </a:lnTo>
                <a:close/>
                <a:moveTo>
                  <a:pt x="1042307" y="789782"/>
                </a:moveTo>
                <a:lnTo>
                  <a:pt x="1069739" y="789782"/>
                </a:lnTo>
                <a:lnTo>
                  <a:pt x="1069739" y="817214"/>
                </a:lnTo>
                <a:lnTo>
                  <a:pt x="1042307" y="817214"/>
                </a:lnTo>
                <a:close/>
                <a:moveTo>
                  <a:pt x="926798" y="789782"/>
                </a:moveTo>
                <a:lnTo>
                  <a:pt x="954230" y="789782"/>
                </a:lnTo>
                <a:lnTo>
                  <a:pt x="954230" y="817214"/>
                </a:lnTo>
                <a:lnTo>
                  <a:pt x="926798" y="817214"/>
                </a:lnTo>
                <a:close/>
                <a:moveTo>
                  <a:pt x="812625" y="789782"/>
                </a:moveTo>
                <a:lnTo>
                  <a:pt x="840057" y="789782"/>
                </a:lnTo>
                <a:lnTo>
                  <a:pt x="840057" y="817214"/>
                </a:lnTo>
                <a:lnTo>
                  <a:pt x="812625" y="817214"/>
                </a:lnTo>
                <a:close/>
                <a:moveTo>
                  <a:pt x="692450" y="789782"/>
                </a:moveTo>
                <a:lnTo>
                  <a:pt x="719882" y="789782"/>
                </a:lnTo>
                <a:lnTo>
                  <a:pt x="719882" y="817214"/>
                </a:lnTo>
                <a:lnTo>
                  <a:pt x="692450" y="817214"/>
                </a:lnTo>
                <a:close/>
                <a:moveTo>
                  <a:pt x="576340" y="789782"/>
                </a:moveTo>
                <a:lnTo>
                  <a:pt x="603772" y="789782"/>
                </a:lnTo>
                <a:lnTo>
                  <a:pt x="603772" y="817214"/>
                </a:lnTo>
                <a:lnTo>
                  <a:pt x="576340" y="817214"/>
                </a:lnTo>
                <a:close/>
                <a:moveTo>
                  <a:pt x="456165" y="789782"/>
                </a:moveTo>
                <a:lnTo>
                  <a:pt x="483597" y="789782"/>
                </a:lnTo>
                <a:lnTo>
                  <a:pt x="483597" y="817214"/>
                </a:lnTo>
                <a:lnTo>
                  <a:pt x="456165" y="817214"/>
                </a:lnTo>
                <a:close/>
                <a:moveTo>
                  <a:pt x="340656" y="789782"/>
                </a:moveTo>
                <a:lnTo>
                  <a:pt x="368088" y="789782"/>
                </a:lnTo>
                <a:lnTo>
                  <a:pt x="368088" y="817214"/>
                </a:lnTo>
                <a:lnTo>
                  <a:pt x="340656" y="817214"/>
                </a:lnTo>
                <a:close/>
                <a:moveTo>
                  <a:pt x="226483" y="789782"/>
                </a:moveTo>
                <a:lnTo>
                  <a:pt x="253915" y="789782"/>
                </a:lnTo>
                <a:lnTo>
                  <a:pt x="253915" y="817214"/>
                </a:lnTo>
                <a:lnTo>
                  <a:pt x="226483" y="817214"/>
                </a:lnTo>
                <a:close/>
                <a:moveTo>
                  <a:pt x="114173" y="789782"/>
                </a:moveTo>
                <a:lnTo>
                  <a:pt x="141605" y="789782"/>
                </a:lnTo>
                <a:lnTo>
                  <a:pt x="141605" y="817214"/>
                </a:lnTo>
                <a:lnTo>
                  <a:pt x="114173" y="817214"/>
                </a:lnTo>
                <a:close/>
                <a:moveTo>
                  <a:pt x="0" y="789782"/>
                </a:moveTo>
                <a:lnTo>
                  <a:pt x="27432" y="789782"/>
                </a:lnTo>
                <a:lnTo>
                  <a:pt x="27432" y="817214"/>
                </a:lnTo>
                <a:lnTo>
                  <a:pt x="0" y="817214"/>
                </a:lnTo>
                <a:close/>
                <a:moveTo>
                  <a:pt x="1851331" y="676275"/>
                </a:moveTo>
                <a:lnTo>
                  <a:pt x="1878763" y="676275"/>
                </a:lnTo>
                <a:lnTo>
                  <a:pt x="1878763" y="703707"/>
                </a:lnTo>
                <a:lnTo>
                  <a:pt x="1851331" y="703707"/>
                </a:lnTo>
                <a:close/>
                <a:moveTo>
                  <a:pt x="1737031" y="676275"/>
                </a:moveTo>
                <a:lnTo>
                  <a:pt x="1764463" y="676275"/>
                </a:lnTo>
                <a:lnTo>
                  <a:pt x="1764463" y="703707"/>
                </a:lnTo>
                <a:lnTo>
                  <a:pt x="1737031" y="703707"/>
                </a:lnTo>
                <a:close/>
                <a:moveTo>
                  <a:pt x="1625112" y="676275"/>
                </a:moveTo>
                <a:lnTo>
                  <a:pt x="1652544" y="676275"/>
                </a:lnTo>
                <a:lnTo>
                  <a:pt x="1652544" y="703707"/>
                </a:lnTo>
                <a:lnTo>
                  <a:pt x="1625112" y="703707"/>
                </a:lnTo>
                <a:close/>
                <a:moveTo>
                  <a:pt x="1510812" y="676275"/>
                </a:moveTo>
                <a:lnTo>
                  <a:pt x="1538244" y="676275"/>
                </a:lnTo>
                <a:lnTo>
                  <a:pt x="1538244" y="703707"/>
                </a:lnTo>
                <a:lnTo>
                  <a:pt x="1510812" y="703707"/>
                </a:lnTo>
                <a:close/>
                <a:moveTo>
                  <a:pt x="1394702" y="676275"/>
                </a:moveTo>
                <a:lnTo>
                  <a:pt x="1422134" y="676275"/>
                </a:lnTo>
                <a:lnTo>
                  <a:pt x="1422134" y="703707"/>
                </a:lnTo>
                <a:lnTo>
                  <a:pt x="1394702" y="703707"/>
                </a:lnTo>
                <a:close/>
                <a:moveTo>
                  <a:pt x="1278592" y="676275"/>
                </a:moveTo>
                <a:lnTo>
                  <a:pt x="1306024" y="676275"/>
                </a:lnTo>
                <a:lnTo>
                  <a:pt x="1306024" y="703707"/>
                </a:lnTo>
                <a:lnTo>
                  <a:pt x="1278592" y="703707"/>
                </a:lnTo>
                <a:close/>
                <a:moveTo>
                  <a:pt x="1162482" y="676275"/>
                </a:moveTo>
                <a:lnTo>
                  <a:pt x="1189914" y="676275"/>
                </a:lnTo>
                <a:lnTo>
                  <a:pt x="1189914" y="703707"/>
                </a:lnTo>
                <a:lnTo>
                  <a:pt x="1162482" y="703707"/>
                </a:lnTo>
                <a:close/>
                <a:moveTo>
                  <a:pt x="1042307" y="676275"/>
                </a:moveTo>
                <a:lnTo>
                  <a:pt x="1069739" y="676275"/>
                </a:lnTo>
                <a:lnTo>
                  <a:pt x="1069739" y="703707"/>
                </a:lnTo>
                <a:lnTo>
                  <a:pt x="1042307" y="703707"/>
                </a:lnTo>
                <a:close/>
                <a:moveTo>
                  <a:pt x="926798" y="676275"/>
                </a:moveTo>
                <a:lnTo>
                  <a:pt x="954230" y="676275"/>
                </a:lnTo>
                <a:lnTo>
                  <a:pt x="954230" y="703707"/>
                </a:lnTo>
                <a:lnTo>
                  <a:pt x="926798" y="703707"/>
                </a:lnTo>
                <a:close/>
                <a:moveTo>
                  <a:pt x="812625" y="676275"/>
                </a:moveTo>
                <a:lnTo>
                  <a:pt x="840057" y="676275"/>
                </a:lnTo>
                <a:lnTo>
                  <a:pt x="840057" y="703707"/>
                </a:lnTo>
                <a:lnTo>
                  <a:pt x="812625" y="703707"/>
                </a:lnTo>
                <a:close/>
                <a:moveTo>
                  <a:pt x="692450" y="676275"/>
                </a:moveTo>
                <a:lnTo>
                  <a:pt x="719882" y="676275"/>
                </a:lnTo>
                <a:lnTo>
                  <a:pt x="719882" y="703707"/>
                </a:lnTo>
                <a:lnTo>
                  <a:pt x="692450" y="703707"/>
                </a:lnTo>
                <a:close/>
                <a:moveTo>
                  <a:pt x="576340" y="676275"/>
                </a:moveTo>
                <a:lnTo>
                  <a:pt x="603772" y="676275"/>
                </a:lnTo>
                <a:lnTo>
                  <a:pt x="603772" y="703707"/>
                </a:lnTo>
                <a:lnTo>
                  <a:pt x="576340" y="703707"/>
                </a:lnTo>
                <a:close/>
                <a:moveTo>
                  <a:pt x="456165" y="676275"/>
                </a:moveTo>
                <a:lnTo>
                  <a:pt x="483597" y="676275"/>
                </a:lnTo>
                <a:lnTo>
                  <a:pt x="483597" y="703707"/>
                </a:lnTo>
                <a:lnTo>
                  <a:pt x="456165" y="703707"/>
                </a:lnTo>
                <a:close/>
                <a:moveTo>
                  <a:pt x="340656" y="676275"/>
                </a:moveTo>
                <a:lnTo>
                  <a:pt x="368088" y="676275"/>
                </a:lnTo>
                <a:lnTo>
                  <a:pt x="368088" y="703707"/>
                </a:lnTo>
                <a:lnTo>
                  <a:pt x="340656" y="703707"/>
                </a:lnTo>
                <a:close/>
                <a:moveTo>
                  <a:pt x="226483" y="676275"/>
                </a:moveTo>
                <a:lnTo>
                  <a:pt x="253915" y="676275"/>
                </a:lnTo>
                <a:lnTo>
                  <a:pt x="253915" y="703707"/>
                </a:lnTo>
                <a:lnTo>
                  <a:pt x="226483" y="703707"/>
                </a:lnTo>
                <a:close/>
                <a:moveTo>
                  <a:pt x="114173" y="676275"/>
                </a:moveTo>
                <a:lnTo>
                  <a:pt x="141605" y="676275"/>
                </a:lnTo>
                <a:lnTo>
                  <a:pt x="141605" y="703707"/>
                </a:lnTo>
                <a:lnTo>
                  <a:pt x="114173" y="703707"/>
                </a:lnTo>
                <a:close/>
                <a:moveTo>
                  <a:pt x="0" y="676275"/>
                </a:moveTo>
                <a:lnTo>
                  <a:pt x="27432" y="676275"/>
                </a:lnTo>
                <a:lnTo>
                  <a:pt x="27432" y="703707"/>
                </a:lnTo>
                <a:lnTo>
                  <a:pt x="0" y="703707"/>
                </a:lnTo>
                <a:close/>
                <a:moveTo>
                  <a:pt x="1851331" y="565945"/>
                </a:moveTo>
                <a:lnTo>
                  <a:pt x="1878763" y="565945"/>
                </a:lnTo>
                <a:lnTo>
                  <a:pt x="1878763" y="593377"/>
                </a:lnTo>
                <a:lnTo>
                  <a:pt x="1851331" y="593377"/>
                </a:lnTo>
                <a:close/>
                <a:moveTo>
                  <a:pt x="1737031" y="565945"/>
                </a:moveTo>
                <a:lnTo>
                  <a:pt x="1764463" y="565945"/>
                </a:lnTo>
                <a:lnTo>
                  <a:pt x="1764463" y="593377"/>
                </a:lnTo>
                <a:lnTo>
                  <a:pt x="1737031" y="593377"/>
                </a:lnTo>
                <a:close/>
                <a:moveTo>
                  <a:pt x="1625112" y="565945"/>
                </a:moveTo>
                <a:lnTo>
                  <a:pt x="1652544" y="565945"/>
                </a:lnTo>
                <a:lnTo>
                  <a:pt x="1652544" y="593377"/>
                </a:lnTo>
                <a:lnTo>
                  <a:pt x="1625112" y="593377"/>
                </a:lnTo>
                <a:close/>
                <a:moveTo>
                  <a:pt x="1510812" y="565945"/>
                </a:moveTo>
                <a:lnTo>
                  <a:pt x="1538244" y="565945"/>
                </a:lnTo>
                <a:lnTo>
                  <a:pt x="1538244" y="593377"/>
                </a:lnTo>
                <a:lnTo>
                  <a:pt x="1510812" y="593377"/>
                </a:lnTo>
                <a:close/>
                <a:moveTo>
                  <a:pt x="1394702" y="565945"/>
                </a:moveTo>
                <a:lnTo>
                  <a:pt x="1422134" y="565945"/>
                </a:lnTo>
                <a:lnTo>
                  <a:pt x="1422134" y="593377"/>
                </a:lnTo>
                <a:lnTo>
                  <a:pt x="1394702" y="593377"/>
                </a:lnTo>
                <a:close/>
                <a:moveTo>
                  <a:pt x="1278592" y="565945"/>
                </a:moveTo>
                <a:lnTo>
                  <a:pt x="1306024" y="565945"/>
                </a:lnTo>
                <a:lnTo>
                  <a:pt x="1306024" y="593377"/>
                </a:lnTo>
                <a:lnTo>
                  <a:pt x="1278592" y="593377"/>
                </a:lnTo>
                <a:close/>
                <a:moveTo>
                  <a:pt x="1162482" y="565945"/>
                </a:moveTo>
                <a:lnTo>
                  <a:pt x="1189914" y="565945"/>
                </a:lnTo>
                <a:lnTo>
                  <a:pt x="1189914" y="593377"/>
                </a:lnTo>
                <a:lnTo>
                  <a:pt x="1162482" y="593377"/>
                </a:lnTo>
                <a:close/>
                <a:moveTo>
                  <a:pt x="1042307" y="565945"/>
                </a:moveTo>
                <a:lnTo>
                  <a:pt x="1069739" y="565945"/>
                </a:lnTo>
                <a:lnTo>
                  <a:pt x="1069739" y="593377"/>
                </a:lnTo>
                <a:lnTo>
                  <a:pt x="1042307" y="593377"/>
                </a:lnTo>
                <a:close/>
                <a:moveTo>
                  <a:pt x="926798" y="565945"/>
                </a:moveTo>
                <a:lnTo>
                  <a:pt x="954230" y="565945"/>
                </a:lnTo>
                <a:lnTo>
                  <a:pt x="954230" y="593377"/>
                </a:lnTo>
                <a:lnTo>
                  <a:pt x="926798" y="593377"/>
                </a:lnTo>
                <a:close/>
                <a:moveTo>
                  <a:pt x="812625" y="565945"/>
                </a:moveTo>
                <a:lnTo>
                  <a:pt x="840057" y="565945"/>
                </a:lnTo>
                <a:lnTo>
                  <a:pt x="840057" y="593377"/>
                </a:lnTo>
                <a:lnTo>
                  <a:pt x="812625" y="593377"/>
                </a:lnTo>
                <a:close/>
                <a:moveTo>
                  <a:pt x="692450" y="565945"/>
                </a:moveTo>
                <a:lnTo>
                  <a:pt x="719882" y="565945"/>
                </a:lnTo>
                <a:lnTo>
                  <a:pt x="719882" y="593377"/>
                </a:lnTo>
                <a:lnTo>
                  <a:pt x="692450" y="593377"/>
                </a:lnTo>
                <a:close/>
                <a:moveTo>
                  <a:pt x="576340" y="565945"/>
                </a:moveTo>
                <a:lnTo>
                  <a:pt x="603772" y="565945"/>
                </a:lnTo>
                <a:lnTo>
                  <a:pt x="603772" y="593377"/>
                </a:lnTo>
                <a:lnTo>
                  <a:pt x="576340" y="593377"/>
                </a:lnTo>
                <a:close/>
                <a:moveTo>
                  <a:pt x="456165" y="565945"/>
                </a:moveTo>
                <a:lnTo>
                  <a:pt x="483597" y="565945"/>
                </a:lnTo>
                <a:lnTo>
                  <a:pt x="483597" y="593377"/>
                </a:lnTo>
                <a:lnTo>
                  <a:pt x="456165" y="593377"/>
                </a:lnTo>
                <a:close/>
                <a:moveTo>
                  <a:pt x="340656" y="565945"/>
                </a:moveTo>
                <a:lnTo>
                  <a:pt x="368088" y="565945"/>
                </a:lnTo>
                <a:lnTo>
                  <a:pt x="368088" y="593377"/>
                </a:lnTo>
                <a:lnTo>
                  <a:pt x="340656" y="593377"/>
                </a:lnTo>
                <a:close/>
                <a:moveTo>
                  <a:pt x="226483" y="565945"/>
                </a:moveTo>
                <a:lnTo>
                  <a:pt x="253915" y="565945"/>
                </a:lnTo>
                <a:lnTo>
                  <a:pt x="253915" y="593377"/>
                </a:lnTo>
                <a:lnTo>
                  <a:pt x="226483" y="593377"/>
                </a:lnTo>
                <a:close/>
                <a:moveTo>
                  <a:pt x="114173" y="565945"/>
                </a:moveTo>
                <a:lnTo>
                  <a:pt x="141605" y="565945"/>
                </a:lnTo>
                <a:lnTo>
                  <a:pt x="141605" y="593377"/>
                </a:lnTo>
                <a:lnTo>
                  <a:pt x="114173" y="593377"/>
                </a:lnTo>
                <a:close/>
                <a:moveTo>
                  <a:pt x="0" y="565945"/>
                </a:moveTo>
                <a:lnTo>
                  <a:pt x="27432" y="565945"/>
                </a:lnTo>
                <a:lnTo>
                  <a:pt x="27432" y="593377"/>
                </a:lnTo>
                <a:lnTo>
                  <a:pt x="0" y="593377"/>
                </a:lnTo>
                <a:close/>
                <a:moveTo>
                  <a:pt x="1851331" y="452438"/>
                </a:moveTo>
                <a:lnTo>
                  <a:pt x="1878763" y="452438"/>
                </a:lnTo>
                <a:lnTo>
                  <a:pt x="1878763" y="479870"/>
                </a:lnTo>
                <a:lnTo>
                  <a:pt x="1851331" y="479870"/>
                </a:lnTo>
                <a:close/>
                <a:moveTo>
                  <a:pt x="1737031" y="452438"/>
                </a:moveTo>
                <a:lnTo>
                  <a:pt x="1764463" y="452438"/>
                </a:lnTo>
                <a:lnTo>
                  <a:pt x="1764463" y="479870"/>
                </a:lnTo>
                <a:lnTo>
                  <a:pt x="1737031" y="479870"/>
                </a:lnTo>
                <a:close/>
                <a:moveTo>
                  <a:pt x="1625112" y="452438"/>
                </a:moveTo>
                <a:lnTo>
                  <a:pt x="1652544" y="452438"/>
                </a:lnTo>
                <a:lnTo>
                  <a:pt x="1652544" y="479870"/>
                </a:lnTo>
                <a:lnTo>
                  <a:pt x="1625112" y="479870"/>
                </a:lnTo>
                <a:close/>
                <a:moveTo>
                  <a:pt x="1510812" y="452438"/>
                </a:moveTo>
                <a:lnTo>
                  <a:pt x="1538244" y="452438"/>
                </a:lnTo>
                <a:lnTo>
                  <a:pt x="1538244" y="479870"/>
                </a:lnTo>
                <a:lnTo>
                  <a:pt x="1510812" y="479870"/>
                </a:lnTo>
                <a:close/>
                <a:moveTo>
                  <a:pt x="1394702" y="452438"/>
                </a:moveTo>
                <a:lnTo>
                  <a:pt x="1422134" y="452438"/>
                </a:lnTo>
                <a:lnTo>
                  <a:pt x="1422134" y="479870"/>
                </a:lnTo>
                <a:lnTo>
                  <a:pt x="1394702" y="479870"/>
                </a:lnTo>
                <a:close/>
                <a:moveTo>
                  <a:pt x="1278592" y="452438"/>
                </a:moveTo>
                <a:lnTo>
                  <a:pt x="1306024" y="452438"/>
                </a:lnTo>
                <a:lnTo>
                  <a:pt x="1306024" y="479870"/>
                </a:lnTo>
                <a:lnTo>
                  <a:pt x="1278592" y="479870"/>
                </a:lnTo>
                <a:close/>
                <a:moveTo>
                  <a:pt x="1162482" y="452438"/>
                </a:moveTo>
                <a:lnTo>
                  <a:pt x="1189914" y="452438"/>
                </a:lnTo>
                <a:lnTo>
                  <a:pt x="1189914" y="479870"/>
                </a:lnTo>
                <a:lnTo>
                  <a:pt x="1162482" y="479870"/>
                </a:lnTo>
                <a:close/>
                <a:moveTo>
                  <a:pt x="1042307" y="452438"/>
                </a:moveTo>
                <a:lnTo>
                  <a:pt x="1069739" y="452438"/>
                </a:lnTo>
                <a:lnTo>
                  <a:pt x="1069739" y="479870"/>
                </a:lnTo>
                <a:lnTo>
                  <a:pt x="1042307" y="479870"/>
                </a:lnTo>
                <a:close/>
                <a:moveTo>
                  <a:pt x="926798" y="452438"/>
                </a:moveTo>
                <a:lnTo>
                  <a:pt x="954230" y="452438"/>
                </a:lnTo>
                <a:lnTo>
                  <a:pt x="954230" y="479870"/>
                </a:lnTo>
                <a:lnTo>
                  <a:pt x="926798" y="479870"/>
                </a:lnTo>
                <a:close/>
                <a:moveTo>
                  <a:pt x="812625" y="452438"/>
                </a:moveTo>
                <a:lnTo>
                  <a:pt x="840057" y="452438"/>
                </a:lnTo>
                <a:lnTo>
                  <a:pt x="840057" y="479870"/>
                </a:lnTo>
                <a:lnTo>
                  <a:pt x="812625" y="479870"/>
                </a:lnTo>
                <a:close/>
                <a:moveTo>
                  <a:pt x="692450" y="452438"/>
                </a:moveTo>
                <a:lnTo>
                  <a:pt x="719882" y="452438"/>
                </a:lnTo>
                <a:lnTo>
                  <a:pt x="719882" y="479870"/>
                </a:lnTo>
                <a:lnTo>
                  <a:pt x="692450" y="479870"/>
                </a:lnTo>
                <a:close/>
                <a:moveTo>
                  <a:pt x="576340" y="452438"/>
                </a:moveTo>
                <a:lnTo>
                  <a:pt x="603772" y="452438"/>
                </a:lnTo>
                <a:lnTo>
                  <a:pt x="603772" y="479870"/>
                </a:lnTo>
                <a:lnTo>
                  <a:pt x="576340" y="479870"/>
                </a:lnTo>
                <a:close/>
                <a:moveTo>
                  <a:pt x="456165" y="452438"/>
                </a:moveTo>
                <a:lnTo>
                  <a:pt x="483597" y="452438"/>
                </a:lnTo>
                <a:lnTo>
                  <a:pt x="483597" y="479870"/>
                </a:lnTo>
                <a:lnTo>
                  <a:pt x="456165" y="479870"/>
                </a:lnTo>
                <a:close/>
                <a:moveTo>
                  <a:pt x="340656" y="452438"/>
                </a:moveTo>
                <a:lnTo>
                  <a:pt x="368088" y="452438"/>
                </a:lnTo>
                <a:lnTo>
                  <a:pt x="368088" y="479870"/>
                </a:lnTo>
                <a:lnTo>
                  <a:pt x="340656" y="479870"/>
                </a:lnTo>
                <a:close/>
                <a:moveTo>
                  <a:pt x="226483" y="452438"/>
                </a:moveTo>
                <a:lnTo>
                  <a:pt x="253915" y="452438"/>
                </a:lnTo>
                <a:lnTo>
                  <a:pt x="253915" y="479870"/>
                </a:lnTo>
                <a:lnTo>
                  <a:pt x="226483" y="479870"/>
                </a:lnTo>
                <a:close/>
                <a:moveTo>
                  <a:pt x="114173" y="452438"/>
                </a:moveTo>
                <a:lnTo>
                  <a:pt x="141605" y="452438"/>
                </a:lnTo>
                <a:lnTo>
                  <a:pt x="141605" y="479870"/>
                </a:lnTo>
                <a:lnTo>
                  <a:pt x="114173" y="479870"/>
                </a:lnTo>
                <a:close/>
                <a:moveTo>
                  <a:pt x="0" y="452438"/>
                </a:moveTo>
                <a:lnTo>
                  <a:pt x="27432" y="452438"/>
                </a:lnTo>
                <a:lnTo>
                  <a:pt x="27432" y="479870"/>
                </a:lnTo>
                <a:lnTo>
                  <a:pt x="0" y="479870"/>
                </a:lnTo>
                <a:close/>
                <a:moveTo>
                  <a:pt x="1851331" y="337344"/>
                </a:moveTo>
                <a:lnTo>
                  <a:pt x="1878763" y="337344"/>
                </a:lnTo>
                <a:lnTo>
                  <a:pt x="1878763" y="364776"/>
                </a:lnTo>
                <a:lnTo>
                  <a:pt x="1851331" y="364776"/>
                </a:lnTo>
                <a:close/>
                <a:moveTo>
                  <a:pt x="1737031" y="337344"/>
                </a:moveTo>
                <a:lnTo>
                  <a:pt x="1764463" y="337344"/>
                </a:lnTo>
                <a:lnTo>
                  <a:pt x="1764463" y="364776"/>
                </a:lnTo>
                <a:lnTo>
                  <a:pt x="1737031" y="364776"/>
                </a:lnTo>
                <a:close/>
                <a:moveTo>
                  <a:pt x="1625112" y="337344"/>
                </a:moveTo>
                <a:lnTo>
                  <a:pt x="1652544" y="337344"/>
                </a:lnTo>
                <a:lnTo>
                  <a:pt x="1652544" y="364776"/>
                </a:lnTo>
                <a:lnTo>
                  <a:pt x="1625112" y="364776"/>
                </a:lnTo>
                <a:close/>
                <a:moveTo>
                  <a:pt x="1510812" y="337344"/>
                </a:moveTo>
                <a:lnTo>
                  <a:pt x="1538244" y="337344"/>
                </a:lnTo>
                <a:lnTo>
                  <a:pt x="1538244" y="364776"/>
                </a:lnTo>
                <a:lnTo>
                  <a:pt x="1510812" y="364776"/>
                </a:lnTo>
                <a:close/>
                <a:moveTo>
                  <a:pt x="1394702" y="337344"/>
                </a:moveTo>
                <a:lnTo>
                  <a:pt x="1422134" y="337344"/>
                </a:lnTo>
                <a:lnTo>
                  <a:pt x="1422134" y="364776"/>
                </a:lnTo>
                <a:lnTo>
                  <a:pt x="1394702" y="364776"/>
                </a:lnTo>
                <a:close/>
                <a:moveTo>
                  <a:pt x="1278592" y="337344"/>
                </a:moveTo>
                <a:lnTo>
                  <a:pt x="1306024" y="337344"/>
                </a:lnTo>
                <a:lnTo>
                  <a:pt x="1306024" y="364776"/>
                </a:lnTo>
                <a:lnTo>
                  <a:pt x="1278592" y="364776"/>
                </a:lnTo>
                <a:close/>
                <a:moveTo>
                  <a:pt x="1162482" y="337344"/>
                </a:moveTo>
                <a:lnTo>
                  <a:pt x="1189914" y="337344"/>
                </a:lnTo>
                <a:lnTo>
                  <a:pt x="1189914" y="364776"/>
                </a:lnTo>
                <a:lnTo>
                  <a:pt x="1162482" y="364776"/>
                </a:lnTo>
                <a:close/>
                <a:moveTo>
                  <a:pt x="1042307" y="337344"/>
                </a:moveTo>
                <a:lnTo>
                  <a:pt x="1069739" y="337344"/>
                </a:lnTo>
                <a:lnTo>
                  <a:pt x="1069739" y="364776"/>
                </a:lnTo>
                <a:lnTo>
                  <a:pt x="1042307" y="364776"/>
                </a:lnTo>
                <a:close/>
                <a:moveTo>
                  <a:pt x="926798" y="337344"/>
                </a:moveTo>
                <a:lnTo>
                  <a:pt x="954230" y="337344"/>
                </a:lnTo>
                <a:lnTo>
                  <a:pt x="954230" y="364776"/>
                </a:lnTo>
                <a:lnTo>
                  <a:pt x="926798" y="364776"/>
                </a:lnTo>
                <a:close/>
                <a:moveTo>
                  <a:pt x="812625" y="337344"/>
                </a:moveTo>
                <a:lnTo>
                  <a:pt x="840057" y="337344"/>
                </a:lnTo>
                <a:lnTo>
                  <a:pt x="840057" y="364776"/>
                </a:lnTo>
                <a:lnTo>
                  <a:pt x="812625" y="364776"/>
                </a:lnTo>
                <a:close/>
                <a:moveTo>
                  <a:pt x="692450" y="337344"/>
                </a:moveTo>
                <a:lnTo>
                  <a:pt x="719882" y="337344"/>
                </a:lnTo>
                <a:lnTo>
                  <a:pt x="719882" y="364776"/>
                </a:lnTo>
                <a:lnTo>
                  <a:pt x="692450" y="364776"/>
                </a:lnTo>
                <a:close/>
                <a:moveTo>
                  <a:pt x="576340" y="337344"/>
                </a:moveTo>
                <a:lnTo>
                  <a:pt x="603772" y="337344"/>
                </a:lnTo>
                <a:lnTo>
                  <a:pt x="603772" y="364776"/>
                </a:lnTo>
                <a:lnTo>
                  <a:pt x="576340" y="364776"/>
                </a:lnTo>
                <a:close/>
                <a:moveTo>
                  <a:pt x="456165" y="337344"/>
                </a:moveTo>
                <a:lnTo>
                  <a:pt x="483597" y="337344"/>
                </a:lnTo>
                <a:lnTo>
                  <a:pt x="483597" y="364776"/>
                </a:lnTo>
                <a:lnTo>
                  <a:pt x="456165" y="364776"/>
                </a:lnTo>
                <a:close/>
                <a:moveTo>
                  <a:pt x="340656" y="337344"/>
                </a:moveTo>
                <a:lnTo>
                  <a:pt x="368088" y="337344"/>
                </a:lnTo>
                <a:lnTo>
                  <a:pt x="368088" y="364776"/>
                </a:lnTo>
                <a:lnTo>
                  <a:pt x="340656" y="364776"/>
                </a:lnTo>
                <a:close/>
                <a:moveTo>
                  <a:pt x="226483" y="337344"/>
                </a:moveTo>
                <a:lnTo>
                  <a:pt x="253915" y="337344"/>
                </a:lnTo>
                <a:lnTo>
                  <a:pt x="253915" y="364776"/>
                </a:lnTo>
                <a:lnTo>
                  <a:pt x="226483" y="364776"/>
                </a:lnTo>
                <a:close/>
                <a:moveTo>
                  <a:pt x="114173" y="337344"/>
                </a:moveTo>
                <a:lnTo>
                  <a:pt x="141605" y="337344"/>
                </a:lnTo>
                <a:lnTo>
                  <a:pt x="141605" y="364776"/>
                </a:lnTo>
                <a:lnTo>
                  <a:pt x="114173" y="364776"/>
                </a:lnTo>
                <a:close/>
                <a:moveTo>
                  <a:pt x="0" y="337344"/>
                </a:moveTo>
                <a:lnTo>
                  <a:pt x="27432" y="337344"/>
                </a:lnTo>
                <a:lnTo>
                  <a:pt x="27432" y="364776"/>
                </a:lnTo>
                <a:lnTo>
                  <a:pt x="0" y="364776"/>
                </a:lnTo>
                <a:close/>
                <a:moveTo>
                  <a:pt x="1851331" y="223837"/>
                </a:moveTo>
                <a:lnTo>
                  <a:pt x="1878763" y="223837"/>
                </a:lnTo>
                <a:lnTo>
                  <a:pt x="1878763" y="251269"/>
                </a:lnTo>
                <a:lnTo>
                  <a:pt x="1851331" y="251269"/>
                </a:lnTo>
                <a:close/>
                <a:moveTo>
                  <a:pt x="1737031" y="223837"/>
                </a:moveTo>
                <a:lnTo>
                  <a:pt x="1764463" y="223837"/>
                </a:lnTo>
                <a:lnTo>
                  <a:pt x="1764463" y="251269"/>
                </a:lnTo>
                <a:lnTo>
                  <a:pt x="1737031" y="251269"/>
                </a:lnTo>
                <a:close/>
                <a:moveTo>
                  <a:pt x="1625112" y="223837"/>
                </a:moveTo>
                <a:lnTo>
                  <a:pt x="1652544" y="223837"/>
                </a:lnTo>
                <a:lnTo>
                  <a:pt x="1652544" y="251269"/>
                </a:lnTo>
                <a:lnTo>
                  <a:pt x="1625112" y="251269"/>
                </a:lnTo>
                <a:close/>
                <a:moveTo>
                  <a:pt x="1510812" y="223837"/>
                </a:moveTo>
                <a:lnTo>
                  <a:pt x="1538244" y="223837"/>
                </a:lnTo>
                <a:lnTo>
                  <a:pt x="1538244" y="251269"/>
                </a:lnTo>
                <a:lnTo>
                  <a:pt x="1510812" y="251269"/>
                </a:lnTo>
                <a:close/>
                <a:moveTo>
                  <a:pt x="1394702" y="223837"/>
                </a:moveTo>
                <a:lnTo>
                  <a:pt x="1422134" y="223837"/>
                </a:lnTo>
                <a:lnTo>
                  <a:pt x="1422134" y="251269"/>
                </a:lnTo>
                <a:lnTo>
                  <a:pt x="1394702" y="251269"/>
                </a:lnTo>
                <a:close/>
                <a:moveTo>
                  <a:pt x="1278592" y="223837"/>
                </a:moveTo>
                <a:lnTo>
                  <a:pt x="1306024" y="223837"/>
                </a:lnTo>
                <a:lnTo>
                  <a:pt x="1306024" y="251269"/>
                </a:lnTo>
                <a:lnTo>
                  <a:pt x="1278592" y="251269"/>
                </a:lnTo>
                <a:close/>
                <a:moveTo>
                  <a:pt x="1162482" y="223837"/>
                </a:moveTo>
                <a:lnTo>
                  <a:pt x="1189914" y="223837"/>
                </a:lnTo>
                <a:lnTo>
                  <a:pt x="1189914" y="251269"/>
                </a:lnTo>
                <a:lnTo>
                  <a:pt x="1162482" y="251269"/>
                </a:lnTo>
                <a:close/>
                <a:moveTo>
                  <a:pt x="1042307" y="223837"/>
                </a:moveTo>
                <a:lnTo>
                  <a:pt x="1069739" y="223837"/>
                </a:lnTo>
                <a:lnTo>
                  <a:pt x="1069739" y="251269"/>
                </a:lnTo>
                <a:lnTo>
                  <a:pt x="1042307" y="251269"/>
                </a:lnTo>
                <a:close/>
                <a:moveTo>
                  <a:pt x="926798" y="223837"/>
                </a:moveTo>
                <a:lnTo>
                  <a:pt x="954230" y="223837"/>
                </a:lnTo>
                <a:lnTo>
                  <a:pt x="954230" y="251269"/>
                </a:lnTo>
                <a:lnTo>
                  <a:pt x="926798" y="251269"/>
                </a:lnTo>
                <a:close/>
                <a:moveTo>
                  <a:pt x="812625" y="223837"/>
                </a:moveTo>
                <a:lnTo>
                  <a:pt x="840057" y="223837"/>
                </a:lnTo>
                <a:lnTo>
                  <a:pt x="840057" y="251269"/>
                </a:lnTo>
                <a:lnTo>
                  <a:pt x="812625" y="251269"/>
                </a:lnTo>
                <a:close/>
                <a:moveTo>
                  <a:pt x="692450" y="223837"/>
                </a:moveTo>
                <a:lnTo>
                  <a:pt x="719882" y="223837"/>
                </a:lnTo>
                <a:lnTo>
                  <a:pt x="719882" y="251269"/>
                </a:lnTo>
                <a:lnTo>
                  <a:pt x="692450" y="251269"/>
                </a:lnTo>
                <a:close/>
                <a:moveTo>
                  <a:pt x="576340" y="223837"/>
                </a:moveTo>
                <a:lnTo>
                  <a:pt x="603772" y="223837"/>
                </a:lnTo>
                <a:lnTo>
                  <a:pt x="603772" y="251269"/>
                </a:lnTo>
                <a:lnTo>
                  <a:pt x="576340" y="251269"/>
                </a:lnTo>
                <a:close/>
                <a:moveTo>
                  <a:pt x="456165" y="223837"/>
                </a:moveTo>
                <a:lnTo>
                  <a:pt x="483597" y="223837"/>
                </a:lnTo>
                <a:lnTo>
                  <a:pt x="483597" y="251269"/>
                </a:lnTo>
                <a:lnTo>
                  <a:pt x="456165" y="251269"/>
                </a:lnTo>
                <a:close/>
                <a:moveTo>
                  <a:pt x="340656" y="223837"/>
                </a:moveTo>
                <a:lnTo>
                  <a:pt x="368088" y="223837"/>
                </a:lnTo>
                <a:lnTo>
                  <a:pt x="368088" y="251269"/>
                </a:lnTo>
                <a:lnTo>
                  <a:pt x="340656" y="251269"/>
                </a:lnTo>
                <a:close/>
                <a:moveTo>
                  <a:pt x="226483" y="223837"/>
                </a:moveTo>
                <a:lnTo>
                  <a:pt x="253915" y="223837"/>
                </a:lnTo>
                <a:lnTo>
                  <a:pt x="253915" y="251269"/>
                </a:lnTo>
                <a:lnTo>
                  <a:pt x="226483" y="251269"/>
                </a:lnTo>
                <a:close/>
                <a:moveTo>
                  <a:pt x="114173" y="223837"/>
                </a:moveTo>
                <a:lnTo>
                  <a:pt x="141605" y="223837"/>
                </a:lnTo>
                <a:lnTo>
                  <a:pt x="141605" y="251269"/>
                </a:lnTo>
                <a:lnTo>
                  <a:pt x="114173" y="251269"/>
                </a:lnTo>
                <a:close/>
                <a:moveTo>
                  <a:pt x="0" y="223837"/>
                </a:moveTo>
                <a:lnTo>
                  <a:pt x="27432" y="223837"/>
                </a:lnTo>
                <a:lnTo>
                  <a:pt x="27432" y="251269"/>
                </a:lnTo>
                <a:lnTo>
                  <a:pt x="0" y="251269"/>
                </a:lnTo>
                <a:close/>
                <a:moveTo>
                  <a:pt x="1851331" y="113507"/>
                </a:moveTo>
                <a:lnTo>
                  <a:pt x="1878763" y="113507"/>
                </a:lnTo>
                <a:lnTo>
                  <a:pt x="1878763" y="140939"/>
                </a:lnTo>
                <a:lnTo>
                  <a:pt x="1851331" y="140939"/>
                </a:lnTo>
                <a:close/>
                <a:moveTo>
                  <a:pt x="1737031" y="113507"/>
                </a:moveTo>
                <a:lnTo>
                  <a:pt x="1764463" y="113507"/>
                </a:lnTo>
                <a:lnTo>
                  <a:pt x="1764463" y="140939"/>
                </a:lnTo>
                <a:lnTo>
                  <a:pt x="1737031" y="140939"/>
                </a:lnTo>
                <a:close/>
                <a:moveTo>
                  <a:pt x="1625112" y="113507"/>
                </a:moveTo>
                <a:lnTo>
                  <a:pt x="1652544" y="113507"/>
                </a:lnTo>
                <a:lnTo>
                  <a:pt x="1652544" y="140939"/>
                </a:lnTo>
                <a:lnTo>
                  <a:pt x="1625112" y="140939"/>
                </a:lnTo>
                <a:close/>
                <a:moveTo>
                  <a:pt x="1510812" y="113507"/>
                </a:moveTo>
                <a:lnTo>
                  <a:pt x="1538244" y="113507"/>
                </a:lnTo>
                <a:lnTo>
                  <a:pt x="1538244" y="140939"/>
                </a:lnTo>
                <a:lnTo>
                  <a:pt x="1510812" y="140939"/>
                </a:lnTo>
                <a:close/>
                <a:moveTo>
                  <a:pt x="1394702" y="113507"/>
                </a:moveTo>
                <a:lnTo>
                  <a:pt x="1422134" y="113507"/>
                </a:lnTo>
                <a:lnTo>
                  <a:pt x="1422134" y="140939"/>
                </a:lnTo>
                <a:lnTo>
                  <a:pt x="1394702" y="140939"/>
                </a:lnTo>
                <a:close/>
                <a:moveTo>
                  <a:pt x="1278592" y="113507"/>
                </a:moveTo>
                <a:lnTo>
                  <a:pt x="1306024" y="113507"/>
                </a:lnTo>
                <a:lnTo>
                  <a:pt x="1306024" y="140939"/>
                </a:lnTo>
                <a:lnTo>
                  <a:pt x="1278592" y="140939"/>
                </a:lnTo>
                <a:close/>
                <a:moveTo>
                  <a:pt x="1162482" y="113507"/>
                </a:moveTo>
                <a:lnTo>
                  <a:pt x="1189914" y="113507"/>
                </a:lnTo>
                <a:lnTo>
                  <a:pt x="1189914" y="140939"/>
                </a:lnTo>
                <a:lnTo>
                  <a:pt x="1162482" y="140939"/>
                </a:lnTo>
                <a:close/>
                <a:moveTo>
                  <a:pt x="1042307" y="113507"/>
                </a:moveTo>
                <a:lnTo>
                  <a:pt x="1069739" y="113507"/>
                </a:lnTo>
                <a:lnTo>
                  <a:pt x="1069739" y="140939"/>
                </a:lnTo>
                <a:lnTo>
                  <a:pt x="1042307" y="140939"/>
                </a:lnTo>
                <a:close/>
                <a:moveTo>
                  <a:pt x="926798" y="113507"/>
                </a:moveTo>
                <a:lnTo>
                  <a:pt x="954230" y="113507"/>
                </a:lnTo>
                <a:lnTo>
                  <a:pt x="954230" y="140939"/>
                </a:lnTo>
                <a:lnTo>
                  <a:pt x="926798" y="140939"/>
                </a:lnTo>
                <a:close/>
                <a:moveTo>
                  <a:pt x="812625" y="113507"/>
                </a:moveTo>
                <a:lnTo>
                  <a:pt x="840057" y="113507"/>
                </a:lnTo>
                <a:lnTo>
                  <a:pt x="840057" y="140939"/>
                </a:lnTo>
                <a:lnTo>
                  <a:pt x="812625" y="140939"/>
                </a:lnTo>
                <a:close/>
                <a:moveTo>
                  <a:pt x="692450" y="113507"/>
                </a:moveTo>
                <a:lnTo>
                  <a:pt x="719882" y="113507"/>
                </a:lnTo>
                <a:lnTo>
                  <a:pt x="719882" y="140939"/>
                </a:lnTo>
                <a:lnTo>
                  <a:pt x="692450" y="140939"/>
                </a:lnTo>
                <a:close/>
                <a:moveTo>
                  <a:pt x="576340" y="113507"/>
                </a:moveTo>
                <a:lnTo>
                  <a:pt x="603772" y="113507"/>
                </a:lnTo>
                <a:lnTo>
                  <a:pt x="603772" y="140939"/>
                </a:lnTo>
                <a:lnTo>
                  <a:pt x="576340" y="140939"/>
                </a:lnTo>
                <a:close/>
                <a:moveTo>
                  <a:pt x="456165" y="113507"/>
                </a:moveTo>
                <a:lnTo>
                  <a:pt x="483597" y="113507"/>
                </a:lnTo>
                <a:lnTo>
                  <a:pt x="483597" y="140939"/>
                </a:lnTo>
                <a:lnTo>
                  <a:pt x="456165" y="140939"/>
                </a:lnTo>
                <a:close/>
                <a:moveTo>
                  <a:pt x="340656" y="113507"/>
                </a:moveTo>
                <a:lnTo>
                  <a:pt x="368088" y="113507"/>
                </a:lnTo>
                <a:lnTo>
                  <a:pt x="368088" y="140939"/>
                </a:lnTo>
                <a:lnTo>
                  <a:pt x="340656" y="140939"/>
                </a:lnTo>
                <a:close/>
                <a:moveTo>
                  <a:pt x="226483" y="113507"/>
                </a:moveTo>
                <a:lnTo>
                  <a:pt x="253915" y="113507"/>
                </a:lnTo>
                <a:lnTo>
                  <a:pt x="253915" y="140939"/>
                </a:lnTo>
                <a:lnTo>
                  <a:pt x="226483" y="140939"/>
                </a:lnTo>
                <a:close/>
                <a:moveTo>
                  <a:pt x="114173" y="113507"/>
                </a:moveTo>
                <a:lnTo>
                  <a:pt x="141605" y="113507"/>
                </a:lnTo>
                <a:lnTo>
                  <a:pt x="141605" y="140939"/>
                </a:lnTo>
                <a:lnTo>
                  <a:pt x="114173" y="140939"/>
                </a:lnTo>
                <a:close/>
                <a:moveTo>
                  <a:pt x="0" y="113507"/>
                </a:moveTo>
                <a:lnTo>
                  <a:pt x="27432" y="113507"/>
                </a:lnTo>
                <a:lnTo>
                  <a:pt x="27432" y="140939"/>
                </a:lnTo>
                <a:lnTo>
                  <a:pt x="0" y="140939"/>
                </a:lnTo>
                <a:close/>
                <a:moveTo>
                  <a:pt x="1851331" y="0"/>
                </a:moveTo>
                <a:lnTo>
                  <a:pt x="1878763" y="0"/>
                </a:lnTo>
                <a:lnTo>
                  <a:pt x="1878763" y="27432"/>
                </a:lnTo>
                <a:lnTo>
                  <a:pt x="1851331" y="27432"/>
                </a:lnTo>
                <a:close/>
                <a:moveTo>
                  <a:pt x="1737031" y="0"/>
                </a:moveTo>
                <a:lnTo>
                  <a:pt x="1764463" y="0"/>
                </a:lnTo>
                <a:lnTo>
                  <a:pt x="1764463" y="27432"/>
                </a:lnTo>
                <a:lnTo>
                  <a:pt x="1737031" y="27432"/>
                </a:lnTo>
                <a:close/>
                <a:moveTo>
                  <a:pt x="1625112" y="0"/>
                </a:moveTo>
                <a:lnTo>
                  <a:pt x="1652544" y="0"/>
                </a:lnTo>
                <a:lnTo>
                  <a:pt x="1652544" y="27432"/>
                </a:lnTo>
                <a:lnTo>
                  <a:pt x="1625112" y="27432"/>
                </a:lnTo>
                <a:close/>
                <a:moveTo>
                  <a:pt x="1510812" y="0"/>
                </a:moveTo>
                <a:lnTo>
                  <a:pt x="1538244" y="0"/>
                </a:lnTo>
                <a:lnTo>
                  <a:pt x="1538244" y="27432"/>
                </a:lnTo>
                <a:lnTo>
                  <a:pt x="1510812" y="27432"/>
                </a:lnTo>
                <a:close/>
                <a:moveTo>
                  <a:pt x="1394702" y="0"/>
                </a:moveTo>
                <a:lnTo>
                  <a:pt x="1422134" y="0"/>
                </a:lnTo>
                <a:lnTo>
                  <a:pt x="1422134" y="27432"/>
                </a:lnTo>
                <a:lnTo>
                  <a:pt x="1394702" y="27432"/>
                </a:lnTo>
                <a:close/>
                <a:moveTo>
                  <a:pt x="1278592" y="0"/>
                </a:moveTo>
                <a:lnTo>
                  <a:pt x="1306024" y="0"/>
                </a:lnTo>
                <a:lnTo>
                  <a:pt x="1306024" y="27432"/>
                </a:lnTo>
                <a:lnTo>
                  <a:pt x="1278592" y="27432"/>
                </a:lnTo>
                <a:close/>
                <a:moveTo>
                  <a:pt x="1162482" y="0"/>
                </a:moveTo>
                <a:lnTo>
                  <a:pt x="1189914" y="0"/>
                </a:lnTo>
                <a:lnTo>
                  <a:pt x="1189914" y="27432"/>
                </a:lnTo>
                <a:lnTo>
                  <a:pt x="1162482" y="27432"/>
                </a:lnTo>
                <a:close/>
                <a:moveTo>
                  <a:pt x="1042307" y="0"/>
                </a:moveTo>
                <a:lnTo>
                  <a:pt x="1069739" y="0"/>
                </a:lnTo>
                <a:lnTo>
                  <a:pt x="1069739" y="27432"/>
                </a:lnTo>
                <a:lnTo>
                  <a:pt x="1042307" y="27432"/>
                </a:lnTo>
                <a:close/>
                <a:moveTo>
                  <a:pt x="926798" y="0"/>
                </a:moveTo>
                <a:lnTo>
                  <a:pt x="954230" y="0"/>
                </a:lnTo>
                <a:lnTo>
                  <a:pt x="954230" y="27432"/>
                </a:lnTo>
                <a:lnTo>
                  <a:pt x="926798" y="27432"/>
                </a:lnTo>
                <a:close/>
                <a:moveTo>
                  <a:pt x="812625" y="0"/>
                </a:moveTo>
                <a:lnTo>
                  <a:pt x="840057" y="0"/>
                </a:lnTo>
                <a:lnTo>
                  <a:pt x="840057" y="27432"/>
                </a:lnTo>
                <a:lnTo>
                  <a:pt x="812625" y="27432"/>
                </a:lnTo>
                <a:close/>
                <a:moveTo>
                  <a:pt x="692450" y="0"/>
                </a:moveTo>
                <a:lnTo>
                  <a:pt x="719882" y="0"/>
                </a:lnTo>
                <a:lnTo>
                  <a:pt x="719882" y="27432"/>
                </a:lnTo>
                <a:lnTo>
                  <a:pt x="692450" y="27432"/>
                </a:lnTo>
                <a:close/>
                <a:moveTo>
                  <a:pt x="576340" y="0"/>
                </a:moveTo>
                <a:lnTo>
                  <a:pt x="603772" y="0"/>
                </a:lnTo>
                <a:lnTo>
                  <a:pt x="603772" y="27432"/>
                </a:lnTo>
                <a:lnTo>
                  <a:pt x="576340" y="27432"/>
                </a:lnTo>
                <a:close/>
                <a:moveTo>
                  <a:pt x="456165" y="0"/>
                </a:moveTo>
                <a:lnTo>
                  <a:pt x="483597" y="0"/>
                </a:lnTo>
                <a:lnTo>
                  <a:pt x="483597" y="27432"/>
                </a:lnTo>
                <a:lnTo>
                  <a:pt x="456165" y="27432"/>
                </a:lnTo>
                <a:close/>
                <a:moveTo>
                  <a:pt x="340656" y="0"/>
                </a:moveTo>
                <a:lnTo>
                  <a:pt x="368088" y="0"/>
                </a:lnTo>
                <a:lnTo>
                  <a:pt x="368088" y="27432"/>
                </a:lnTo>
                <a:lnTo>
                  <a:pt x="340656" y="27432"/>
                </a:lnTo>
                <a:close/>
                <a:moveTo>
                  <a:pt x="226483" y="0"/>
                </a:moveTo>
                <a:lnTo>
                  <a:pt x="253915" y="0"/>
                </a:lnTo>
                <a:lnTo>
                  <a:pt x="253915" y="27432"/>
                </a:lnTo>
                <a:lnTo>
                  <a:pt x="226483" y="27432"/>
                </a:lnTo>
                <a:close/>
                <a:moveTo>
                  <a:pt x="114173" y="0"/>
                </a:moveTo>
                <a:lnTo>
                  <a:pt x="141605" y="0"/>
                </a:lnTo>
                <a:lnTo>
                  <a:pt x="141605" y="27432"/>
                </a:lnTo>
                <a:lnTo>
                  <a:pt x="114173" y="27432"/>
                </a:lnTo>
                <a:close/>
                <a:moveTo>
                  <a:pt x="0" y="0"/>
                </a:moveTo>
                <a:lnTo>
                  <a:pt x="27432" y="0"/>
                </a:lnTo>
                <a:lnTo>
                  <a:pt x="27432" y="27432"/>
                </a:lnTo>
                <a:lnTo>
                  <a:pt x="0" y="2743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59CD7A12-9B26-40E8-FBCE-6EE9299BBD37}"/>
              </a:ext>
            </a:extLst>
          </p:cNvPr>
          <p:cNvSpPr/>
          <p:nvPr userDrawn="1"/>
        </p:nvSpPr>
        <p:spPr>
          <a:xfrm>
            <a:off x="-12031" y="0"/>
            <a:ext cx="693070" cy="9017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FD9A133F-C41B-8C21-FF9B-1BE450654873}"/>
              </a:ext>
            </a:extLst>
          </p:cNvPr>
          <p:cNvSpPr/>
          <p:nvPr userDrawn="1"/>
        </p:nvSpPr>
        <p:spPr>
          <a:xfrm>
            <a:off x="-12031" y="9017666"/>
            <a:ext cx="693070" cy="2344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2D6A350F-EEEA-CC59-5E14-A981AC59BD70}"/>
              </a:ext>
            </a:extLst>
          </p:cNvPr>
          <p:cNvSpPr/>
          <p:nvPr userDrawn="1"/>
        </p:nvSpPr>
        <p:spPr>
          <a:xfrm>
            <a:off x="-12031" y="9251901"/>
            <a:ext cx="693070" cy="23445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rgbClr val="008BC9"/>
              </a:solidFill>
            </a:endParaRPr>
          </a:p>
        </p:txBody>
      </p:sp>
      <p:sp>
        <p:nvSpPr>
          <p:cNvPr id="3" name="Título 17">
            <a:extLst>
              <a:ext uri="{FF2B5EF4-FFF2-40B4-BE49-F238E27FC236}">
                <a16:creationId xmlns:a16="http://schemas.microsoft.com/office/drawing/2014/main" id="{F25BAF72-8F64-53BA-9A57-3CC383C40A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742950"/>
            <a:ext cx="15408000" cy="1838326"/>
          </a:xfrm>
          <a:prstGeom prst="rect">
            <a:avLst/>
          </a:prstGeom>
        </p:spPr>
        <p:txBody>
          <a:bodyPr tIns="360000" anchor="b" anchorCtr="0"/>
          <a:lstStyle>
            <a:lvl1pPr>
              <a:lnSpc>
                <a:spcPct val="100000"/>
              </a:lnSpc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  <a:br>
              <a:rPr lang="pt-BR" dirty="0"/>
            </a:br>
            <a:r>
              <a:rPr lang="pt-BR" dirty="0"/>
              <a:t>Clique para editar o título Mestre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E8D14FDF-5217-7B89-BC46-D4046961E2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39068" y="3136900"/>
            <a:ext cx="7812882" cy="64643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54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  <a:defRPr sz="4000" b="1">
                <a:solidFill>
                  <a:schemeClr val="tx1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1pPr>
            <a:lvl2pPr marL="108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85000"/>
              <a:buFont typeface="Wingdings" panose="05000000000000000000" pitchFamily="2" charset="2"/>
              <a:buChar char="§"/>
              <a:defRPr sz="4000" b="1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2pPr>
            <a:lvl3pPr marL="162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7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16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6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ts val="3449"/>
              </a:lnSpc>
              <a:spcBef>
                <a:spcPts val="0"/>
              </a:spcBef>
              <a:defRPr sz="2699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675C728-9D6D-4799-FDD0-382E69AD747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144250" y="3969270"/>
            <a:ext cx="5715000" cy="5143500"/>
          </a:xfrm>
          <a:prstGeom prst="rect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noAutofit/>
          </a:bodyPr>
          <a:lstStyle>
            <a:lvl1pPr>
              <a:defRPr lang="en-US" b="1" dirty="0">
                <a:solidFill>
                  <a:schemeClr val="bg1"/>
                </a:solidFill>
                <a:latin typeface=""/>
              </a:defRPr>
            </a:lvl1pPr>
          </a:lstStyle>
          <a:p>
            <a:pPr marR="0" lvl="0" algn="ctr" defTabSz="1371417" fontAlgn="auto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pt-BR"/>
              <a:t>Clique no ícone para adicionar uma imagem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98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 linha - conteúdo + imagem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0FF7366-214D-9BB2-67B0-255C5C222C95}"/>
              </a:ext>
            </a:extLst>
          </p:cNvPr>
          <p:cNvSpPr/>
          <p:nvPr userDrawn="1"/>
        </p:nvSpPr>
        <p:spPr>
          <a:xfrm>
            <a:off x="1440000" y="641384"/>
            <a:ext cx="4286250" cy="1015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21" name="Freeform: Shape 5">
            <a:extLst>
              <a:ext uri="{FF2B5EF4-FFF2-40B4-BE49-F238E27FC236}">
                <a16:creationId xmlns:a16="http://schemas.microsoft.com/office/drawing/2014/main" id="{46AFA87E-0F25-8202-671E-6634461B5C6D}"/>
              </a:ext>
            </a:extLst>
          </p:cNvPr>
          <p:cNvSpPr/>
          <p:nvPr userDrawn="1"/>
        </p:nvSpPr>
        <p:spPr>
          <a:xfrm>
            <a:off x="14291309" y="3955277"/>
            <a:ext cx="2603721" cy="2343349"/>
          </a:xfrm>
          <a:custGeom>
            <a:avLst/>
            <a:gdLst>
              <a:gd name="connsiteX0" fmla="*/ 1851331 w 1878763"/>
              <a:gd name="connsiteY0" fmla="*/ 1692867 h 1720299"/>
              <a:gd name="connsiteX1" fmla="*/ 1878763 w 1878763"/>
              <a:gd name="connsiteY1" fmla="*/ 1692867 h 1720299"/>
              <a:gd name="connsiteX2" fmla="*/ 1878763 w 1878763"/>
              <a:gd name="connsiteY2" fmla="*/ 1720299 h 1720299"/>
              <a:gd name="connsiteX3" fmla="*/ 1851331 w 1878763"/>
              <a:gd name="connsiteY3" fmla="*/ 1720299 h 1720299"/>
              <a:gd name="connsiteX4" fmla="*/ 1737031 w 1878763"/>
              <a:gd name="connsiteY4" fmla="*/ 1692867 h 1720299"/>
              <a:gd name="connsiteX5" fmla="*/ 1764463 w 1878763"/>
              <a:gd name="connsiteY5" fmla="*/ 1692867 h 1720299"/>
              <a:gd name="connsiteX6" fmla="*/ 1764463 w 1878763"/>
              <a:gd name="connsiteY6" fmla="*/ 1720299 h 1720299"/>
              <a:gd name="connsiteX7" fmla="*/ 1737031 w 1878763"/>
              <a:gd name="connsiteY7" fmla="*/ 1720299 h 1720299"/>
              <a:gd name="connsiteX8" fmla="*/ 1625112 w 1878763"/>
              <a:gd name="connsiteY8" fmla="*/ 1692867 h 1720299"/>
              <a:gd name="connsiteX9" fmla="*/ 1652544 w 1878763"/>
              <a:gd name="connsiteY9" fmla="*/ 1692867 h 1720299"/>
              <a:gd name="connsiteX10" fmla="*/ 1652544 w 1878763"/>
              <a:gd name="connsiteY10" fmla="*/ 1720299 h 1720299"/>
              <a:gd name="connsiteX11" fmla="*/ 1625112 w 1878763"/>
              <a:gd name="connsiteY11" fmla="*/ 1720299 h 1720299"/>
              <a:gd name="connsiteX12" fmla="*/ 1510812 w 1878763"/>
              <a:gd name="connsiteY12" fmla="*/ 1692867 h 1720299"/>
              <a:gd name="connsiteX13" fmla="*/ 1538244 w 1878763"/>
              <a:gd name="connsiteY13" fmla="*/ 1692867 h 1720299"/>
              <a:gd name="connsiteX14" fmla="*/ 1538244 w 1878763"/>
              <a:gd name="connsiteY14" fmla="*/ 1720299 h 1720299"/>
              <a:gd name="connsiteX15" fmla="*/ 1510812 w 1878763"/>
              <a:gd name="connsiteY15" fmla="*/ 1720299 h 1720299"/>
              <a:gd name="connsiteX16" fmla="*/ 1394702 w 1878763"/>
              <a:gd name="connsiteY16" fmla="*/ 1692867 h 1720299"/>
              <a:gd name="connsiteX17" fmla="*/ 1422134 w 1878763"/>
              <a:gd name="connsiteY17" fmla="*/ 1692867 h 1720299"/>
              <a:gd name="connsiteX18" fmla="*/ 1422134 w 1878763"/>
              <a:gd name="connsiteY18" fmla="*/ 1720299 h 1720299"/>
              <a:gd name="connsiteX19" fmla="*/ 1394702 w 1878763"/>
              <a:gd name="connsiteY19" fmla="*/ 1720299 h 1720299"/>
              <a:gd name="connsiteX20" fmla="*/ 1278592 w 1878763"/>
              <a:gd name="connsiteY20" fmla="*/ 1692867 h 1720299"/>
              <a:gd name="connsiteX21" fmla="*/ 1306024 w 1878763"/>
              <a:gd name="connsiteY21" fmla="*/ 1692867 h 1720299"/>
              <a:gd name="connsiteX22" fmla="*/ 1306024 w 1878763"/>
              <a:gd name="connsiteY22" fmla="*/ 1720299 h 1720299"/>
              <a:gd name="connsiteX23" fmla="*/ 1278592 w 1878763"/>
              <a:gd name="connsiteY23" fmla="*/ 1720299 h 1720299"/>
              <a:gd name="connsiteX24" fmla="*/ 1162482 w 1878763"/>
              <a:gd name="connsiteY24" fmla="*/ 1692867 h 1720299"/>
              <a:gd name="connsiteX25" fmla="*/ 1189914 w 1878763"/>
              <a:gd name="connsiteY25" fmla="*/ 1692867 h 1720299"/>
              <a:gd name="connsiteX26" fmla="*/ 1189914 w 1878763"/>
              <a:gd name="connsiteY26" fmla="*/ 1720299 h 1720299"/>
              <a:gd name="connsiteX27" fmla="*/ 1162482 w 1878763"/>
              <a:gd name="connsiteY27" fmla="*/ 1720299 h 1720299"/>
              <a:gd name="connsiteX28" fmla="*/ 1042307 w 1878763"/>
              <a:gd name="connsiteY28" fmla="*/ 1692867 h 1720299"/>
              <a:gd name="connsiteX29" fmla="*/ 1069739 w 1878763"/>
              <a:gd name="connsiteY29" fmla="*/ 1692867 h 1720299"/>
              <a:gd name="connsiteX30" fmla="*/ 1069739 w 1878763"/>
              <a:gd name="connsiteY30" fmla="*/ 1720299 h 1720299"/>
              <a:gd name="connsiteX31" fmla="*/ 1042307 w 1878763"/>
              <a:gd name="connsiteY31" fmla="*/ 1720299 h 1720299"/>
              <a:gd name="connsiteX32" fmla="*/ 926798 w 1878763"/>
              <a:gd name="connsiteY32" fmla="*/ 1692867 h 1720299"/>
              <a:gd name="connsiteX33" fmla="*/ 954230 w 1878763"/>
              <a:gd name="connsiteY33" fmla="*/ 1692867 h 1720299"/>
              <a:gd name="connsiteX34" fmla="*/ 954230 w 1878763"/>
              <a:gd name="connsiteY34" fmla="*/ 1720299 h 1720299"/>
              <a:gd name="connsiteX35" fmla="*/ 926798 w 1878763"/>
              <a:gd name="connsiteY35" fmla="*/ 1720299 h 1720299"/>
              <a:gd name="connsiteX36" fmla="*/ 812625 w 1878763"/>
              <a:gd name="connsiteY36" fmla="*/ 1692867 h 1720299"/>
              <a:gd name="connsiteX37" fmla="*/ 840057 w 1878763"/>
              <a:gd name="connsiteY37" fmla="*/ 1692867 h 1720299"/>
              <a:gd name="connsiteX38" fmla="*/ 840057 w 1878763"/>
              <a:gd name="connsiteY38" fmla="*/ 1720299 h 1720299"/>
              <a:gd name="connsiteX39" fmla="*/ 812625 w 1878763"/>
              <a:gd name="connsiteY39" fmla="*/ 1720299 h 1720299"/>
              <a:gd name="connsiteX40" fmla="*/ 692450 w 1878763"/>
              <a:gd name="connsiteY40" fmla="*/ 1692867 h 1720299"/>
              <a:gd name="connsiteX41" fmla="*/ 719882 w 1878763"/>
              <a:gd name="connsiteY41" fmla="*/ 1692867 h 1720299"/>
              <a:gd name="connsiteX42" fmla="*/ 719882 w 1878763"/>
              <a:gd name="connsiteY42" fmla="*/ 1720299 h 1720299"/>
              <a:gd name="connsiteX43" fmla="*/ 692450 w 1878763"/>
              <a:gd name="connsiteY43" fmla="*/ 1720299 h 1720299"/>
              <a:gd name="connsiteX44" fmla="*/ 576340 w 1878763"/>
              <a:gd name="connsiteY44" fmla="*/ 1692867 h 1720299"/>
              <a:gd name="connsiteX45" fmla="*/ 603772 w 1878763"/>
              <a:gd name="connsiteY45" fmla="*/ 1692867 h 1720299"/>
              <a:gd name="connsiteX46" fmla="*/ 603772 w 1878763"/>
              <a:gd name="connsiteY46" fmla="*/ 1720299 h 1720299"/>
              <a:gd name="connsiteX47" fmla="*/ 576340 w 1878763"/>
              <a:gd name="connsiteY47" fmla="*/ 1720299 h 1720299"/>
              <a:gd name="connsiteX48" fmla="*/ 456165 w 1878763"/>
              <a:gd name="connsiteY48" fmla="*/ 1692867 h 1720299"/>
              <a:gd name="connsiteX49" fmla="*/ 483597 w 1878763"/>
              <a:gd name="connsiteY49" fmla="*/ 1692867 h 1720299"/>
              <a:gd name="connsiteX50" fmla="*/ 483597 w 1878763"/>
              <a:gd name="connsiteY50" fmla="*/ 1720299 h 1720299"/>
              <a:gd name="connsiteX51" fmla="*/ 456165 w 1878763"/>
              <a:gd name="connsiteY51" fmla="*/ 1720299 h 1720299"/>
              <a:gd name="connsiteX52" fmla="*/ 340656 w 1878763"/>
              <a:gd name="connsiteY52" fmla="*/ 1692867 h 1720299"/>
              <a:gd name="connsiteX53" fmla="*/ 368088 w 1878763"/>
              <a:gd name="connsiteY53" fmla="*/ 1692867 h 1720299"/>
              <a:gd name="connsiteX54" fmla="*/ 368088 w 1878763"/>
              <a:gd name="connsiteY54" fmla="*/ 1720299 h 1720299"/>
              <a:gd name="connsiteX55" fmla="*/ 340656 w 1878763"/>
              <a:gd name="connsiteY55" fmla="*/ 1720299 h 1720299"/>
              <a:gd name="connsiteX56" fmla="*/ 226483 w 1878763"/>
              <a:gd name="connsiteY56" fmla="*/ 1692867 h 1720299"/>
              <a:gd name="connsiteX57" fmla="*/ 253915 w 1878763"/>
              <a:gd name="connsiteY57" fmla="*/ 1692867 h 1720299"/>
              <a:gd name="connsiteX58" fmla="*/ 253915 w 1878763"/>
              <a:gd name="connsiteY58" fmla="*/ 1720299 h 1720299"/>
              <a:gd name="connsiteX59" fmla="*/ 226483 w 1878763"/>
              <a:gd name="connsiteY59" fmla="*/ 1720299 h 1720299"/>
              <a:gd name="connsiteX60" fmla="*/ 114173 w 1878763"/>
              <a:gd name="connsiteY60" fmla="*/ 1692867 h 1720299"/>
              <a:gd name="connsiteX61" fmla="*/ 141605 w 1878763"/>
              <a:gd name="connsiteY61" fmla="*/ 1692867 h 1720299"/>
              <a:gd name="connsiteX62" fmla="*/ 141605 w 1878763"/>
              <a:gd name="connsiteY62" fmla="*/ 1720299 h 1720299"/>
              <a:gd name="connsiteX63" fmla="*/ 114173 w 1878763"/>
              <a:gd name="connsiteY63" fmla="*/ 1720299 h 1720299"/>
              <a:gd name="connsiteX64" fmla="*/ 0 w 1878763"/>
              <a:gd name="connsiteY64" fmla="*/ 1692867 h 1720299"/>
              <a:gd name="connsiteX65" fmla="*/ 27432 w 1878763"/>
              <a:gd name="connsiteY65" fmla="*/ 1692867 h 1720299"/>
              <a:gd name="connsiteX66" fmla="*/ 27432 w 1878763"/>
              <a:gd name="connsiteY66" fmla="*/ 1720299 h 1720299"/>
              <a:gd name="connsiteX67" fmla="*/ 0 w 1878763"/>
              <a:gd name="connsiteY67" fmla="*/ 1720299 h 1720299"/>
              <a:gd name="connsiteX68" fmla="*/ 1851331 w 1878763"/>
              <a:gd name="connsiteY68" fmla="*/ 1579360 h 1720299"/>
              <a:gd name="connsiteX69" fmla="*/ 1878763 w 1878763"/>
              <a:gd name="connsiteY69" fmla="*/ 1579360 h 1720299"/>
              <a:gd name="connsiteX70" fmla="*/ 1878763 w 1878763"/>
              <a:gd name="connsiteY70" fmla="*/ 1606792 h 1720299"/>
              <a:gd name="connsiteX71" fmla="*/ 1851331 w 1878763"/>
              <a:gd name="connsiteY71" fmla="*/ 1606792 h 1720299"/>
              <a:gd name="connsiteX72" fmla="*/ 1737031 w 1878763"/>
              <a:gd name="connsiteY72" fmla="*/ 1579360 h 1720299"/>
              <a:gd name="connsiteX73" fmla="*/ 1764463 w 1878763"/>
              <a:gd name="connsiteY73" fmla="*/ 1579360 h 1720299"/>
              <a:gd name="connsiteX74" fmla="*/ 1764463 w 1878763"/>
              <a:gd name="connsiteY74" fmla="*/ 1606792 h 1720299"/>
              <a:gd name="connsiteX75" fmla="*/ 1737031 w 1878763"/>
              <a:gd name="connsiteY75" fmla="*/ 1606792 h 1720299"/>
              <a:gd name="connsiteX76" fmla="*/ 1625112 w 1878763"/>
              <a:gd name="connsiteY76" fmla="*/ 1579360 h 1720299"/>
              <a:gd name="connsiteX77" fmla="*/ 1652544 w 1878763"/>
              <a:gd name="connsiteY77" fmla="*/ 1579360 h 1720299"/>
              <a:gd name="connsiteX78" fmla="*/ 1652544 w 1878763"/>
              <a:gd name="connsiteY78" fmla="*/ 1606792 h 1720299"/>
              <a:gd name="connsiteX79" fmla="*/ 1625112 w 1878763"/>
              <a:gd name="connsiteY79" fmla="*/ 1606792 h 1720299"/>
              <a:gd name="connsiteX80" fmla="*/ 1510812 w 1878763"/>
              <a:gd name="connsiteY80" fmla="*/ 1579360 h 1720299"/>
              <a:gd name="connsiteX81" fmla="*/ 1538244 w 1878763"/>
              <a:gd name="connsiteY81" fmla="*/ 1579360 h 1720299"/>
              <a:gd name="connsiteX82" fmla="*/ 1538244 w 1878763"/>
              <a:gd name="connsiteY82" fmla="*/ 1606792 h 1720299"/>
              <a:gd name="connsiteX83" fmla="*/ 1510812 w 1878763"/>
              <a:gd name="connsiteY83" fmla="*/ 1606792 h 1720299"/>
              <a:gd name="connsiteX84" fmla="*/ 1394702 w 1878763"/>
              <a:gd name="connsiteY84" fmla="*/ 1579360 h 1720299"/>
              <a:gd name="connsiteX85" fmla="*/ 1422134 w 1878763"/>
              <a:gd name="connsiteY85" fmla="*/ 1579360 h 1720299"/>
              <a:gd name="connsiteX86" fmla="*/ 1422134 w 1878763"/>
              <a:gd name="connsiteY86" fmla="*/ 1606792 h 1720299"/>
              <a:gd name="connsiteX87" fmla="*/ 1394702 w 1878763"/>
              <a:gd name="connsiteY87" fmla="*/ 1606792 h 1720299"/>
              <a:gd name="connsiteX88" fmla="*/ 1278592 w 1878763"/>
              <a:gd name="connsiteY88" fmla="*/ 1579360 h 1720299"/>
              <a:gd name="connsiteX89" fmla="*/ 1306024 w 1878763"/>
              <a:gd name="connsiteY89" fmla="*/ 1579360 h 1720299"/>
              <a:gd name="connsiteX90" fmla="*/ 1306024 w 1878763"/>
              <a:gd name="connsiteY90" fmla="*/ 1606792 h 1720299"/>
              <a:gd name="connsiteX91" fmla="*/ 1278592 w 1878763"/>
              <a:gd name="connsiteY91" fmla="*/ 1606792 h 1720299"/>
              <a:gd name="connsiteX92" fmla="*/ 1162482 w 1878763"/>
              <a:gd name="connsiteY92" fmla="*/ 1579360 h 1720299"/>
              <a:gd name="connsiteX93" fmla="*/ 1189914 w 1878763"/>
              <a:gd name="connsiteY93" fmla="*/ 1579360 h 1720299"/>
              <a:gd name="connsiteX94" fmla="*/ 1189914 w 1878763"/>
              <a:gd name="connsiteY94" fmla="*/ 1606792 h 1720299"/>
              <a:gd name="connsiteX95" fmla="*/ 1162482 w 1878763"/>
              <a:gd name="connsiteY95" fmla="*/ 1606792 h 1720299"/>
              <a:gd name="connsiteX96" fmla="*/ 1042307 w 1878763"/>
              <a:gd name="connsiteY96" fmla="*/ 1579360 h 1720299"/>
              <a:gd name="connsiteX97" fmla="*/ 1069739 w 1878763"/>
              <a:gd name="connsiteY97" fmla="*/ 1579360 h 1720299"/>
              <a:gd name="connsiteX98" fmla="*/ 1069739 w 1878763"/>
              <a:gd name="connsiteY98" fmla="*/ 1606792 h 1720299"/>
              <a:gd name="connsiteX99" fmla="*/ 1042307 w 1878763"/>
              <a:gd name="connsiteY99" fmla="*/ 1606792 h 1720299"/>
              <a:gd name="connsiteX100" fmla="*/ 926798 w 1878763"/>
              <a:gd name="connsiteY100" fmla="*/ 1579360 h 1720299"/>
              <a:gd name="connsiteX101" fmla="*/ 954230 w 1878763"/>
              <a:gd name="connsiteY101" fmla="*/ 1579360 h 1720299"/>
              <a:gd name="connsiteX102" fmla="*/ 954230 w 1878763"/>
              <a:gd name="connsiteY102" fmla="*/ 1606792 h 1720299"/>
              <a:gd name="connsiteX103" fmla="*/ 926798 w 1878763"/>
              <a:gd name="connsiteY103" fmla="*/ 1606792 h 1720299"/>
              <a:gd name="connsiteX104" fmla="*/ 812625 w 1878763"/>
              <a:gd name="connsiteY104" fmla="*/ 1579360 h 1720299"/>
              <a:gd name="connsiteX105" fmla="*/ 840057 w 1878763"/>
              <a:gd name="connsiteY105" fmla="*/ 1579360 h 1720299"/>
              <a:gd name="connsiteX106" fmla="*/ 840057 w 1878763"/>
              <a:gd name="connsiteY106" fmla="*/ 1606792 h 1720299"/>
              <a:gd name="connsiteX107" fmla="*/ 812625 w 1878763"/>
              <a:gd name="connsiteY107" fmla="*/ 1606792 h 1720299"/>
              <a:gd name="connsiteX108" fmla="*/ 692450 w 1878763"/>
              <a:gd name="connsiteY108" fmla="*/ 1579360 h 1720299"/>
              <a:gd name="connsiteX109" fmla="*/ 719882 w 1878763"/>
              <a:gd name="connsiteY109" fmla="*/ 1579360 h 1720299"/>
              <a:gd name="connsiteX110" fmla="*/ 719882 w 1878763"/>
              <a:gd name="connsiteY110" fmla="*/ 1606792 h 1720299"/>
              <a:gd name="connsiteX111" fmla="*/ 692450 w 1878763"/>
              <a:gd name="connsiteY111" fmla="*/ 1606792 h 1720299"/>
              <a:gd name="connsiteX112" fmla="*/ 576340 w 1878763"/>
              <a:gd name="connsiteY112" fmla="*/ 1579360 h 1720299"/>
              <a:gd name="connsiteX113" fmla="*/ 603772 w 1878763"/>
              <a:gd name="connsiteY113" fmla="*/ 1579360 h 1720299"/>
              <a:gd name="connsiteX114" fmla="*/ 603772 w 1878763"/>
              <a:gd name="connsiteY114" fmla="*/ 1606792 h 1720299"/>
              <a:gd name="connsiteX115" fmla="*/ 576340 w 1878763"/>
              <a:gd name="connsiteY115" fmla="*/ 1606792 h 1720299"/>
              <a:gd name="connsiteX116" fmla="*/ 456165 w 1878763"/>
              <a:gd name="connsiteY116" fmla="*/ 1579360 h 1720299"/>
              <a:gd name="connsiteX117" fmla="*/ 483597 w 1878763"/>
              <a:gd name="connsiteY117" fmla="*/ 1579360 h 1720299"/>
              <a:gd name="connsiteX118" fmla="*/ 483597 w 1878763"/>
              <a:gd name="connsiteY118" fmla="*/ 1606792 h 1720299"/>
              <a:gd name="connsiteX119" fmla="*/ 456165 w 1878763"/>
              <a:gd name="connsiteY119" fmla="*/ 1606792 h 1720299"/>
              <a:gd name="connsiteX120" fmla="*/ 340656 w 1878763"/>
              <a:gd name="connsiteY120" fmla="*/ 1579360 h 1720299"/>
              <a:gd name="connsiteX121" fmla="*/ 368088 w 1878763"/>
              <a:gd name="connsiteY121" fmla="*/ 1579360 h 1720299"/>
              <a:gd name="connsiteX122" fmla="*/ 368088 w 1878763"/>
              <a:gd name="connsiteY122" fmla="*/ 1606792 h 1720299"/>
              <a:gd name="connsiteX123" fmla="*/ 340656 w 1878763"/>
              <a:gd name="connsiteY123" fmla="*/ 1606792 h 1720299"/>
              <a:gd name="connsiteX124" fmla="*/ 226483 w 1878763"/>
              <a:gd name="connsiteY124" fmla="*/ 1579360 h 1720299"/>
              <a:gd name="connsiteX125" fmla="*/ 253915 w 1878763"/>
              <a:gd name="connsiteY125" fmla="*/ 1579360 h 1720299"/>
              <a:gd name="connsiteX126" fmla="*/ 253915 w 1878763"/>
              <a:gd name="connsiteY126" fmla="*/ 1606792 h 1720299"/>
              <a:gd name="connsiteX127" fmla="*/ 226483 w 1878763"/>
              <a:gd name="connsiteY127" fmla="*/ 1606792 h 1720299"/>
              <a:gd name="connsiteX128" fmla="*/ 114173 w 1878763"/>
              <a:gd name="connsiteY128" fmla="*/ 1579360 h 1720299"/>
              <a:gd name="connsiteX129" fmla="*/ 141605 w 1878763"/>
              <a:gd name="connsiteY129" fmla="*/ 1579360 h 1720299"/>
              <a:gd name="connsiteX130" fmla="*/ 141605 w 1878763"/>
              <a:gd name="connsiteY130" fmla="*/ 1606792 h 1720299"/>
              <a:gd name="connsiteX131" fmla="*/ 114173 w 1878763"/>
              <a:gd name="connsiteY131" fmla="*/ 1606792 h 1720299"/>
              <a:gd name="connsiteX132" fmla="*/ 0 w 1878763"/>
              <a:gd name="connsiteY132" fmla="*/ 1579360 h 1720299"/>
              <a:gd name="connsiteX133" fmla="*/ 27432 w 1878763"/>
              <a:gd name="connsiteY133" fmla="*/ 1579360 h 1720299"/>
              <a:gd name="connsiteX134" fmla="*/ 27432 w 1878763"/>
              <a:gd name="connsiteY134" fmla="*/ 1606792 h 1720299"/>
              <a:gd name="connsiteX135" fmla="*/ 0 w 1878763"/>
              <a:gd name="connsiteY135" fmla="*/ 1606792 h 1720299"/>
              <a:gd name="connsiteX136" fmla="*/ 1851331 w 1878763"/>
              <a:gd name="connsiteY136" fmla="*/ 1469030 h 1720299"/>
              <a:gd name="connsiteX137" fmla="*/ 1878763 w 1878763"/>
              <a:gd name="connsiteY137" fmla="*/ 1469030 h 1720299"/>
              <a:gd name="connsiteX138" fmla="*/ 1878763 w 1878763"/>
              <a:gd name="connsiteY138" fmla="*/ 1496462 h 1720299"/>
              <a:gd name="connsiteX139" fmla="*/ 1851331 w 1878763"/>
              <a:gd name="connsiteY139" fmla="*/ 1496462 h 1720299"/>
              <a:gd name="connsiteX140" fmla="*/ 1737031 w 1878763"/>
              <a:gd name="connsiteY140" fmla="*/ 1469030 h 1720299"/>
              <a:gd name="connsiteX141" fmla="*/ 1764463 w 1878763"/>
              <a:gd name="connsiteY141" fmla="*/ 1469030 h 1720299"/>
              <a:gd name="connsiteX142" fmla="*/ 1764463 w 1878763"/>
              <a:gd name="connsiteY142" fmla="*/ 1496462 h 1720299"/>
              <a:gd name="connsiteX143" fmla="*/ 1737031 w 1878763"/>
              <a:gd name="connsiteY143" fmla="*/ 1496462 h 1720299"/>
              <a:gd name="connsiteX144" fmla="*/ 1625112 w 1878763"/>
              <a:gd name="connsiteY144" fmla="*/ 1469030 h 1720299"/>
              <a:gd name="connsiteX145" fmla="*/ 1652544 w 1878763"/>
              <a:gd name="connsiteY145" fmla="*/ 1469030 h 1720299"/>
              <a:gd name="connsiteX146" fmla="*/ 1652544 w 1878763"/>
              <a:gd name="connsiteY146" fmla="*/ 1496462 h 1720299"/>
              <a:gd name="connsiteX147" fmla="*/ 1625112 w 1878763"/>
              <a:gd name="connsiteY147" fmla="*/ 1496462 h 1720299"/>
              <a:gd name="connsiteX148" fmla="*/ 1510812 w 1878763"/>
              <a:gd name="connsiteY148" fmla="*/ 1469030 h 1720299"/>
              <a:gd name="connsiteX149" fmla="*/ 1538244 w 1878763"/>
              <a:gd name="connsiteY149" fmla="*/ 1469030 h 1720299"/>
              <a:gd name="connsiteX150" fmla="*/ 1538244 w 1878763"/>
              <a:gd name="connsiteY150" fmla="*/ 1496462 h 1720299"/>
              <a:gd name="connsiteX151" fmla="*/ 1510812 w 1878763"/>
              <a:gd name="connsiteY151" fmla="*/ 1496462 h 1720299"/>
              <a:gd name="connsiteX152" fmla="*/ 1394702 w 1878763"/>
              <a:gd name="connsiteY152" fmla="*/ 1469030 h 1720299"/>
              <a:gd name="connsiteX153" fmla="*/ 1422134 w 1878763"/>
              <a:gd name="connsiteY153" fmla="*/ 1469030 h 1720299"/>
              <a:gd name="connsiteX154" fmla="*/ 1422134 w 1878763"/>
              <a:gd name="connsiteY154" fmla="*/ 1496462 h 1720299"/>
              <a:gd name="connsiteX155" fmla="*/ 1394702 w 1878763"/>
              <a:gd name="connsiteY155" fmla="*/ 1496462 h 1720299"/>
              <a:gd name="connsiteX156" fmla="*/ 1278592 w 1878763"/>
              <a:gd name="connsiteY156" fmla="*/ 1469030 h 1720299"/>
              <a:gd name="connsiteX157" fmla="*/ 1306024 w 1878763"/>
              <a:gd name="connsiteY157" fmla="*/ 1469030 h 1720299"/>
              <a:gd name="connsiteX158" fmla="*/ 1306024 w 1878763"/>
              <a:gd name="connsiteY158" fmla="*/ 1496462 h 1720299"/>
              <a:gd name="connsiteX159" fmla="*/ 1278592 w 1878763"/>
              <a:gd name="connsiteY159" fmla="*/ 1496462 h 1720299"/>
              <a:gd name="connsiteX160" fmla="*/ 1162482 w 1878763"/>
              <a:gd name="connsiteY160" fmla="*/ 1469030 h 1720299"/>
              <a:gd name="connsiteX161" fmla="*/ 1189914 w 1878763"/>
              <a:gd name="connsiteY161" fmla="*/ 1469030 h 1720299"/>
              <a:gd name="connsiteX162" fmla="*/ 1189914 w 1878763"/>
              <a:gd name="connsiteY162" fmla="*/ 1496462 h 1720299"/>
              <a:gd name="connsiteX163" fmla="*/ 1162482 w 1878763"/>
              <a:gd name="connsiteY163" fmla="*/ 1496462 h 1720299"/>
              <a:gd name="connsiteX164" fmla="*/ 1042307 w 1878763"/>
              <a:gd name="connsiteY164" fmla="*/ 1469030 h 1720299"/>
              <a:gd name="connsiteX165" fmla="*/ 1069739 w 1878763"/>
              <a:gd name="connsiteY165" fmla="*/ 1469030 h 1720299"/>
              <a:gd name="connsiteX166" fmla="*/ 1069739 w 1878763"/>
              <a:gd name="connsiteY166" fmla="*/ 1496462 h 1720299"/>
              <a:gd name="connsiteX167" fmla="*/ 1042307 w 1878763"/>
              <a:gd name="connsiteY167" fmla="*/ 1496462 h 1720299"/>
              <a:gd name="connsiteX168" fmla="*/ 926798 w 1878763"/>
              <a:gd name="connsiteY168" fmla="*/ 1469030 h 1720299"/>
              <a:gd name="connsiteX169" fmla="*/ 954230 w 1878763"/>
              <a:gd name="connsiteY169" fmla="*/ 1469030 h 1720299"/>
              <a:gd name="connsiteX170" fmla="*/ 954230 w 1878763"/>
              <a:gd name="connsiteY170" fmla="*/ 1496462 h 1720299"/>
              <a:gd name="connsiteX171" fmla="*/ 926798 w 1878763"/>
              <a:gd name="connsiteY171" fmla="*/ 1496462 h 1720299"/>
              <a:gd name="connsiteX172" fmla="*/ 812625 w 1878763"/>
              <a:gd name="connsiteY172" fmla="*/ 1469030 h 1720299"/>
              <a:gd name="connsiteX173" fmla="*/ 840057 w 1878763"/>
              <a:gd name="connsiteY173" fmla="*/ 1469030 h 1720299"/>
              <a:gd name="connsiteX174" fmla="*/ 840057 w 1878763"/>
              <a:gd name="connsiteY174" fmla="*/ 1496462 h 1720299"/>
              <a:gd name="connsiteX175" fmla="*/ 812625 w 1878763"/>
              <a:gd name="connsiteY175" fmla="*/ 1496462 h 1720299"/>
              <a:gd name="connsiteX176" fmla="*/ 692450 w 1878763"/>
              <a:gd name="connsiteY176" fmla="*/ 1469030 h 1720299"/>
              <a:gd name="connsiteX177" fmla="*/ 719882 w 1878763"/>
              <a:gd name="connsiteY177" fmla="*/ 1469030 h 1720299"/>
              <a:gd name="connsiteX178" fmla="*/ 719882 w 1878763"/>
              <a:gd name="connsiteY178" fmla="*/ 1496462 h 1720299"/>
              <a:gd name="connsiteX179" fmla="*/ 692450 w 1878763"/>
              <a:gd name="connsiteY179" fmla="*/ 1496462 h 1720299"/>
              <a:gd name="connsiteX180" fmla="*/ 576340 w 1878763"/>
              <a:gd name="connsiteY180" fmla="*/ 1469030 h 1720299"/>
              <a:gd name="connsiteX181" fmla="*/ 603772 w 1878763"/>
              <a:gd name="connsiteY181" fmla="*/ 1469030 h 1720299"/>
              <a:gd name="connsiteX182" fmla="*/ 603772 w 1878763"/>
              <a:gd name="connsiteY182" fmla="*/ 1496462 h 1720299"/>
              <a:gd name="connsiteX183" fmla="*/ 576340 w 1878763"/>
              <a:gd name="connsiteY183" fmla="*/ 1496462 h 1720299"/>
              <a:gd name="connsiteX184" fmla="*/ 456165 w 1878763"/>
              <a:gd name="connsiteY184" fmla="*/ 1469030 h 1720299"/>
              <a:gd name="connsiteX185" fmla="*/ 483597 w 1878763"/>
              <a:gd name="connsiteY185" fmla="*/ 1469030 h 1720299"/>
              <a:gd name="connsiteX186" fmla="*/ 483597 w 1878763"/>
              <a:gd name="connsiteY186" fmla="*/ 1496462 h 1720299"/>
              <a:gd name="connsiteX187" fmla="*/ 456165 w 1878763"/>
              <a:gd name="connsiteY187" fmla="*/ 1496462 h 1720299"/>
              <a:gd name="connsiteX188" fmla="*/ 340656 w 1878763"/>
              <a:gd name="connsiteY188" fmla="*/ 1469030 h 1720299"/>
              <a:gd name="connsiteX189" fmla="*/ 368088 w 1878763"/>
              <a:gd name="connsiteY189" fmla="*/ 1469030 h 1720299"/>
              <a:gd name="connsiteX190" fmla="*/ 368088 w 1878763"/>
              <a:gd name="connsiteY190" fmla="*/ 1496462 h 1720299"/>
              <a:gd name="connsiteX191" fmla="*/ 340656 w 1878763"/>
              <a:gd name="connsiteY191" fmla="*/ 1496462 h 1720299"/>
              <a:gd name="connsiteX192" fmla="*/ 226483 w 1878763"/>
              <a:gd name="connsiteY192" fmla="*/ 1469030 h 1720299"/>
              <a:gd name="connsiteX193" fmla="*/ 253915 w 1878763"/>
              <a:gd name="connsiteY193" fmla="*/ 1469030 h 1720299"/>
              <a:gd name="connsiteX194" fmla="*/ 253915 w 1878763"/>
              <a:gd name="connsiteY194" fmla="*/ 1496462 h 1720299"/>
              <a:gd name="connsiteX195" fmla="*/ 226483 w 1878763"/>
              <a:gd name="connsiteY195" fmla="*/ 1496462 h 1720299"/>
              <a:gd name="connsiteX196" fmla="*/ 114173 w 1878763"/>
              <a:gd name="connsiteY196" fmla="*/ 1469030 h 1720299"/>
              <a:gd name="connsiteX197" fmla="*/ 141605 w 1878763"/>
              <a:gd name="connsiteY197" fmla="*/ 1469030 h 1720299"/>
              <a:gd name="connsiteX198" fmla="*/ 141605 w 1878763"/>
              <a:gd name="connsiteY198" fmla="*/ 1496462 h 1720299"/>
              <a:gd name="connsiteX199" fmla="*/ 114173 w 1878763"/>
              <a:gd name="connsiteY199" fmla="*/ 1496462 h 1720299"/>
              <a:gd name="connsiteX200" fmla="*/ 0 w 1878763"/>
              <a:gd name="connsiteY200" fmla="*/ 1469030 h 1720299"/>
              <a:gd name="connsiteX201" fmla="*/ 27432 w 1878763"/>
              <a:gd name="connsiteY201" fmla="*/ 1469030 h 1720299"/>
              <a:gd name="connsiteX202" fmla="*/ 27432 w 1878763"/>
              <a:gd name="connsiteY202" fmla="*/ 1496462 h 1720299"/>
              <a:gd name="connsiteX203" fmla="*/ 0 w 1878763"/>
              <a:gd name="connsiteY203" fmla="*/ 1496462 h 1720299"/>
              <a:gd name="connsiteX204" fmla="*/ 1851331 w 1878763"/>
              <a:gd name="connsiteY204" fmla="*/ 1355523 h 1720299"/>
              <a:gd name="connsiteX205" fmla="*/ 1878763 w 1878763"/>
              <a:gd name="connsiteY205" fmla="*/ 1355523 h 1720299"/>
              <a:gd name="connsiteX206" fmla="*/ 1878763 w 1878763"/>
              <a:gd name="connsiteY206" fmla="*/ 1382955 h 1720299"/>
              <a:gd name="connsiteX207" fmla="*/ 1851331 w 1878763"/>
              <a:gd name="connsiteY207" fmla="*/ 1382955 h 1720299"/>
              <a:gd name="connsiteX208" fmla="*/ 1737031 w 1878763"/>
              <a:gd name="connsiteY208" fmla="*/ 1355523 h 1720299"/>
              <a:gd name="connsiteX209" fmla="*/ 1764463 w 1878763"/>
              <a:gd name="connsiteY209" fmla="*/ 1355523 h 1720299"/>
              <a:gd name="connsiteX210" fmla="*/ 1764463 w 1878763"/>
              <a:gd name="connsiteY210" fmla="*/ 1382955 h 1720299"/>
              <a:gd name="connsiteX211" fmla="*/ 1737031 w 1878763"/>
              <a:gd name="connsiteY211" fmla="*/ 1382955 h 1720299"/>
              <a:gd name="connsiteX212" fmla="*/ 1625112 w 1878763"/>
              <a:gd name="connsiteY212" fmla="*/ 1355523 h 1720299"/>
              <a:gd name="connsiteX213" fmla="*/ 1652544 w 1878763"/>
              <a:gd name="connsiteY213" fmla="*/ 1355523 h 1720299"/>
              <a:gd name="connsiteX214" fmla="*/ 1652544 w 1878763"/>
              <a:gd name="connsiteY214" fmla="*/ 1382955 h 1720299"/>
              <a:gd name="connsiteX215" fmla="*/ 1625112 w 1878763"/>
              <a:gd name="connsiteY215" fmla="*/ 1382955 h 1720299"/>
              <a:gd name="connsiteX216" fmla="*/ 1510812 w 1878763"/>
              <a:gd name="connsiteY216" fmla="*/ 1355523 h 1720299"/>
              <a:gd name="connsiteX217" fmla="*/ 1538244 w 1878763"/>
              <a:gd name="connsiteY217" fmla="*/ 1355523 h 1720299"/>
              <a:gd name="connsiteX218" fmla="*/ 1538244 w 1878763"/>
              <a:gd name="connsiteY218" fmla="*/ 1382955 h 1720299"/>
              <a:gd name="connsiteX219" fmla="*/ 1510812 w 1878763"/>
              <a:gd name="connsiteY219" fmla="*/ 1382955 h 1720299"/>
              <a:gd name="connsiteX220" fmla="*/ 1394702 w 1878763"/>
              <a:gd name="connsiteY220" fmla="*/ 1355523 h 1720299"/>
              <a:gd name="connsiteX221" fmla="*/ 1422134 w 1878763"/>
              <a:gd name="connsiteY221" fmla="*/ 1355523 h 1720299"/>
              <a:gd name="connsiteX222" fmla="*/ 1422134 w 1878763"/>
              <a:gd name="connsiteY222" fmla="*/ 1382955 h 1720299"/>
              <a:gd name="connsiteX223" fmla="*/ 1394702 w 1878763"/>
              <a:gd name="connsiteY223" fmla="*/ 1382955 h 1720299"/>
              <a:gd name="connsiteX224" fmla="*/ 1278592 w 1878763"/>
              <a:gd name="connsiteY224" fmla="*/ 1355523 h 1720299"/>
              <a:gd name="connsiteX225" fmla="*/ 1306024 w 1878763"/>
              <a:gd name="connsiteY225" fmla="*/ 1355523 h 1720299"/>
              <a:gd name="connsiteX226" fmla="*/ 1306024 w 1878763"/>
              <a:gd name="connsiteY226" fmla="*/ 1382955 h 1720299"/>
              <a:gd name="connsiteX227" fmla="*/ 1278592 w 1878763"/>
              <a:gd name="connsiteY227" fmla="*/ 1382955 h 1720299"/>
              <a:gd name="connsiteX228" fmla="*/ 1162482 w 1878763"/>
              <a:gd name="connsiteY228" fmla="*/ 1355523 h 1720299"/>
              <a:gd name="connsiteX229" fmla="*/ 1189914 w 1878763"/>
              <a:gd name="connsiteY229" fmla="*/ 1355523 h 1720299"/>
              <a:gd name="connsiteX230" fmla="*/ 1189914 w 1878763"/>
              <a:gd name="connsiteY230" fmla="*/ 1382955 h 1720299"/>
              <a:gd name="connsiteX231" fmla="*/ 1162482 w 1878763"/>
              <a:gd name="connsiteY231" fmla="*/ 1382955 h 1720299"/>
              <a:gd name="connsiteX232" fmla="*/ 1042307 w 1878763"/>
              <a:gd name="connsiteY232" fmla="*/ 1355523 h 1720299"/>
              <a:gd name="connsiteX233" fmla="*/ 1069739 w 1878763"/>
              <a:gd name="connsiteY233" fmla="*/ 1355523 h 1720299"/>
              <a:gd name="connsiteX234" fmla="*/ 1069739 w 1878763"/>
              <a:gd name="connsiteY234" fmla="*/ 1382955 h 1720299"/>
              <a:gd name="connsiteX235" fmla="*/ 1042307 w 1878763"/>
              <a:gd name="connsiteY235" fmla="*/ 1382955 h 1720299"/>
              <a:gd name="connsiteX236" fmla="*/ 926798 w 1878763"/>
              <a:gd name="connsiteY236" fmla="*/ 1355523 h 1720299"/>
              <a:gd name="connsiteX237" fmla="*/ 954230 w 1878763"/>
              <a:gd name="connsiteY237" fmla="*/ 1355523 h 1720299"/>
              <a:gd name="connsiteX238" fmla="*/ 954230 w 1878763"/>
              <a:gd name="connsiteY238" fmla="*/ 1382955 h 1720299"/>
              <a:gd name="connsiteX239" fmla="*/ 926798 w 1878763"/>
              <a:gd name="connsiteY239" fmla="*/ 1382955 h 1720299"/>
              <a:gd name="connsiteX240" fmla="*/ 812625 w 1878763"/>
              <a:gd name="connsiteY240" fmla="*/ 1355523 h 1720299"/>
              <a:gd name="connsiteX241" fmla="*/ 840057 w 1878763"/>
              <a:gd name="connsiteY241" fmla="*/ 1355523 h 1720299"/>
              <a:gd name="connsiteX242" fmla="*/ 840057 w 1878763"/>
              <a:gd name="connsiteY242" fmla="*/ 1382955 h 1720299"/>
              <a:gd name="connsiteX243" fmla="*/ 812625 w 1878763"/>
              <a:gd name="connsiteY243" fmla="*/ 1382955 h 1720299"/>
              <a:gd name="connsiteX244" fmla="*/ 692450 w 1878763"/>
              <a:gd name="connsiteY244" fmla="*/ 1355523 h 1720299"/>
              <a:gd name="connsiteX245" fmla="*/ 719882 w 1878763"/>
              <a:gd name="connsiteY245" fmla="*/ 1355523 h 1720299"/>
              <a:gd name="connsiteX246" fmla="*/ 719882 w 1878763"/>
              <a:gd name="connsiteY246" fmla="*/ 1382955 h 1720299"/>
              <a:gd name="connsiteX247" fmla="*/ 692450 w 1878763"/>
              <a:gd name="connsiteY247" fmla="*/ 1382955 h 1720299"/>
              <a:gd name="connsiteX248" fmla="*/ 576340 w 1878763"/>
              <a:gd name="connsiteY248" fmla="*/ 1355523 h 1720299"/>
              <a:gd name="connsiteX249" fmla="*/ 603772 w 1878763"/>
              <a:gd name="connsiteY249" fmla="*/ 1355523 h 1720299"/>
              <a:gd name="connsiteX250" fmla="*/ 603772 w 1878763"/>
              <a:gd name="connsiteY250" fmla="*/ 1382955 h 1720299"/>
              <a:gd name="connsiteX251" fmla="*/ 576340 w 1878763"/>
              <a:gd name="connsiteY251" fmla="*/ 1382955 h 1720299"/>
              <a:gd name="connsiteX252" fmla="*/ 456165 w 1878763"/>
              <a:gd name="connsiteY252" fmla="*/ 1355523 h 1720299"/>
              <a:gd name="connsiteX253" fmla="*/ 483597 w 1878763"/>
              <a:gd name="connsiteY253" fmla="*/ 1355523 h 1720299"/>
              <a:gd name="connsiteX254" fmla="*/ 483597 w 1878763"/>
              <a:gd name="connsiteY254" fmla="*/ 1382955 h 1720299"/>
              <a:gd name="connsiteX255" fmla="*/ 456165 w 1878763"/>
              <a:gd name="connsiteY255" fmla="*/ 1382955 h 1720299"/>
              <a:gd name="connsiteX256" fmla="*/ 340656 w 1878763"/>
              <a:gd name="connsiteY256" fmla="*/ 1355523 h 1720299"/>
              <a:gd name="connsiteX257" fmla="*/ 368088 w 1878763"/>
              <a:gd name="connsiteY257" fmla="*/ 1355523 h 1720299"/>
              <a:gd name="connsiteX258" fmla="*/ 368088 w 1878763"/>
              <a:gd name="connsiteY258" fmla="*/ 1382955 h 1720299"/>
              <a:gd name="connsiteX259" fmla="*/ 340656 w 1878763"/>
              <a:gd name="connsiteY259" fmla="*/ 1382955 h 1720299"/>
              <a:gd name="connsiteX260" fmla="*/ 226483 w 1878763"/>
              <a:gd name="connsiteY260" fmla="*/ 1355523 h 1720299"/>
              <a:gd name="connsiteX261" fmla="*/ 253915 w 1878763"/>
              <a:gd name="connsiteY261" fmla="*/ 1355523 h 1720299"/>
              <a:gd name="connsiteX262" fmla="*/ 253915 w 1878763"/>
              <a:gd name="connsiteY262" fmla="*/ 1382955 h 1720299"/>
              <a:gd name="connsiteX263" fmla="*/ 226483 w 1878763"/>
              <a:gd name="connsiteY263" fmla="*/ 1382955 h 1720299"/>
              <a:gd name="connsiteX264" fmla="*/ 114173 w 1878763"/>
              <a:gd name="connsiteY264" fmla="*/ 1355523 h 1720299"/>
              <a:gd name="connsiteX265" fmla="*/ 141605 w 1878763"/>
              <a:gd name="connsiteY265" fmla="*/ 1355523 h 1720299"/>
              <a:gd name="connsiteX266" fmla="*/ 141605 w 1878763"/>
              <a:gd name="connsiteY266" fmla="*/ 1382955 h 1720299"/>
              <a:gd name="connsiteX267" fmla="*/ 114173 w 1878763"/>
              <a:gd name="connsiteY267" fmla="*/ 1382955 h 1720299"/>
              <a:gd name="connsiteX268" fmla="*/ 0 w 1878763"/>
              <a:gd name="connsiteY268" fmla="*/ 1355523 h 1720299"/>
              <a:gd name="connsiteX269" fmla="*/ 27432 w 1878763"/>
              <a:gd name="connsiteY269" fmla="*/ 1355523 h 1720299"/>
              <a:gd name="connsiteX270" fmla="*/ 27432 w 1878763"/>
              <a:gd name="connsiteY270" fmla="*/ 1382955 h 1720299"/>
              <a:gd name="connsiteX271" fmla="*/ 0 w 1878763"/>
              <a:gd name="connsiteY271" fmla="*/ 1382955 h 1720299"/>
              <a:gd name="connsiteX272" fmla="*/ 1851331 w 1878763"/>
              <a:gd name="connsiteY272" fmla="*/ 1242220 h 1720299"/>
              <a:gd name="connsiteX273" fmla="*/ 1878763 w 1878763"/>
              <a:gd name="connsiteY273" fmla="*/ 1242220 h 1720299"/>
              <a:gd name="connsiteX274" fmla="*/ 1878763 w 1878763"/>
              <a:gd name="connsiteY274" fmla="*/ 1269652 h 1720299"/>
              <a:gd name="connsiteX275" fmla="*/ 1851331 w 1878763"/>
              <a:gd name="connsiteY275" fmla="*/ 1269652 h 1720299"/>
              <a:gd name="connsiteX276" fmla="*/ 1737031 w 1878763"/>
              <a:gd name="connsiteY276" fmla="*/ 1242220 h 1720299"/>
              <a:gd name="connsiteX277" fmla="*/ 1764463 w 1878763"/>
              <a:gd name="connsiteY277" fmla="*/ 1242220 h 1720299"/>
              <a:gd name="connsiteX278" fmla="*/ 1764463 w 1878763"/>
              <a:gd name="connsiteY278" fmla="*/ 1269652 h 1720299"/>
              <a:gd name="connsiteX279" fmla="*/ 1737031 w 1878763"/>
              <a:gd name="connsiteY279" fmla="*/ 1269652 h 1720299"/>
              <a:gd name="connsiteX280" fmla="*/ 1625112 w 1878763"/>
              <a:gd name="connsiteY280" fmla="*/ 1242220 h 1720299"/>
              <a:gd name="connsiteX281" fmla="*/ 1652544 w 1878763"/>
              <a:gd name="connsiteY281" fmla="*/ 1242220 h 1720299"/>
              <a:gd name="connsiteX282" fmla="*/ 1652544 w 1878763"/>
              <a:gd name="connsiteY282" fmla="*/ 1269652 h 1720299"/>
              <a:gd name="connsiteX283" fmla="*/ 1625112 w 1878763"/>
              <a:gd name="connsiteY283" fmla="*/ 1269652 h 1720299"/>
              <a:gd name="connsiteX284" fmla="*/ 1510812 w 1878763"/>
              <a:gd name="connsiteY284" fmla="*/ 1242220 h 1720299"/>
              <a:gd name="connsiteX285" fmla="*/ 1538244 w 1878763"/>
              <a:gd name="connsiteY285" fmla="*/ 1242220 h 1720299"/>
              <a:gd name="connsiteX286" fmla="*/ 1538244 w 1878763"/>
              <a:gd name="connsiteY286" fmla="*/ 1269652 h 1720299"/>
              <a:gd name="connsiteX287" fmla="*/ 1510812 w 1878763"/>
              <a:gd name="connsiteY287" fmla="*/ 1269652 h 1720299"/>
              <a:gd name="connsiteX288" fmla="*/ 1394702 w 1878763"/>
              <a:gd name="connsiteY288" fmla="*/ 1242220 h 1720299"/>
              <a:gd name="connsiteX289" fmla="*/ 1422134 w 1878763"/>
              <a:gd name="connsiteY289" fmla="*/ 1242220 h 1720299"/>
              <a:gd name="connsiteX290" fmla="*/ 1422134 w 1878763"/>
              <a:gd name="connsiteY290" fmla="*/ 1269652 h 1720299"/>
              <a:gd name="connsiteX291" fmla="*/ 1394702 w 1878763"/>
              <a:gd name="connsiteY291" fmla="*/ 1269652 h 1720299"/>
              <a:gd name="connsiteX292" fmla="*/ 1278592 w 1878763"/>
              <a:gd name="connsiteY292" fmla="*/ 1242220 h 1720299"/>
              <a:gd name="connsiteX293" fmla="*/ 1306024 w 1878763"/>
              <a:gd name="connsiteY293" fmla="*/ 1242220 h 1720299"/>
              <a:gd name="connsiteX294" fmla="*/ 1306024 w 1878763"/>
              <a:gd name="connsiteY294" fmla="*/ 1269652 h 1720299"/>
              <a:gd name="connsiteX295" fmla="*/ 1278592 w 1878763"/>
              <a:gd name="connsiteY295" fmla="*/ 1269652 h 1720299"/>
              <a:gd name="connsiteX296" fmla="*/ 1162482 w 1878763"/>
              <a:gd name="connsiteY296" fmla="*/ 1242220 h 1720299"/>
              <a:gd name="connsiteX297" fmla="*/ 1189914 w 1878763"/>
              <a:gd name="connsiteY297" fmla="*/ 1242220 h 1720299"/>
              <a:gd name="connsiteX298" fmla="*/ 1189914 w 1878763"/>
              <a:gd name="connsiteY298" fmla="*/ 1269652 h 1720299"/>
              <a:gd name="connsiteX299" fmla="*/ 1162482 w 1878763"/>
              <a:gd name="connsiteY299" fmla="*/ 1269652 h 1720299"/>
              <a:gd name="connsiteX300" fmla="*/ 1042307 w 1878763"/>
              <a:gd name="connsiteY300" fmla="*/ 1242220 h 1720299"/>
              <a:gd name="connsiteX301" fmla="*/ 1069739 w 1878763"/>
              <a:gd name="connsiteY301" fmla="*/ 1242220 h 1720299"/>
              <a:gd name="connsiteX302" fmla="*/ 1069739 w 1878763"/>
              <a:gd name="connsiteY302" fmla="*/ 1269652 h 1720299"/>
              <a:gd name="connsiteX303" fmla="*/ 1042307 w 1878763"/>
              <a:gd name="connsiteY303" fmla="*/ 1269652 h 1720299"/>
              <a:gd name="connsiteX304" fmla="*/ 926798 w 1878763"/>
              <a:gd name="connsiteY304" fmla="*/ 1242220 h 1720299"/>
              <a:gd name="connsiteX305" fmla="*/ 954230 w 1878763"/>
              <a:gd name="connsiteY305" fmla="*/ 1242220 h 1720299"/>
              <a:gd name="connsiteX306" fmla="*/ 954230 w 1878763"/>
              <a:gd name="connsiteY306" fmla="*/ 1269652 h 1720299"/>
              <a:gd name="connsiteX307" fmla="*/ 926798 w 1878763"/>
              <a:gd name="connsiteY307" fmla="*/ 1269652 h 1720299"/>
              <a:gd name="connsiteX308" fmla="*/ 812625 w 1878763"/>
              <a:gd name="connsiteY308" fmla="*/ 1242220 h 1720299"/>
              <a:gd name="connsiteX309" fmla="*/ 840057 w 1878763"/>
              <a:gd name="connsiteY309" fmla="*/ 1242220 h 1720299"/>
              <a:gd name="connsiteX310" fmla="*/ 840057 w 1878763"/>
              <a:gd name="connsiteY310" fmla="*/ 1269652 h 1720299"/>
              <a:gd name="connsiteX311" fmla="*/ 812625 w 1878763"/>
              <a:gd name="connsiteY311" fmla="*/ 1269652 h 1720299"/>
              <a:gd name="connsiteX312" fmla="*/ 692450 w 1878763"/>
              <a:gd name="connsiteY312" fmla="*/ 1242220 h 1720299"/>
              <a:gd name="connsiteX313" fmla="*/ 719882 w 1878763"/>
              <a:gd name="connsiteY313" fmla="*/ 1242220 h 1720299"/>
              <a:gd name="connsiteX314" fmla="*/ 719882 w 1878763"/>
              <a:gd name="connsiteY314" fmla="*/ 1269652 h 1720299"/>
              <a:gd name="connsiteX315" fmla="*/ 692450 w 1878763"/>
              <a:gd name="connsiteY315" fmla="*/ 1269652 h 1720299"/>
              <a:gd name="connsiteX316" fmla="*/ 576340 w 1878763"/>
              <a:gd name="connsiteY316" fmla="*/ 1242220 h 1720299"/>
              <a:gd name="connsiteX317" fmla="*/ 603772 w 1878763"/>
              <a:gd name="connsiteY317" fmla="*/ 1242220 h 1720299"/>
              <a:gd name="connsiteX318" fmla="*/ 603772 w 1878763"/>
              <a:gd name="connsiteY318" fmla="*/ 1269652 h 1720299"/>
              <a:gd name="connsiteX319" fmla="*/ 576340 w 1878763"/>
              <a:gd name="connsiteY319" fmla="*/ 1269652 h 1720299"/>
              <a:gd name="connsiteX320" fmla="*/ 456165 w 1878763"/>
              <a:gd name="connsiteY320" fmla="*/ 1242220 h 1720299"/>
              <a:gd name="connsiteX321" fmla="*/ 483597 w 1878763"/>
              <a:gd name="connsiteY321" fmla="*/ 1242220 h 1720299"/>
              <a:gd name="connsiteX322" fmla="*/ 483597 w 1878763"/>
              <a:gd name="connsiteY322" fmla="*/ 1269652 h 1720299"/>
              <a:gd name="connsiteX323" fmla="*/ 456165 w 1878763"/>
              <a:gd name="connsiteY323" fmla="*/ 1269652 h 1720299"/>
              <a:gd name="connsiteX324" fmla="*/ 340656 w 1878763"/>
              <a:gd name="connsiteY324" fmla="*/ 1242220 h 1720299"/>
              <a:gd name="connsiteX325" fmla="*/ 368088 w 1878763"/>
              <a:gd name="connsiteY325" fmla="*/ 1242220 h 1720299"/>
              <a:gd name="connsiteX326" fmla="*/ 368088 w 1878763"/>
              <a:gd name="connsiteY326" fmla="*/ 1269652 h 1720299"/>
              <a:gd name="connsiteX327" fmla="*/ 340656 w 1878763"/>
              <a:gd name="connsiteY327" fmla="*/ 1269652 h 1720299"/>
              <a:gd name="connsiteX328" fmla="*/ 226483 w 1878763"/>
              <a:gd name="connsiteY328" fmla="*/ 1242220 h 1720299"/>
              <a:gd name="connsiteX329" fmla="*/ 253915 w 1878763"/>
              <a:gd name="connsiteY329" fmla="*/ 1242220 h 1720299"/>
              <a:gd name="connsiteX330" fmla="*/ 253915 w 1878763"/>
              <a:gd name="connsiteY330" fmla="*/ 1269652 h 1720299"/>
              <a:gd name="connsiteX331" fmla="*/ 226483 w 1878763"/>
              <a:gd name="connsiteY331" fmla="*/ 1269652 h 1720299"/>
              <a:gd name="connsiteX332" fmla="*/ 114173 w 1878763"/>
              <a:gd name="connsiteY332" fmla="*/ 1242220 h 1720299"/>
              <a:gd name="connsiteX333" fmla="*/ 141605 w 1878763"/>
              <a:gd name="connsiteY333" fmla="*/ 1242220 h 1720299"/>
              <a:gd name="connsiteX334" fmla="*/ 141605 w 1878763"/>
              <a:gd name="connsiteY334" fmla="*/ 1269652 h 1720299"/>
              <a:gd name="connsiteX335" fmla="*/ 114173 w 1878763"/>
              <a:gd name="connsiteY335" fmla="*/ 1269652 h 1720299"/>
              <a:gd name="connsiteX336" fmla="*/ 0 w 1878763"/>
              <a:gd name="connsiteY336" fmla="*/ 1242220 h 1720299"/>
              <a:gd name="connsiteX337" fmla="*/ 27432 w 1878763"/>
              <a:gd name="connsiteY337" fmla="*/ 1242220 h 1720299"/>
              <a:gd name="connsiteX338" fmla="*/ 27432 w 1878763"/>
              <a:gd name="connsiteY338" fmla="*/ 1269652 h 1720299"/>
              <a:gd name="connsiteX339" fmla="*/ 0 w 1878763"/>
              <a:gd name="connsiteY339" fmla="*/ 1269652 h 1720299"/>
              <a:gd name="connsiteX340" fmla="*/ 1851331 w 1878763"/>
              <a:gd name="connsiteY340" fmla="*/ 1128713 h 1720299"/>
              <a:gd name="connsiteX341" fmla="*/ 1878763 w 1878763"/>
              <a:gd name="connsiteY341" fmla="*/ 1128713 h 1720299"/>
              <a:gd name="connsiteX342" fmla="*/ 1878763 w 1878763"/>
              <a:gd name="connsiteY342" fmla="*/ 1156145 h 1720299"/>
              <a:gd name="connsiteX343" fmla="*/ 1851331 w 1878763"/>
              <a:gd name="connsiteY343" fmla="*/ 1156145 h 1720299"/>
              <a:gd name="connsiteX344" fmla="*/ 1737031 w 1878763"/>
              <a:gd name="connsiteY344" fmla="*/ 1128713 h 1720299"/>
              <a:gd name="connsiteX345" fmla="*/ 1764463 w 1878763"/>
              <a:gd name="connsiteY345" fmla="*/ 1128713 h 1720299"/>
              <a:gd name="connsiteX346" fmla="*/ 1764463 w 1878763"/>
              <a:gd name="connsiteY346" fmla="*/ 1156145 h 1720299"/>
              <a:gd name="connsiteX347" fmla="*/ 1737031 w 1878763"/>
              <a:gd name="connsiteY347" fmla="*/ 1156145 h 1720299"/>
              <a:gd name="connsiteX348" fmla="*/ 1625112 w 1878763"/>
              <a:gd name="connsiteY348" fmla="*/ 1128713 h 1720299"/>
              <a:gd name="connsiteX349" fmla="*/ 1652544 w 1878763"/>
              <a:gd name="connsiteY349" fmla="*/ 1128713 h 1720299"/>
              <a:gd name="connsiteX350" fmla="*/ 1652544 w 1878763"/>
              <a:gd name="connsiteY350" fmla="*/ 1156145 h 1720299"/>
              <a:gd name="connsiteX351" fmla="*/ 1625112 w 1878763"/>
              <a:gd name="connsiteY351" fmla="*/ 1156145 h 1720299"/>
              <a:gd name="connsiteX352" fmla="*/ 1510812 w 1878763"/>
              <a:gd name="connsiteY352" fmla="*/ 1128713 h 1720299"/>
              <a:gd name="connsiteX353" fmla="*/ 1538244 w 1878763"/>
              <a:gd name="connsiteY353" fmla="*/ 1128713 h 1720299"/>
              <a:gd name="connsiteX354" fmla="*/ 1538244 w 1878763"/>
              <a:gd name="connsiteY354" fmla="*/ 1156145 h 1720299"/>
              <a:gd name="connsiteX355" fmla="*/ 1510812 w 1878763"/>
              <a:gd name="connsiteY355" fmla="*/ 1156145 h 1720299"/>
              <a:gd name="connsiteX356" fmla="*/ 1394702 w 1878763"/>
              <a:gd name="connsiteY356" fmla="*/ 1128713 h 1720299"/>
              <a:gd name="connsiteX357" fmla="*/ 1422134 w 1878763"/>
              <a:gd name="connsiteY357" fmla="*/ 1128713 h 1720299"/>
              <a:gd name="connsiteX358" fmla="*/ 1422134 w 1878763"/>
              <a:gd name="connsiteY358" fmla="*/ 1156145 h 1720299"/>
              <a:gd name="connsiteX359" fmla="*/ 1394702 w 1878763"/>
              <a:gd name="connsiteY359" fmla="*/ 1156145 h 1720299"/>
              <a:gd name="connsiteX360" fmla="*/ 1278592 w 1878763"/>
              <a:gd name="connsiteY360" fmla="*/ 1128713 h 1720299"/>
              <a:gd name="connsiteX361" fmla="*/ 1306024 w 1878763"/>
              <a:gd name="connsiteY361" fmla="*/ 1128713 h 1720299"/>
              <a:gd name="connsiteX362" fmla="*/ 1306024 w 1878763"/>
              <a:gd name="connsiteY362" fmla="*/ 1156145 h 1720299"/>
              <a:gd name="connsiteX363" fmla="*/ 1278592 w 1878763"/>
              <a:gd name="connsiteY363" fmla="*/ 1156145 h 1720299"/>
              <a:gd name="connsiteX364" fmla="*/ 1162482 w 1878763"/>
              <a:gd name="connsiteY364" fmla="*/ 1128713 h 1720299"/>
              <a:gd name="connsiteX365" fmla="*/ 1189914 w 1878763"/>
              <a:gd name="connsiteY365" fmla="*/ 1128713 h 1720299"/>
              <a:gd name="connsiteX366" fmla="*/ 1189914 w 1878763"/>
              <a:gd name="connsiteY366" fmla="*/ 1156145 h 1720299"/>
              <a:gd name="connsiteX367" fmla="*/ 1162482 w 1878763"/>
              <a:gd name="connsiteY367" fmla="*/ 1156145 h 1720299"/>
              <a:gd name="connsiteX368" fmla="*/ 1042307 w 1878763"/>
              <a:gd name="connsiteY368" fmla="*/ 1128713 h 1720299"/>
              <a:gd name="connsiteX369" fmla="*/ 1069739 w 1878763"/>
              <a:gd name="connsiteY369" fmla="*/ 1128713 h 1720299"/>
              <a:gd name="connsiteX370" fmla="*/ 1069739 w 1878763"/>
              <a:gd name="connsiteY370" fmla="*/ 1156145 h 1720299"/>
              <a:gd name="connsiteX371" fmla="*/ 1042307 w 1878763"/>
              <a:gd name="connsiteY371" fmla="*/ 1156145 h 1720299"/>
              <a:gd name="connsiteX372" fmla="*/ 926798 w 1878763"/>
              <a:gd name="connsiteY372" fmla="*/ 1128713 h 1720299"/>
              <a:gd name="connsiteX373" fmla="*/ 954230 w 1878763"/>
              <a:gd name="connsiteY373" fmla="*/ 1128713 h 1720299"/>
              <a:gd name="connsiteX374" fmla="*/ 954230 w 1878763"/>
              <a:gd name="connsiteY374" fmla="*/ 1156145 h 1720299"/>
              <a:gd name="connsiteX375" fmla="*/ 926798 w 1878763"/>
              <a:gd name="connsiteY375" fmla="*/ 1156145 h 1720299"/>
              <a:gd name="connsiteX376" fmla="*/ 812625 w 1878763"/>
              <a:gd name="connsiteY376" fmla="*/ 1128713 h 1720299"/>
              <a:gd name="connsiteX377" fmla="*/ 840057 w 1878763"/>
              <a:gd name="connsiteY377" fmla="*/ 1128713 h 1720299"/>
              <a:gd name="connsiteX378" fmla="*/ 840057 w 1878763"/>
              <a:gd name="connsiteY378" fmla="*/ 1156145 h 1720299"/>
              <a:gd name="connsiteX379" fmla="*/ 812625 w 1878763"/>
              <a:gd name="connsiteY379" fmla="*/ 1156145 h 1720299"/>
              <a:gd name="connsiteX380" fmla="*/ 692450 w 1878763"/>
              <a:gd name="connsiteY380" fmla="*/ 1128713 h 1720299"/>
              <a:gd name="connsiteX381" fmla="*/ 719882 w 1878763"/>
              <a:gd name="connsiteY381" fmla="*/ 1128713 h 1720299"/>
              <a:gd name="connsiteX382" fmla="*/ 719882 w 1878763"/>
              <a:gd name="connsiteY382" fmla="*/ 1156145 h 1720299"/>
              <a:gd name="connsiteX383" fmla="*/ 692450 w 1878763"/>
              <a:gd name="connsiteY383" fmla="*/ 1156145 h 1720299"/>
              <a:gd name="connsiteX384" fmla="*/ 576340 w 1878763"/>
              <a:gd name="connsiteY384" fmla="*/ 1128713 h 1720299"/>
              <a:gd name="connsiteX385" fmla="*/ 603772 w 1878763"/>
              <a:gd name="connsiteY385" fmla="*/ 1128713 h 1720299"/>
              <a:gd name="connsiteX386" fmla="*/ 603772 w 1878763"/>
              <a:gd name="connsiteY386" fmla="*/ 1156145 h 1720299"/>
              <a:gd name="connsiteX387" fmla="*/ 576340 w 1878763"/>
              <a:gd name="connsiteY387" fmla="*/ 1156145 h 1720299"/>
              <a:gd name="connsiteX388" fmla="*/ 456165 w 1878763"/>
              <a:gd name="connsiteY388" fmla="*/ 1128713 h 1720299"/>
              <a:gd name="connsiteX389" fmla="*/ 483597 w 1878763"/>
              <a:gd name="connsiteY389" fmla="*/ 1128713 h 1720299"/>
              <a:gd name="connsiteX390" fmla="*/ 483597 w 1878763"/>
              <a:gd name="connsiteY390" fmla="*/ 1156145 h 1720299"/>
              <a:gd name="connsiteX391" fmla="*/ 456165 w 1878763"/>
              <a:gd name="connsiteY391" fmla="*/ 1156145 h 1720299"/>
              <a:gd name="connsiteX392" fmla="*/ 340656 w 1878763"/>
              <a:gd name="connsiteY392" fmla="*/ 1128713 h 1720299"/>
              <a:gd name="connsiteX393" fmla="*/ 368088 w 1878763"/>
              <a:gd name="connsiteY393" fmla="*/ 1128713 h 1720299"/>
              <a:gd name="connsiteX394" fmla="*/ 368088 w 1878763"/>
              <a:gd name="connsiteY394" fmla="*/ 1156145 h 1720299"/>
              <a:gd name="connsiteX395" fmla="*/ 340656 w 1878763"/>
              <a:gd name="connsiteY395" fmla="*/ 1156145 h 1720299"/>
              <a:gd name="connsiteX396" fmla="*/ 226483 w 1878763"/>
              <a:gd name="connsiteY396" fmla="*/ 1128713 h 1720299"/>
              <a:gd name="connsiteX397" fmla="*/ 253915 w 1878763"/>
              <a:gd name="connsiteY397" fmla="*/ 1128713 h 1720299"/>
              <a:gd name="connsiteX398" fmla="*/ 253915 w 1878763"/>
              <a:gd name="connsiteY398" fmla="*/ 1156145 h 1720299"/>
              <a:gd name="connsiteX399" fmla="*/ 226483 w 1878763"/>
              <a:gd name="connsiteY399" fmla="*/ 1156145 h 1720299"/>
              <a:gd name="connsiteX400" fmla="*/ 114173 w 1878763"/>
              <a:gd name="connsiteY400" fmla="*/ 1128713 h 1720299"/>
              <a:gd name="connsiteX401" fmla="*/ 141605 w 1878763"/>
              <a:gd name="connsiteY401" fmla="*/ 1128713 h 1720299"/>
              <a:gd name="connsiteX402" fmla="*/ 141605 w 1878763"/>
              <a:gd name="connsiteY402" fmla="*/ 1156145 h 1720299"/>
              <a:gd name="connsiteX403" fmla="*/ 114173 w 1878763"/>
              <a:gd name="connsiteY403" fmla="*/ 1156145 h 1720299"/>
              <a:gd name="connsiteX404" fmla="*/ 0 w 1878763"/>
              <a:gd name="connsiteY404" fmla="*/ 1128713 h 1720299"/>
              <a:gd name="connsiteX405" fmla="*/ 27432 w 1878763"/>
              <a:gd name="connsiteY405" fmla="*/ 1128713 h 1720299"/>
              <a:gd name="connsiteX406" fmla="*/ 27432 w 1878763"/>
              <a:gd name="connsiteY406" fmla="*/ 1156145 h 1720299"/>
              <a:gd name="connsiteX407" fmla="*/ 0 w 1878763"/>
              <a:gd name="connsiteY407" fmla="*/ 1156145 h 1720299"/>
              <a:gd name="connsiteX408" fmla="*/ 1851331 w 1878763"/>
              <a:gd name="connsiteY408" fmla="*/ 1018383 h 1720299"/>
              <a:gd name="connsiteX409" fmla="*/ 1878763 w 1878763"/>
              <a:gd name="connsiteY409" fmla="*/ 1018383 h 1720299"/>
              <a:gd name="connsiteX410" fmla="*/ 1878763 w 1878763"/>
              <a:gd name="connsiteY410" fmla="*/ 1045815 h 1720299"/>
              <a:gd name="connsiteX411" fmla="*/ 1851331 w 1878763"/>
              <a:gd name="connsiteY411" fmla="*/ 1045815 h 1720299"/>
              <a:gd name="connsiteX412" fmla="*/ 1737031 w 1878763"/>
              <a:gd name="connsiteY412" fmla="*/ 1018383 h 1720299"/>
              <a:gd name="connsiteX413" fmla="*/ 1764463 w 1878763"/>
              <a:gd name="connsiteY413" fmla="*/ 1018383 h 1720299"/>
              <a:gd name="connsiteX414" fmla="*/ 1764463 w 1878763"/>
              <a:gd name="connsiteY414" fmla="*/ 1045815 h 1720299"/>
              <a:gd name="connsiteX415" fmla="*/ 1737031 w 1878763"/>
              <a:gd name="connsiteY415" fmla="*/ 1045815 h 1720299"/>
              <a:gd name="connsiteX416" fmla="*/ 1625112 w 1878763"/>
              <a:gd name="connsiteY416" fmla="*/ 1018383 h 1720299"/>
              <a:gd name="connsiteX417" fmla="*/ 1652544 w 1878763"/>
              <a:gd name="connsiteY417" fmla="*/ 1018383 h 1720299"/>
              <a:gd name="connsiteX418" fmla="*/ 1652544 w 1878763"/>
              <a:gd name="connsiteY418" fmla="*/ 1045815 h 1720299"/>
              <a:gd name="connsiteX419" fmla="*/ 1625112 w 1878763"/>
              <a:gd name="connsiteY419" fmla="*/ 1045815 h 1720299"/>
              <a:gd name="connsiteX420" fmla="*/ 1510812 w 1878763"/>
              <a:gd name="connsiteY420" fmla="*/ 1018383 h 1720299"/>
              <a:gd name="connsiteX421" fmla="*/ 1538244 w 1878763"/>
              <a:gd name="connsiteY421" fmla="*/ 1018383 h 1720299"/>
              <a:gd name="connsiteX422" fmla="*/ 1538244 w 1878763"/>
              <a:gd name="connsiteY422" fmla="*/ 1045815 h 1720299"/>
              <a:gd name="connsiteX423" fmla="*/ 1510812 w 1878763"/>
              <a:gd name="connsiteY423" fmla="*/ 1045815 h 1720299"/>
              <a:gd name="connsiteX424" fmla="*/ 1394702 w 1878763"/>
              <a:gd name="connsiteY424" fmla="*/ 1018383 h 1720299"/>
              <a:gd name="connsiteX425" fmla="*/ 1422134 w 1878763"/>
              <a:gd name="connsiteY425" fmla="*/ 1018383 h 1720299"/>
              <a:gd name="connsiteX426" fmla="*/ 1422134 w 1878763"/>
              <a:gd name="connsiteY426" fmla="*/ 1045815 h 1720299"/>
              <a:gd name="connsiteX427" fmla="*/ 1394702 w 1878763"/>
              <a:gd name="connsiteY427" fmla="*/ 1045815 h 1720299"/>
              <a:gd name="connsiteX428" fmla="*/ 1278592 w 1878763"/>
              <a:gd name="connsiteY428" fmla="*/ 1018383 h 1720299"/>
              <a:gd name="connsiteX429" fmla="*/ 1306024 w 1878763"/>
              <a:gd name="connsiteY429" fmla="*/ 1018383 h 1720299"/>
              <a:gd name="connsiteX430" fmla="*/ 1306024 w 1878763"/>
              <a:gd name="connsiteY430" fmla="*/ 1045815 h 1720299"/>
              <a:gd name="connsiteX431" fmla="*/ 1278592 w 1878763"/>
              <a:gd name="connsiteY431" fmla="*/ 1045815 h 1720299"/>
              <a:gd name="connsiteX432" fmla="*/ 1162482 w 1878763"/>
              <a:gd name="connsiteY432" fmla="*/ 1018383 h 1720299"/>
              <a:gd name="connsiteX433" fmla="*/ 1189914 w 1878763"/>
              <a:gd name="connsiteY433" fmla="*/ 1018383 h 1720299"/>
              <a:gd name="connsiteX434" fmla="*/ 1189914 w 1878763"/>
              <a:gd name="connsiteY434" fmla="*/ 1045815 h 1720299"/>
              <a:gd name="connsiteX435" fmla="*/ 1162482 w 1878763"/>
              <a:gd name="connsiteY435" fmla="*/ 1045815 h 1720299"/>
              <a:gd name="connsiteX436" fmla="*/ 1042307 w 1878763"/>
              <a:gd name="connsiteY436" fmla="*/ 1018383 h 1720299"/>
              <a:gd name="connsiteX437" fmla="*/ 1069739 w 1878763"/>
              <a:gd name="connsiteY437" fmla="*/ 1018383 h 1720299"/>
              <a:gd name="connsiteX438" fmla="*/ 1069739 w 1878763"/>
              <a:gd name="connsiteY438" fmla="*/ 1045815 h 1720299"/>
              <a:gd name="connsiteX439" fmla="*/ 1042307 w 1878763"/>
              <a:gd name="connsiteY439" fmla="*/ 1045815 h 1720299"/>
              <a:gd name="connsiteX440" fmla="*/ 926798 w 1878763"/>
              <a:gd name="connsiteY440" fmla="*/ 1018383 h 1720299"/>
              <a:gd name="connsiteX441" fmla="*/ 954230 w 1878763"/>
              <a:gd name="connsiteY441" fmla="*/ 1018383 h 1720299"/>
              <a:gd name="connsiteX442" fmla="*/ 954230 w 1878763"/>
              <a:gd name="connsiteY442" fmla="*/ 1045815 h 1720299"/>
              <a:gd name="connsiteX443" fmla="*/ 926798 w 1878763"/>
              <a:gd name="connsiteY443" fmla="*/ 1045815 h 1720299"/>
              <a:gd name="connsiteX444" fmla="*/ 812625 w 1878763"/>
              <a:gd name="connsiteY444" fmla="*/ 1018383 h 1720299"/>
              <a:gd name="connsiteX445" fmla="*/ 840057 w 1878763"/>
              <a:gd name="connsiteY445" fmla="*/ 1018383 h 1720299"/>
              <a:gd name="connsiteX446" fmla="*/ 840057 w 1878763"/>
              <a:gd name="connsiteY446" fmla="*/ 1045815 h 1720299"/>
              <a:gd name="connsiteX447" fmla="*/ 812625 w 1878763"/>
              <a:gd name="connsiteY447" fmla="*/ 1045815 h 1720299"/>
              <a:gd name="connsiteX448" fmla="*/ 692450 w 1878763"/>
              <a:gd name="connsiteY448" fmla="*/ 1018383 h 1720299"/>
              <a:gd name="connsiteX449" fmla="*/ 719882 w 1878763"/>
              <a:gd name="connsiteY449" fmla="*/ 1018383 h 1720299"/>
              <a:gd name="connsiteX450" fmla="*/ 719882 w 1878763"/>
              <a:gd name="connsiteY450" fmla="*/ 1045815 h 1720299"/>
              <a:gd name="connsiteX451" fmla="*/ 692450 w 1878763"/>
              <a:gd name="connsiteY451" fmla="*/ 1045815 h 1720299"/>
              <a:gd name="connsiteX452" fmla="*/ 576340 w 1878763"/>
              <a:gd name="connsiteY452" fmla="*/ 1018383 h 1720299"/>
              <a:gd name="connsiteX453" fmla="*/ 603772 w 1878763"/>
              <a:gd name="connsiteY453" fmla="*/ 1018383 h 1720299"/>
              <a:gd name="connsiteX454" fmla="*/ 603772 w 1878763"/>
              <a:gd name="connsiteY454" fmla="*/ 1045815 h 1720299"/>
              <a:gd name="connsiteX455" fmla="*/ 576340 w 1878763"/>
              <a:gd name="connsiteY455" fmla="*/ 1045815 h 1720299"/>
              <a:gd name="connsiteX456" fmla="*/ 456165 w 1878763"/>
              <a:gd name="connsiteY456" fmla="*/ 1018383 h 1720299"/>
              <a:gd name="connsiteX457" fmla="*/ 483597 w 1878763"/>
              <a:gd name="connsiteY457" fmla="*/ 1018383 h 1720299"/>
              <a:gd name="connsiteX458" fmla="*/ 483597 w 1878763"/>
              <a:gd name="connsiteY458" fmla="*/ 1045815 h 1720299"/>
              <a:gd name="connsiteX459" fmla="*/ 456165 w 1878763"/>
              <a:gd name="connsiteY459" fmla="*/ 1045815 h 1720299"/>
              <a:gd name="connsiteX460" fmla="*/ 340656 w 1878763"/>
              <a:gd name="connsiteY460" fmla="*/ 1018383 h 1720299"/>
              <a:gd name="connsiteX461" fmla="*/ 368088 w 1878763"/>
              <a:gd name="connsiteY461" fmla="*/ 1018383 h 1720299"/>
              <a:gd name="connsiteX462" fmla="*/ 368088 w 1878763"/>
              <a:gd name="connsiteY462" fmla="*/ 1045815 h 1720299"/>
              <a:gd name="connsiteX463" fmla="*/ 340656 w 1878763"/>
              <a:gd name="connsiteY463" fmla="*/ 1045815 h 1720299"/>
              <a:gd name="connsiteX464" fmla="*/ 226483 w 1878763"/>
              <a:gd name="connsiteY464" fmla="*/ 1018383 h 1720299"/>
              <a:gd name="connsiteX465" fmla="*/ 253915 w 1878763"/>
              <a:gd name="connsiteY465" fmla="*/ 1018383 h 1720299"/>
              <a:gd name="connsiteX466" fmla="*/ 253915 w 1878763"/>
              <a:gd name="connsiteY466" fmla="*/ 1045815 h 1720299"/>
              <a:gd name="connsiteX467" fmla="*/ 226483 w 1878763"/>
              <a:gd name="connsiteY467" fmla="*/ 1045815 h 1720299"/>
              <a:gd name="connsiteX468" fmla="*/ 114173 w 1878763"/>
              <a:gd name="connsiteY468" fmla="*/ 1018383 h 1720299"/>
              <a:gd name="connsiteX469" fmla="*/ 141605 w 1878763"/>
              <a:gd name="connsiteY469" fmla="*/ 1018383 h 1720299"/>
              <a:gd name="connsiteX470" fmla="*/ 141605 w 1878763"/>
              <a:gd name="connsiteY470" fmla="*/ 1045815 h 1720299"/>
              <a:gd name="connsiteX471" fmla="*/ 114173 w 1878763"/>
              <a:gd name="connsiteY471" fmla="*/ 1045815 h 1720299"/>
              <a:gd name="connsiteX472" fmla="*/ 0 w 1878763"/>
              <a:gd name="connsiteY472" fmla="*/ 1018383 h 1720299"/>
              <a:gd name="connsiteX473" fmla="*/ 27432 w 1878763"/>
              <a:gd name="connsiteY473" fmla="*/ 1018383 h 1720299"/>
              <a:gd name="connsiteX474" fmla="*/ 27432 w 1878763"/>
              <a:gd name="connsiteY474" fmla="*/ 1045815 h 1720299"/>
              <a:gd name="connsiteX475" fmla="*/ 0 w 1878763"/>
              <a:gd name="connsiteY475" fmla="*/ 1045815 h 1720299"/>
              <a:gd name="connsiteX476" fmla="*/ 1851331 w 1878763"/>
              <a:gd name="connsiteY476" fmla="*/ 904876 h 1720299"/>
              <a:gd name="connsiteX477" fmla="*/ 1878763 w 1878763"/>
              <a:gd name="connsiteY477" fmla="*/ 904876 h 1720299"/>
              <a:gd name="connsiteX478" fmla="*/ 1878763 w 1878763"/>
              <a:gd name="connsiteY478" fmla="*/ 932308 h 1720299"/>
              <a:gd name="connsiteX479" fmla="*/ 1851331 w 1878763"/>
              <a:gd name="connsiteY479" fmla="*/ 932308 h 1720299"/>
              <a:gd name="connsiteX480" fmla="*/ 1737031 w 1878763"/>
              <a:gd name="connsiteY480" fmla="*/ 904876 h 1720299"/>
              <a:gd name="connsiteX481" fmla="*/ 1764463 w 1878763"/>
              <a:gd name="connsiteY481" fmla="*/ 904876 h 1720299"/>
              <a:gd name="connsiteX482" fmla="*/ 1764463 w 1878763"/>
              <a:gd name="connsiteY482" fmla="*/ 932308 h 1720299"/>
              <a:gd name="connsiteX483" fmla="*/ 1737031 w 1878763"/>
              <a:gd name="connsiteY483" fmla="*/ 932308 h 1720299"/>
              <a:gd name="connsiteX484" fmla="*/ 1625112 w 1878763"/>
              <a:gd name="connsiteY484" fmla="*/ 904876 h 1720299"/>
              <a:gd name="connsiteX485" fmla="*/ 1652544 w 1878763"/>
              <a:gd name="connsiteY485" fmla="*/ 904876 h 1720299"/>
              <a:gd name="connsiteX486" fmla="*/ 1652544 w 1878763"/>
              <a:gd name="connsiteY486" fmla="*/ 932308 h 1720299"/>
              <a:gd name="connsiteX487" fmla="*/ 1625112 w 1878763"/>
              <a:gd name="connsiteY487" fmla="*/ 932308 h 1720299"/>
              <a:gd name="connsiteX488" fmla="*/ 1510812 w 1878763"/>
              <a:gd name="connsiteY488" fmla="*/ 904876 h 1720299"/>
              <a:gd name="connsiteX489" fmla="*/ 1538244 w 1878763"/>
              <a:gd name="connsiteY489" fmla="*/ 904876 h 1720299"/>
              <a:gd name="connsiteX490" fmla="*/ 1538244 w 1878763"/>
              <a:gd name="connsiteY490" fmla="*/ 932308 h 1720299"/>
              <a:gd name="connsiteX491" fmla="*/ 1510812 w 1878763"/>
              <a:gd name="connsiteY491" fmla="*/ 932308 h 1720299"/>
              <a:gd name="connsiteX492" fmla="*/ 1394702 w 1878763"/>
              <a:gd name="connsiteY492" fmla="*/ 904876 h 1720299"/>
              <a:gd name="connsiteX493" fmla="*/ 1422134 w 1878763"/>
              <a:gd name="connsiteY493" fmla="*/ 904876 h 1720299"/>
              <a:gd name="connsiteX494" fmla="*/ 1422134 w 1878763"/>
              <a:gd name="connsiteY494" fmla="*/ 932308 h 1720299"/>
              <a:gd name="connsiteX495" fmla="*/ 1394702 w 1878763"/>
              <a:gd name="connsiteY495" fmla="*/ 932308 h 1720299"/>
              <a:gd name="connsiteX496" fmla="*/ 1278592 w 1878763"/>
              <a:gd name="connsiteY496" fmla="*/ 904876 h 1720299"/>
              <a:gd name="connsiteX497" fmla="*/ 1306024 w 1878763"/>
              <a:gd name="connsiteY497" fmla="*/ 904876 h 1720299"/>
              <a:gd name="connsiteX498" fmla="*/ 1306024 w 1878763"/>
              <a:gd name="connsiteY498" fmla="*/ 932308 h 1720299"/>
              <a:gd name="connsiteX499" fmla="*/ 1278592 w 1878763"/>
              <a:gd name="connsiteY499" fmla="*/ 932308 h 1720299"/>
              <a:gd name="connsiteX500" fmla="*/ 1162482 w 1878763"/>
              <a:gd name="connsiteY500" fmla="*/ 904876 h 1720299"/>
              <a:gd name="connsiteX501" fmla="*/ 1189914 w 1878763"/>
              <a:gd name="connsiteY501" fmla="*/ 904876 h 1720299"/>
              <a:gd name="connsiteX502" fmla="*/ 1189914 w 1878763"/>
              <a:gd name="connsiteY502" fmla="*/ 932308 h 1720299"/>
              <a:gd name="connsiteX503" fmla="*/ 1162482 w 1878763"/>
              <a:gd name="connsiteY503" fmla="*/ 932308 h 1720299"/>
              <a:gd name="connsiteX504" fmla="*/ 1042307 w 1878763"/>
              <a:gd name="connsiteY504" fmla="*/ 904876 h 1720299"/>
              <a:gd name="connsiteX505" fmla="*/ 1069739 w 1878763"/>
              <a:gd name="connsiteY505" fmla="*/ 904876 h 1720299"/>
              <a:gd name="connsiteX506" fmla="*/ 1069739 w 1878763"/>
              <a:gd name="connsiteY506" fmla="*/ 932308 h 1720299"/>
              <a:gd name="connsiteX507" fmla="*/ 1042307 w 1878763"/>
              <a:gd name="connsiteY507" fmla="*/ 932308 h 1720299"/>
              <a:gd name="connsiteX508" fmla="*/ 926798 w 1878763"/>
              <a:gd name="connsiteY508" fmla="*/ 904876 h 1720299"/>
              <a:gd name="connsiteX509" fmla="*/ 954230 w 1878763"/>
              <a:gd name="connsiteY509" fmla="*/ 904876 h 1720299"/>
              <a:gd name="connsiteX510" fmla="*/ 954230 w 1878763"/>
              <a:gd name="connsiteY510" fmla="*/ 932308 h 1720299"/>
              <a:gd name="connsiteX511" fmla="*/ 926798 w 1878763"/>
              <a:gd name="connsiteY511" fmla="*/ 932308 h 1720299"/>
              <a:gd name="connsiteX512" fmla="*/ 812625 w 1878763"/>
              <a:gd name="connsiteY512" fmla="*/ 904876 h 1720299"/>
              <a:gd name="connsiteX513" fmla="*/ 840057 w 1878763"/>
              <a:gd name="connsiteY513" fmla="*/ 904876 h 1720299"/>
              <a:gd name="connsiteX514" fmla="*/ 840057 w 1878763"/>
              <a:gd name="connsiteY514" fmla="*/ 932308 h 1720299"/>
              <a:gd name="connsiteX515" fmla="*/ 812625 w 1878763"/>
              <a:gd name="connsiteY515" fmla="*/ 932308 h 1720299"/>
              <a:gd name="connsiteX516" fmla="*/ 692450 w 1878763"/>
              <a:gd name="connsiteY516" fmla="*/ 904876 h 1720299"/>
              <a:gd name="connsiteX517" fmla="*/ 719882 w 1878763"/>
              <a:gd name="connsiteY517" fmla="*/ 904876 h 1720299"/>
              <a:gd name="connsiteX518" fmla="*/ 719882 w 1878763"/>
              <a:gd name="connsiteY518" fmla="*/ 932308 h 1720299"/>
              <a:gd name="connsiteX519" fmla="*/ 692450 w 1878763"/>
              <a:gd name="connsiteY519" fmla="*/ 932308 h 1720299"/>
              <a:gd name="connsiteX520" fmla="*/ 576340 w 1878763"/>
              <a:gd name="connsiteY520" fmla="*/ 904876 h 1720299"/>
              <a:gd name="connsiteX521" fmla="*/ 603772 w 1878763"/>
              <a:gd name="connsiteY521" fmla="*/ 904876 h 1720299"/>
              <a:gd name="connsiteX522" fmla="*/ 603772 w 1878763"/>
              <a:gd name="connsiteY522" fmla="*/ 932308 h 1720299"/>
              <a:gd name="connsiteX523" fmla="*/ 576340 w 1878763"/>
              <a:gd name="connsiteY523" fmla="*/ 932308 h 1720299"/>
              <a:gd name="connsiteX524" fmla="*/ 456165 w 1878763"/>
              <a:gd name="connsiteY524" fmla="*/ 904876 h 1720299"/>
              <a:gd name="connsiteX525" fmla="*/ 483597 w 1878763"/>
              <a:gd name="connsiteY525" fmla="*/ 904876 h 1720299"/>
              <a:gd name="connsiteX526" fmla="*/ 483597 w 1878763"/>
              <a:gd name="connsiteY526" fmla="*/ 932308 h 1720299"/>
              <a:gd name="connsiteX527" fmla="*/ 456165 w 1878763"/>
              <a:gd name="connsiteY527" fmla="*/ 932308 h 1720299"/>
              <a:gd name="connsiteX528" fmla="*/ 340656 w 1878763"/>
              <a:gd name="connsiteY528" fmla="*/ 904876 h 1720299"/>
              <a:gd name="connsiteX529" fmla="*/ 368088 w 1878763"/>
              <a:gd name="connsiteY529" fmla="*/ 904876 h 1720299"/>
              <a:gd name="connsiteX530" fmla="*/ 368088 w 1878763"/>
              <a:gd name="connsiteY530" fmla="*/ 932308 h 1720299"/>
              <a:gd name="connsiteX531" fmla="*/ 340656 w 1878763"/>
              <a:gd name="connsiteY531" fmla="*/ 932308 h 1720299"/>
              <a:gd name="connsiteX532" fmla="*/ 226483 w 1878763"/>
              <a:gd name="connsiteY532" fmla="*/ 904876 h 1720299"/>
              <a:gd name="connsiteX533" fmla="*/ 253915 w 1878763"/>
              <a:gd name="connsiteY533" fmla="*/ 904876 h 1720299"/>
              <a:gd name="connsiteX534" fmla="*/ 253915 w 1878763"/>
              <a:gd name="connsiteY534" fmla="*/ 932308 h 1720299"/>
              <a:gd name="connsiteX535" fmla="*/ 226483 w 1878763"/>
              <a:gd name="connsiteY535" fmla="*/ 932308 h 1720299"/>
              <a:gd name="connsiteX536" fmla="*/ 114173 w 1878763"/>
              <a:gd name="connsiteY536" fmla="*/ 904876 h 1720299"/>
              <a:gd name="connsiteX537" fmla="*/ 141605 w 1878763"/>
              <a:gd name="connsiteY537" fmla="*/ 904876 h 1720299"/>
              <a:gd name="connsiteX538" fmla="*/ 141605 w 1878763"/>
              <a:gd name="connsiteY538" fmla="*/ 932308 h 1720299"/>
              <a:gd name="connsiteX539" fmla="*/ 114173 w 1878763"/>
              <a:gd name="connsiteY539" fmla="*/ 932308 h 1720299"/>
              <a:gd name="connsiteX540" fmla="*/ 0 w 1878763"/>
              <a:gd name="connsiteY540" fmla="*/ 904876 h 1720299"/>
              <a:gd name="connsiteX541" fmla="*/ 27432 w 1878763"/>
              <a:gd name="connsiteY541" fmla="*/ 904876 h 1720299"/>
              <a:gd name="connsiteX542" fmla="*/ 27432 w 1878763"/>
              <a:gd name="connsiteY542" fmla="*/ 932308 h 1720299"/>
              <a:gd name="connsiteX543" fmla="*/ 0 w 1878763"/>
              <a:gd name="connsiteY543" fmla="*/ 932308 h 1720299"/>
              <a:gd name="connsiteX544" fmla="*/ 1851331 w 1878763"/>
              <a:gd name="connsiteY544" fmla="*/ 789782 h 1720299"/>
              <a:gd name="connsiteX545" fmla="*/ 1878763 w 1878763"/>
              <a:gd name="connsiteY545" fmla="*/ 789782 h 1720299"/>
              <a:gd name="connsiteX546" fmla="*/ 1878763 w 1878763"/>
              <a:gd name="connsiteY546" fmla="*/ 817214 h 1720299"/>
              <a:gd name="connsiteX547" fmla="*/ 1851331 w 1878763"/>
              <a:gd name="connsiteY547" fmla="*/ 817214 h 1720299"/>
              <a:gd name="connsiteX548" fmla="*/ 1737031 w 1878763"/>
              <a:gd name="connsiteY548" fmla="*/ 789782 h 1720299"/>
              <a:gd name="connsiteX549" fmla="*/ 1764463 w 1878763"/>
              <a:gd name="connsiteY549" fmla="*/ 789782 h 1720299"/>
              <a:gd name="connsiteX550" fmla="*/ 1764463 w 1878763"/>
              <a:gd name="connsiteY550" fmla="*/ 817214 h 1720299"/>
              <a:gd name="connsiteX551" fmla="*/ 1737031 w 1878763"/>
              <a:gd name="connsiteY551" fmla="*/ 817214 h 1720299"/>
              <a:gd name="connsiteX552" fmla="*/ 1625112 w 1878763"/>
              <a:gd name="connsiteY552" fmla="*/ 789782 h 1720299"/>
              <a:gd name="connsiteX553" fmla="*/ 1652544 w 1878763"/>
              <a:gd name="connsiteY553" fmla="*/ 789782 h 1720299"/>
              <a:gd name="connsiteX554" fmla="*/ 1652544 w 1878763"/>
              <a:gd name="connsiteY554" fmla="*/ 817214 h 1720299"/>
              <a:gd name="connsiteX555" fmla="*/ 1625112 w 1878763"/>
              <a:gd name="connsiteY555" fmla="*/ 817214 h 1720299"/>
              <a:gd name="connsiteX556" fmla="*/ 1510812 w 1878763"/>
              <a:gd name="connsiteY556" fmla="*/ 789782 h 1720299"/>
              <a:gd name="connsiteX557" fmla="*/ 1538244 w 1878763"/>
              <a:gd name="connsiteY557" fmla="*/ 789782 h 1720299"/>
              <a:gd name="connsiteX558" fmla="*/ 1538244 w 1878763"/>
              <a:gd name="connsiteY558" fmla="*/ 817214 h 1720299"/>
              <a:gd name="connsiteX559" fmla="*/ 1510812 w 1878763"/>
              <a:gd name="connsiteY559" fmla="*/ 817214 h 1720299"/>
              <a:gd name="connsiteX560" fmla="*/ 1394702 w 1878763"/>
              <a:gd name="connsiteY560" fmla="*/ 789782 h 1720299"/>
              <a:gd name="connsiteX561" fmla="*/ 1422134 w 1878763"/>
              <a:gd name="connsiteY561" fmla="*/ 789782 h 1720299"/>
              <a:gd name="connsiteX562" fmla="*/ 1422134 w 1878763"/>
              <a:gd name="connsiteY562" fmla="*/ 817214 h 1720299"/>
              <a:gd name="connsiteX563" fmla="*/ 1394702 w 1878763"/>
              <a:gd name="connsiteY563" fmla="*/ 817214 h 1720299"/>
              <a:gd name="connsiteX564" fmla="*/ 1278592 w 1878763"/>
              <a:gd name="connsiteY564" fmla="*/ 789782 h 1720299"/>
              <a:gd name="connsiteX565" fmla="*/ 1306024 w 1878763"/>
              <a:gd name="connsiteY565" fmla="*/ 789782 h 1720299"/>
              <a:gd name="connsiteX566" fmla="*/ 1306024 w 1878763"/>
              <a:gd name="connsiteY566" fmla="*/ 817214 h 1720299"/>
              <a:gd name="connsiteX567" fmla="*/ 1278592 w 1878763"/>
              <a:gd name="connsiteY567" fmla="*/ 817214 h 1720299"/>
              <a:gd name="connsiteX568" fmla="*/ 1162482 w 1878763"/>
              <a:gd name="connsiteY568" fmla="*/ 789782 h 1720299"/>
              <a:gd name="connsiteX569" fmla="*/ 1189914 w 1878763"/>
              <a:gd name="connsiteY569" fmla="*/ 789782 h 1720299"/>
              <a:gd name="connsiteX570" fmla="*/ 1189914 w 1878763"/>
              <a:gd name="connsiteY570" fmla="*/ 817214 h 1720299"/>
              <a:gd name="connsiteX571" fmla="*/ 1162482 w 1878763"/>
              <a:gd name="connsiteY571" fmla="*/ 817214 h 1720299"/>
              <a:gd name="connsiteX572" fmla="*/ 1042307 w 1878763"/>
              <a:gd name="connsiteY572" fmla="*/ 789782 h 1720299"/>
              <a:gd name="connsiteX573" fmla="*/ 1069739 w 1878763"/>
              <a:gd name="connsiteY573" fmla="*/ 789782 h 1720299"/>
              <a:gd name="connsiteX574" fmla="*/ 1069739 w 1878763"/>
              <a:gd name="connsiteY574" fmla="*/ 817214 h 1720299"/>
              <a:gd name="connsiteX575" fmla="*/ 1042307 w 1878763"/>
              <a:gd name="connsiteY575" fmla="*/ 817214 h 1720299"/>
              <a:gd name="connsiteX576" fmla="*/ 926798 w 1878763"/>
              <a:gd name="connsiteY576" fmla="*/ 789782 h 1720299"/>
              <a:gd name="connsiteX577" fmla="*/ 954230 w 1878763"/>
              <a:gd name="connsiteY577" fmla="*/ 789782 h 1720299"/>
              <a:gd name="connsiteX578" fmla="*/ 954230 w 1878763"/>
              <a:gd name="connsiteY578" fmla="*/ 817214 h 1720299"/>
              <a:gd name="connsiteX579" fmla="*/ 926798 w 1878763"/>
              <a:gd name="connsiteY579" fmla="*/ 817214 h 1720299"/>
              <a:gd name="connsiteX580" fmla="*/ 812625 w 1878763"/>
              <a:gd name="connsiteY580" fmla="*/ 789782 h 1720299"/>
              <a:gd name="connsiteX581" fmla="*/ 840057 w 1878763"/>
              <a:gd name="connsiteY581" fmla="*/ 789782 h 1720299"/>
              <a:gd name="connsiteX582" fmla="*/ 840057 w 1878763"/>
              <a:gd name="connsiteY582" fmla="*/ 817214 h 1720299"/>
              <a:gd name="connsiteX583" fmla="*/ 812625 w 1878763"/>
              <a:gd name="connsiteY583" fmla="*/ 817214 h 1720299"/>
              <a:gd name="connsiteX584" fmla="*/ 692450 w 1878763"/>
              <a:gd name="connsiteY584" fmla="*/ 789782 h 1720299"/>
              <a:gd name="connsiteX585" fmla="*/ 719882 w 1878763"/>
              <a:gd name="connsiteY585" fmla="*/ 789782 h 1720299"/>
              <a:gd name="connsiteX586" fmla="*/ 719882 w 1878763"/>
              <a:gd name="connsiteY586" fmla="*/ 817214 h 1720299"/>
              <a:gd name="connsiteX587" fmla="*/ 692450 w 1878763"/>
              <a:gd name="connsiteY587" fmla="*/ 817214 h 1720299"/>
              <a:gd name="connsiteX588" fmla="*/ 576340 w 1878763"/>
              <a:gd name="connsiteY588" fmla="*/ 789782 h 1720299"/>
              <a:gd name="connsiteX589" fmla="*/ 603772 w 1878763"/>
              <a:gd name="connsiteY589" fmla="*/ 789782 h 1720299"/>
              <a:gd name="connsiteX590" fmla="*/ 603772 w 1878763"/>
              <a:gd name="connsiteY590" fmla="*/ 817214 h 1720299"/>
              <a:gd name="connsiteX591" fmla="*/ 576340 w 1878763"/>
              <a:gd name="connsiteY591" fmla="*/ 817214 h 1720299"/>
              <a:gd name="connsiteX592" fmla="*/ 456165 w 1878763"/>
              <a:gd name="connsiteY592" fmla="*/ 789782 h 1720299"/>
              <a:gd name="connsiteX593" fmla="*/ 483597 w 1878763"/>
              <a:gd name="connsiteY593" fmla="*/ 789782 h 1720299"/>
              <a:gd name="connsiteX594" fmla="*/ 483597 w 1878763"/>
              <a:gd name="connsiteY594" fmla="*/ 817214 h 1720299"/>
              <a:gd name="connsiteX595" fmla="*/ 456165 w 1878763"/>
              <a:gd name="connsiteY595" fmla="*/ 817214 h 1720299"/>
              <a:gd name="connsiteX596" fmla="*/ 340656 w 1878763"/>
              <a:gd name="connsiteY596" fmla="*/ 789782 h 1720299"/>
              <a:gd name="connsiteX597" fmla="*/ 368088 w 1878763"/>
              <a:gd name="connsiteY597" fmla="*/ 789782 h 1720299"/>
              <a:gd name="connsiteX598" fmla="*/ 368088 w 1878763"/>
              <a:gd name="connsiteY598" fmla="*/ 817214 h 1720299"/>
              <a:gd name="connsiteX599" fmla="*/ 340656 w 1878763"/>
              <a:gd name="connsiteY599" fmla="*/ 817214 h 1720299"/>
              <a:gd name="connsiteX600" fmla="*/ 226483 w 1878763"/>
              <a:gd name="connsiteY600" fmla="*/ 789782 h 1720299"/>
              <a:gd name="connsiteX601" fmla="*/ 253915 w 1878763"/>
              <a:gd name="connsiteY601" fmla="*/ 789782 h 1720299"/>
              <a:gd name="connsiteX602" fmla="*/ 253915 w 1878763"/>
              <a:gd name="connsiteY602" fmla="*/ 817214 h 1720299"/>
              <a:gd name="connsiteX603" fmla="*/ 226483 w 1878763"/>
              <a:gd name="connsiteY603" fmla="*/ 817214 h 1720299"/>
              <a:gd name="connsiteX604" fmla="*/ 114173 w 1878763"/>
              <a:gd name="connsiteY604" fmla="*/ 789782 h 1720299"/>
              <a:gd name="connsiteX605" fmla="*/ 141605 w 1878763"/>
              <a:gd name="connsiteY605" fmla="*/ 789782 h 1720299"/>
              <a:gd name="connsiteX606" fmla="*/ 141605 w 1878763"/>
              <a:gd name="connsiteY606" fmla="*/ 817214 h 1720299"/>
              <a:gd name="connsiteX607" fmla="*/ 114173 w 1878763"/>
              <a:gd name="connsiteY607" fmla="*/ 817214 h 1720299"/>
              <a:gd name="connsiteX608" fmla="*/ 0 w 1878763"/>
              <a:gd name="connsiteY608" fmla="*/ 789782 h 1720299"/>
              <a:gd name="connsiteX609" fmla="*/ 27432 w 1878763"/>
              <a:gd name="connsiteY609" fmla="*/ 789782 h 1720299"/>
              <a:gd name="connsiteX610" fmla="*/ 27432 w 1878763"/>
              <a:gd name="connsiteY610" fmla="*/ 817214 h 1720299"/>
              <a:gd name="connsiteX611" fmla="*/ 0 w 1878763"/>
              <a:gd name="connsiteY611" fmla="*/ 817214 h 1720299"/>
              <a:gd name="connsiteX612" fmla="*/ 1851331 w 1878763"/>
              <a:gd name="connsiteY612" fmla="*/ 676275 h 1720299"/>
              <a:gd name="connsiteX613" fmla="*/ 1878763 w 1878763"/>
              <a:gd name="connsiteY613" fmla="*/ 676275 h 1720299"/>
              <a:gd name="connsiteX614" fmla="*/ 1878763 w 1878763"/>
              <a:gd name="connsiteY614" fmla="*/ 703707 h 1720299"/>
              <a:gd name="connsiteX615" fmla="*/ 1851331 w 1878763"/>
              <a:gd name="connsiteY615" fmla="*/ 703707 h 1720299"/>
              <a:gd name="connsiteX616" fmla="*/ 1737031 w 1878763"/>
              <a:gd name="connsiteY616" fmla="*/ 676275 h 1720299"/>
              <a:gd name="connsiteX617" fmla="*/ 1764463 w 1878763"/>
              <a:gd name="connsiteY617" fmla="*/ 676275 h 1720299"/>
              <a:gd name="connsiteX618" fmla="*/ 1764463 w 1878763"/>
              <a:gd name="connsiteY618" fmla="*/ 703707 h 1720299"/>
              <a:gd name="connsiteX619" fmla="*/ 1737031 w 1878763"/>
              <a:gd name="connsiteY619" fmla="*/ 703707 h 1720299"/>
              <a:gd name="connsiteX620" fmla="*/ 1625112 w 1878763"/>
              <a:gd name="connsiteY620" fmla="*/ 676275 h 1720299"/>
              <a:gd name="connsiteX621" fmla="*/ 1652544 w 1878763"/>
              <a:gd name="connsiteY621" fmla="*/ 676275 h 1720299"/>
              <a:gd name="connsiteX622" fmla="*/ 1652544 w 1878763"/>
              <a:gd name="connsiteY622" fmla="*/ 703707 h 1720299"/>
              <a:gd name="connsiteX623" fmla="*/ 1625112 w 1878763"/>
              <a:gd name="connsiteY623" fmla="*/ 703707 h 1720299"/>
              <a:gd name="connsiteX624" fmla="*/ 1510812 w 1878763"/>
              <a:gd name="connsiteY624" fmla="*/ 676275 h 1720299"/>
              <a:gd name="connsiteX625" fmla="*/ 1538244 w 1878763"/>
              <a:gd name="connsiteY625" fmla="*/ 676275 h 1720299"/>
              <a:gd name="connsiteX626" fmla="*/ 1538244 w 1878763"/>
              <a:gd name="connsiteY626" fmla="*/ 703707 h 1720299"/>
              <a:gd name="connsiteX627" fmla="*/ 1510812 w 1878763"/>
              <a:gd name="connsiteY627" fmla="*/ 703707 h 1720299"/>
              <a:gd name="connsiteX628" fmla="*/ 1394702 w 1878763"/>
              <a:gd name="connsiteY628" fmla="*/ 676275 h 1720299"/>
              <a:gd name="connsiteX629" fmla="*/ 1422134 w 1878763"/>
              <a:gd name="connsiteY629" fmla="*/ 676275 h 1720299"/>
              <a:gd name="connsiteX630" fmla="*/ 1422134 w 1878763"/>
              <a:gd name="connsiteY630" fmla="*/ 703707 h 1720299"/>
              <a:gd name="connsiteX631" fmla="*/ 1394702 w 1878763"/>
              <a:gd name="connsiteY631" fmla="*/ 703707 h 1720299"/>
              <a:gd name="connsiteX632" fmla="*/ 1278592 w 1878763"/>
              <a:gd name="connsiteY632" fmla="*/ 676275 h 1720299"/>
              <a:gd name="connsiteX633" fmla="*/ 1306024 w 1878763"/>
              <a:gd name="connsiteY633" fmla="*/ 676275 h 1720299"/>
              <a:gd name="connsiteX634" fmla="*/ 1306024 w 1878763"/>
              <a:gd name="connsiteY634" fmla="*/ 703707 h 1720299"/>
              <a:gd name="connsiteX635" fmla="*/ 1278592 w 1878763"/>
              <a:gd name="connsiteY635" fmla="*/ 703707 h 1720299"/>
              <a:gd name="connsiteX636" fmla="*/ 1162482 w 1878763"/>
              <a:gd name="connsiteY636" fmla="*/ 676275 h 1720299"/>
              <a:gd name="connsiteX637" fmla="*/ 1189914 w 1878763"/>
              <a:gd name="connsiteY637" fmla="*/ 676275 h 1720299"/>
              <a:gd name="connsiteX638" fmla="*/ 1189914 w 1878763"/>
              <a:gd name="connsiteY638" fmla="*/ 703707 h 1720299"/>
              <a:gd name="connsiteX639" fmla="*/ 1162482 w 1878763"/>
              <a:gd name="connsiteY639" fmla="*/ 703707 h 1720299"/>
              <a:gd name="connsiteX640" fmla="*/ 1042307 w 1878763"/>
              <a:gd name="connsiteY640" fmla="*/ 676275 h 1720299"/>
              <a:gd name="connsiteX641" fmla="*/ 1069739 w 1878763"/>
              <a:gd name="connsiteY641" fmla="*/ 676275 h 1720299"/>
              <a:gd name="connsiteX642" fmla="*/ 1069739 w 1878763"/>
              <a:gd name="connsiteY642" fmla="*/ 703707 h 1720299"/>
              <a:gd name="connsiteX643" fmla="*/ 1042307 w 1878763"/>
              <a:gd name="connsiteY643" fmla="*/ 703707 h 1720299"/>
              <a:gd name="connsiteX644" fmla="*/ 926798 w 1878763"/>
              <a:gd name="connsiteY644" fmla="*/ 676275 h 1720299"/>
              <a:gd name="connsiteX645" fmla="*/ 954230 w 1878763"/>
              <a:gd name="connsiteY645" fmla="*/ 676275 h 1720299"/>
              <a:gd name="connsiteX646" fmla="*/ 954230 w 1878763"/>
              <a:gd name="connsiteY646" fmla="*/ 703707 h 1720299"/>
              <a:gd name="connsiteX647" fmla="*/ 926798 w 1878763"/>
              <a:gd name="connsiteY647" fmla="*/ 703707 h 1720299"/>
              <a:gd name="connsiteX648" fmla="*/ 812625 w 1878763"/>
              <a:gd name="connsiteY648" fmla="*/ 676275 h 1720299"/>
              <a:gd name="connsiteX649" fmla="*/ 840057 w 1878763"/>
              <a:gd name="connsiteY649" fmla="*/ 676275 h 1720299"/>
              <a:gd name="connsiteX650" fmla="*/ 840057 w 1878763"/>
              <a:gd name="connsiteY650" fmla="*/ 703707 h 1720299"/>
              <a:gd name="connsiteX651" fmla="*/ 812625 w 1878763"/>
              <a:gd name="connsiteY651" fmla="*/ 703707 h 1720299"/>
              <a:gd name="connsiteX652" fmla="*/ 692450 w 1878763"/>
              <a:gd name="connsiteY652" fmla="*/ 676275 h 1720299"/>
              <a:gd name="connsiteX653" fmla="*/ 719882 w 1878763"/>
              <a:gd name="connsiteY653" fmla="*/ 676275 h 1720299"/>
              <a:gd name="connsiteX654" fmla="*/ 719882 w 1878763"/>
              <a:gd name="connsiteY654" fmla="*/ 703707 h 1720299"/>
              <a:gd name="connsiteX655" fmla="*/ 692450 w 1878763"/>
              <a:gd name="connsiteY655" fmla="*/ 703707 h 1720299"/>
              <a:gd name="connsiteX656" fmla="*/ 576340 w 1878763"/>
              <a:gd name="connsiteY656" fmla="*/ 676275 h 1720299"/>
              <a:gd name="connsiteX657" fmla="*/ 603772 w 1878763"/>
              <a:gd name="connsiteY657" fmla="*/ 676275 h 1720299"/>
              <a:gd name="connsiteX658" fmla="*/ 603772 w 1878763"/>
              <a:gd name="connsiteY658" fmla="*/ 703707 h 1720299"/>
              <a:gd name="connsiteX659" fmla="*/ 576340 w 1878763"/>
              <a:gd name="connsiteY659" fmla="*/ 703707 h 1720299"/>
              <a:gd name="connsiteX660" fmla="*/ 456165 w 1878763"/>
              <a:gd name="connsiteY660" fmla="*/ 676275 h 1720299"/>
              <a:gd name="connsiteX661" fmla="*/ 483597 w 1878763"/>
              <a:gd name="connsiteY661" fmla="*/ 676275 h 1720299"/>
              <a:gd name="connsiteX662" fmla="*/ 483597 w 1878763"/>
              <a:gd name="connsiteY662" fmla="*/ 703707 h 1720299"/>
              <a:gd name="connsiteX663" fmla="*/ 456165 w 1878763"/>
              <a:gd name="connsiteY663" fmla="*/ 703707 h 1720299"/>
              <a:gd name="connsiteX664" fmla="*/ 340656 w 1878763"/>
              <a:gd name="connsiteY664" fmla="*/ 676275 h 1720299"/>
              <a:gd name="connsiteX665" fmla="*/ 368088 w 1878763"/>
              <a:gd name="connsiteY665" fmla="*/ 676275 h 1720299"/>
              <a:gd name="connsiteX666" fmla="*/ 368088 w 1878763"/>
              <a:gd name="connsiteY666" fmla="*/ 703707 h 1720299"/>
              <a:gd name="connsiteX667" fmla="*/ 340656 w 1878763"/>
              <a:gd name="connsiteY667" fmla="*/ 703707 h 1720299"/>
              <a:gd name="connsiteX668" fmla="*/ 226483 w 1878763"/>
              <a:gd name="connsiteY668" fmla="*/ 676275 h 1720299"/>
              <a:gd name="connsiteX669" fmla="*/ 253915 w 1878763"/>
              <a:gd name="connsiteY669" fmla="*/ 676275 h 1720299"/>
              <a:gd name="connsiteX670" fmla="*/ 253915 w 1878763"/>
              <a:gd name="connsiteY670" fmla="*/ 703707 h 1720299"/>
              <a:gd name="connsiteX671" fmla="*/ 226483 w 1878763"/>
              <a:gd name="connsiteY671" fmla="*/ 703707 h 1720299"/>
              <a:gd name="connsiteX672" fmla="*/ 114173 w 1878763"/>
              <a:gd name="connsiteY672" fmla="*/ 676275 h 1720299"/>
              <a:gd name="connsiteX673" fmla="*/ 141605 w 1878763"/>
              <a:gd name="connsiteY673" fmla="*/ 676275 h 1720299"/>
              <a:gd name="connsiteX674" fmla="*/ 141605 w 1878763"/>
              <a:gd name="connsiteY674" fmla="*/ 703707 h 1720299"/>
              <a:gd name="connsiteX675" fmla="*/ 114173 w 1878763"/>
              <a:gd name="connsiteY675" fmla="*/ 703707 h 1720299"/>
              <a:gd name="connsiteX676" fmla="*/ 0 w 1878763"/>
              <a:gd name="connsiteY676" fmla="*/ 676275 h 1720299"/>
              <a:gd name="connsiteX677" fmla="*/ 27432 w 1878763"/>
              <a:gd name="connsiteY677" fmla="*/ 676275 h 1720299"/>
              <a:gd name="connsiteX678" fmla="*/ 27432 w 1878763"/>
              <a:gd name="connsiteY678" fmla="*/ 703707 h 1720299"/>
              <a:gd name="connsiteX679" fmla="*/ 0 w 1878763"/>
              <a:gd name="connsiteY679" fmla="*/ 703707 h 1720299"/>
              <a:gd name="connsiteX680" fmla="*/ 1851331 w 1878763"/>
              <a:gd name="connsiteY680" fmla="*/ 565945 h 1720299"/>
              <a:gd name="connsiteX681" fmla="*/ 1878763 w 1878763"/>
              <a:gd name="connsiteY681" fmla="*/ 565945 h 1720299"/>
              <a:gd name="connsiteX682" fmla="*/ 1878763 w 1878763"/>
              <a:gd name="connsiteY682" fmla="*/ 593377 h 1720299"/>
              <a:gd name="connsiteX683" fmla="*/ 1851331 w 1878763"/>
              <a:gd name="connsiteY683" fmla="*/ 593377 h 1720299"/>
              <a:gd name="connsiteX684" fmla="*/ 1737031 w 1878763"/>
              <a:gd name="connsiteY684" fmla="*/ 565945 h 1720299"/>
              <a:gd name="connsiteX685" fmla="*/ 1764463 w 1878763"/>
              <a:gd name="connsiteY685" fmla="*/ 565945 h 1720299"/>
              <a:gd name="connsiteX686" fmla="*/ 1764463 w 1878763"/>
              <a:gd name="connsiteY686" fmla="*/ 593377 h 1720299"/>
              <a:gd name="connsiteX687" fmla="*/ 1737031 w 1878763"/>
              <a:gd name="connsiteY687" fmla="*/ 593377 h 1720299"/>
              <a:gd name="connsiteX688" fmla="*/ 1625112 w 1878763"/>
              <a:gd name="connsiteY688" fmla="*/ 565945 h 1720299"/>
              <a:gd name="connsiteX689" fmla="*/ 1652544 w 1878763"/>
              <a:gd name="connsiteY689" fmla="*/ 565945 h 1720299"/>
              <a:gd name="connsiteX690" fmla="*/ 1652544 w 1878763"/>
              <a:gd name="connsiteY690" fmla="*/ 593377 h 1720299"/>
              <a:gd name="connsiteX691" fmla="*/ 1625112 w 1878763"/>
              <a:gd name="connsiteY691" fmla="*/ 593377 h 1720299"/>
              <a:gd name="connsiteX692" fmla="*/ 1510812 w 1878763"/>
              <a:gd name="connsiteY692" fmla="*/ 565945 h 1720299"/>
              <a:gd name="connsiteX693" fmla="*/ 1538244 w 1878763"/>
              <a:gd name="connsiteY693" fmla="*/ 565945 h 1720299"/>
              <a:gd name="connsiteX694" fmla="*/ 1538244 w 1878763"/>
              <a:gd name="connsiteY694" fmla="*/ 593377 h 1720299"/>
              <a:gd name="connsiteX695" fmla="*/ 1510812 w 1878763"/>
              <a:gd name="connsiteY695" fmla="*/ 593377 h 1720299"/>
              <a:gd name="connsiteX696" fmla="*/ 1394702 w 1878763"/>
              <a:gd name="connsiteY696" fmla="*/ 565945 h 1720299"/>
              <a:gd name="connsiteX697" fmla="*/ 1422134 w 1878763"/>
              <a:gd name="connsiteY697" fmla="*/ 565945 h 1720299"/>
              <a:gd name="connsiteX698" fmla="*/ 1422134 w 1878763"/>
              <a:gd name="connsiteY698" fmla="*/ 593377 h 1720299"/>
              <a:gd name="connsiteX699" fmla="*/ 1394702 w 1878763"/>
              <a:gd name="connsiteY699" fmla="*/ 593377 h 1720299"/>
              <a:gd name="connsiteX700" fmla="*/ 1278592 w 1878763"/>
              <a:gd name="connsiteY700" fmla="*/ 565945 h 1720299"/>
              <a:gd name="connsiteX701" fmla="*/ 1306024 w 1878763"/>
              <a:gd name="connsiteY701" fmla="*/ 565945 h 1720299"/>
              <a:gd name="connsiteX702" fmla="*/ 1306024 w 1878763"/>
              <a:gd name="connsiteY702" fmla="*/ 593377 h 1720299"/>
              <a:gd name="connsiteX703" fmla="*/ 1278592 w 1878763"/>
              <a:gd name="connsiteY703" fmla="*/ 593377 h 1720299"/>
              <a:gd name="connsiteX704" fmla="*/ 1162482 w 1878763"/>
              <a:gd name="connsiteY704" fmla="*/ 565945 h 1720299"/>
              <a:gd name="connsiteX705" fmla="*/ 1189914 w 1878763"/>
              <a:gd name="connsiteY705" fmla="*/ 565945 h 1720299"/>
              <a:gd name="connsiteX706" fmla="*/ 1189914 w 1878763"/>
              <a:gd name="connsiteY706" fmla="*/ 593377 h 1720299"/>
              <a:gd name="connsiteX707" fmla="*/ 1162482 w 1878763"/>
              <a:gd name="connsiteY707" fmla="*/ 593377 h 1720299"/>
              <a:gd name="connsiteX708" fmla="*/ 1042307 w 1878763"/>
              <a:gd name="connsiteY708" fmla="*/ 565945 h 1720299"/>
              <a:gd name="connsiteX709" fmla="*/ 1069739 w 1878763"/>
              <a:gd name="connsiteY709" fmla="*/ 565945 h 1720299"/>
              <a:gd name="connsiteX710" fmla="*/ 1069739 w 1878763"/>
              <a:gd name="connsiteY710" fmla="*/ 593377 h 1720299"/>
              <a:gd name="connsiteX711" fmla="*/ 1042307 w 1878763"/>
              <a:gd name="connsiteY711" fmla="*/ 593377 h 1720299"/>
              <a:gd name="connsiteX712" fmla="*/ 926798 w 1878763"/>
              <a:gd name="connsiteY712" fmla="*/ 565945 h 1720299"/>
              <a:gd name="connsiteX713" fmla="*/ 954230 w 1878763"/>
              <a:gd name="connsiteY713" fmla="*/ 565945 h 1720299"/>
              <a:gd name="connsiteX714" fmla="*/ 954230 w 1878763"/>
              <a:gd name="connsiteY714" fmla="*/ 593377 h 1720299"/>
              <a:gd name="connsiteX715" fmla="*/ 926798 w 1878763"/>
              <a:gd name="connsiteY715" fmla="*/ 593377 h 1720299"/>
              <a:gd name="connsiteX716" fmla="*/ 812625 w 1878763"/>
              <a:gd name="connsiteY716" fmla="*/ 565945 h 1720299"/>
              <a:gd name="connsiteX717" fmla="*/ 840057 w 1878763"/>
              <a:gd name="connsiteY717" fmla="*/ 565945 h 1720299"/>
              <a:gd name="connsiteX718" fmla="*/ 840057 w 1878763"/>
              <a:gd name="connsiteY718" fmla="*/ 593377 h 1720299"/>
              <a:gd name="connsiteX719" fmla="*/ 812625 w 1878763"/>
              <a:gd name="connsiteY719" fmla="*/ 593377 h 1720299"/>
              <a:gd name="connsiteX720" fmla="*/ 692450 w 1878763"/>
              <a:gd name="connsiteY720" fmla="*/ 565945 h 1720299"/>
              <a:gd name="connsiteX721" fmla="*/ 719882 w 1878763"/>
              <a:gd name="connsiteY721" fmla="*/ 565945 h 1720299"/>
              <a:gd name="connsiteX722" fmla="*/ 719882 w 1878763"/>
              <a:gd name="connsiteY722" fmla="*/ 593377 h 1720299"/>
              <a:gd name="connsiteX723" fmla="*/ 692450 w 1878763"/>
              <a:gd name="connsiteY723" fmla="*/ 593377 h 1720299"/>
              <a:gd name="connsiteX724" fmla="*/ 576340 w 1878763"/>
              <a:gd name="connsiteY724" fmla="*/ 565945 h 1720299"/>
              <a:gd name="connsiteX725" fmla="*/ 603772 w 1878763"/>
              <a:gd name="connsiteY725" fmla="*/ 565945 h 1720299"/>
              <a:gd name="connsiteX726" fmla="*/ 603772 w 1878763"/>
              <a:gd name="connsiteY726" fmla="*/ 593377 h 1720299"/>
              <a:gd name="connsiteX727" fmla="*/ 576340 w 1878763"/>
              <a:gd name="connsiteY727" fmla="*/ 593377 h 1720299"/>
              <a:gd name="connsiteX728" fmla="*/ 456165 w 1878763"/>
              <a:gd name="connsiteY728" fmla="*/ 565945 h 1720299"/>
              <a:gd name="connsiteX729" fmla="*/ 483597 w 1878763"/>
              <a:gd name="connsiteY729" fmla="*/ 565945 h 1720299"/>
              <a:gd name="connsiteX730" fmla="*/ 483597 w 1878763"/>
              <a:gd name="connsiteY730" fmla="*/ 593377 h 1720299"/>
              <a:gd name="connsiteX731" fmla="*/ 456165 w 1878763"/>
              <a:gd name="connsiteY731" fmla="*/ 593377 h 1720299"/>
              <a:gd name="connsiteX732" fmla="*/ 340656 w 1878763"/>
              <a:gd name="connsiteY732" fmla="*/ 565945 h 1720299"/>
              <a:gd name="connsiteX733" fmla="*/ 368088 w 1878763"/>
              <a:gd name="connsiteY733" fmla="*/ 565945 h 1720299"/>
              <a:gd name="connsiteX734" fmla="*/ 368088 w 1878763"/>
              <a:gd name="connsiteY734" fmla="*/ 593377 h 1720299"/>
              <a:gd name="connsiteX735" fmla="*/ 340656 w 1878763"/>
              <a:gd name="connsiteY735" fmla="*/ 593377 h 1720299"/>
              <a:gd name="connsiteX736" fmla="*/ 226483 w 1878763"/>
              <a:gd name="connsiteY736" fmla="*/ 565945 h 1720299"/>
              <a:gd name="connsiteX737" fmla="*/ 253915 w 1878763"/>
              <a:gd name="connsiteY737" fmla="*/ 565945 h 1720299"/>
              <a:gd name="connsiteX738" fmla="*/ 253915 w 1878763"/>
              <a:gd name="connsiteY738" fmla="*/ 593377 h 1720299"/>
              <a:gd name="connsiteX739" fmla="*/ 226483 w 1878763"/>
              <a:gd name="connsiteY739" fmla="*/ 593377 h 1720299"/>
              <a:gd name="connsiteX740" fmla="*/ 114173 w 1878763"/>
              <a:gd name="connsiteY740" fmla="*/ 565945 h 1720299"/>
              <a:gd name="connsiteX741" fmla="*/ 141605 w 1878763"/>
              <a:gd name="connsiteY741" fmla="*/ 565945 h 1720299"/>
              <a:gd name="connsiteX742" fmla="*/ 141605 w 1878763"/>
              <a:gd name="connsiteY742" fmla="*/ 593377 h 1720299"/>
              <a:gd name="connsiteX743" fmla="*/ 114173 w 1878763"/>
              <a:gd name="connsiteY743" fmla="*/ 593377 h 1720299"/>
              <a:gd name="connsiteX744" fmla="*/ 0 w 1878763"/>
              <a:gd name="connsiteY744" fmla="*/ 565945 h 1720299"/>
              <a:gd name="connsiteX745" fmla="*/ 27432 w 1878763"/>
              <a:gd name="connsiteY745" fmla="*/ 565945 h 1720299"/>
              <a:gd name="connsiteX746" fmla="*/ 27432 w 1878763"/>
              <a:gd name="connsiteY746" fmla="*/ 593377 h 1720299"/>
              <a:gd name="connsiteX747" fmla="*/ 0 w 1878763"/>
              <a:gd name="connsiteY747" fmla="*/ 593377 h 1720299"/>
              <a:gd name="connsiteX748" fmla="*/ 1851331 w 1878763"/>
              <a:gd name="connsiteY748" fmla="*/ 452438 h 1720299"/>
              <a:gd name="connsiteX749" fmla="*/ 1878763 w 1878763"/>
              <a:gd name="connsiteY749" fmla="*/ 452438 h 1720299"/>
              <a:gd name="connsiteX750" fmla="*/ 1878763 w 1878763"/>
              <a:gd name="connsiteY750" fmla="*/ 479870 h 1720299"/>
              <a:gd name="connsiteX751" fmla="*/ 1851331 w 1878763"/>
              <a:gd name="connsiteY751" fmla="*/ 479870 h 1720299"/>
              <a:gd name="connsiteX752" fmla="*/ 1737031 w 1878763"/>
              <a:gd name="connsiteY752" fmla="*/ 452438 h 1720299"/>
              <a:gd name="connsiteX753" fmla="*/ 1764463 w 1878763"/>
              <a:gd name="connsiteY753" fmla="*/ 452438 h 1720299"/>
              <a:gd name="connsiteX754" fmla="*/ 1764463 w 1878763"/>
              <a:gd name="connsiteY754" fmla="*/ 479870 h 1720299"/>
              <a:gd name="connsiteX755" fmla="*/ 1737031 w 1878763"/>
              <a:gd name="connsiteY755" fmla="*/ 479870 h 1720299"/>
              <a:gd name="connsiteX756" fmla="*/ 1625112 w 1878763"/>
              <a:gd name="connsiteY756" fmla="*/ 452438 h 1720299"/>
              <a:gd name="connsiteX757" fmla="*/ 1652544 w 1878763"/>
              <a:gd name="connsiteY757" fmla="*/ 452438 h 1720299"/>
              <a:gd name="connsiteX758" fmla="*/ 1652544 w 1878763"/>
              <a:gd name="connsiteY758" fmla="*/ 479870 h 1720299"/>
              <a:gd name="connsiteX759" fmla="*/ 1625112 w 1878763"/>
              <a:gd name="connsiteY759" fmla="*/ 479870 h 1720299"/>
              <a:gd name="connsiteX760" fmla="*/ 1510812 w 1878763"/>
              <a:gd name="connsiteY760" fmla="*/ 452438 h 1720299"/>
              <a:gd name="connsiteX761" fmla="*/ 1538244 w 1878763"/>
              <a:gd name="connsiteY761" fmla="*/ 452438 h 1720299"/>
              <a:gd name="connsiteX762" fmla="*/ 1538244 w 1878763"/>
              <a:gd name="connsiteY762" fmla="*/ 479870 h 1720299"/>
              <a:gd name="connsiteX763" fmla="*/ 1510812 w 1878763"/>
              <a:gd name="connsiteY763" fmla="*/ 479870 h 1720299"/>
              <a:gd name="connsiteX764" fmla="*/ 1394702 w 1878763"/>
              <a:gd name="connsiteY764" fmla="*/ 452438 h 1720299"/>
              <a:gd name="connsiteX765" fmla="*/ 1422134 w 1878763"/>
              <a:gd name="connsiteY765" fmla="*/ 452438 h 1720299"/>
              <a:gd name="connsiteX766" fmla="*/ 1422134 w 1878763"/>
              <a:gd name="connsiteY766" fmla="*/ 479870 h 1720299"/>
              <a:gd name="connsiteX767" fmla="*/ 1394702 w 1878763"/>
              <a:gd name="connsiteY767" fmla="*/ 479870 h 1720299"/>
              <a:gd name="connsiteX768" fmla="*/ 1278592 w 1878763"/>
              <a:gd name="connsiteY768" fmla="*/ 452438 h 1720299"/>
              <a:gd name="connsiteX769" fmla="*/ 1306024 w 1878763"/>
              <a:gd name="connsiteY769" fmla="*/ 452438 h 1720299"/>
              <a:gd name="connsiteX770" fmla="*/ 1306024 w 1878763"/>
              <a:gd name="connsiteY770" fmla="*/ 479870 h 1720299"/>
              <a:gd name="connsiteX771" fmla="*/ 1278592 w 1878763"/>
              <a:gd name="connsiteY771" fmla="*/ 479870 h 1720299"/>
              <a:gd name="connsiteX772" fmla="*/ 1162482 w 1878763"/>
              <a:gd name="connsiteY772" fmla="*/ 452438 h 1720299"/>
              <a:gd name="connsiteX773" fmla="*/ 1189914 w 1878763"/>
              <a:gd name="connsiteY773" fmla="*/ 452438 h 1720299"/>
              <a:gd name="connsiteX774" fmla="*/ 1189914 w 1878763"/>
              <a:gd name="connsiteY774" fmla="*/ 479870 h 1720299"/>
              <a:gd name="connsiteX775" fmla="*/ 1162482 w 1878763"/>
              <a:gd name="connsiteY775" fmla="*/ 479870 h 1720299"/>
              <a:gd name="connsiteX776" fmla="*/ 1042307 w 1878763"/>
              <a:gd name="connsiteY776" fmla="*/ 452438 h 1720299"/>
              <a:gd name="connsiteX777" fmla="*/ 1069739 w 1878763"/>
              <a:gd name="connsiteY777" fmla="*/ 452438 h 1720299"/>
              <a:gd name="connsiteX778" fmla="*/ 1069739 w 1878763"/>
              <a:gd name="connsiteY778" fmla="*/ 479870 h 1720299"/>
              <a:gd name="connsiteX779" fmla="*/ 1042307 w 1878763"/>
              <a:gd name="connsiteY779" fmla="*/ 479870 h 1720299"/>
              <a:gd name="connsiteX780" fmla="*/ 926798 w 1878763"/>
              <a:gd name="connsiteY780" fmla="*/ 452438 h 1720299"/>
              <a:gd name="connsiteX781" fmla="*/ 954230 w 1878763"/>
              <a:gd name="connsiteY781" fmla="*/ 452438 h 1720299"/>
              <a:gd name="connsiteX782" fmla="*/ 954230 w 1878763"/>
              <a:gd name="connsiteY782" fmla="*/ 479870 h 1720299"/>
              <a:gd name="connsiteX783" fmla="*/ 926798 w 1878763"/>
              <a:gd name="connsiteY783" fmla="*/ 479870 h 1720299"/>
              <a:gd name="connsiteX784" fmla="*/ 812625 w 1878763"/>
              <a:gd name="connsiteY784" fmla="*/ 452438 h 1720299"/>
              <a:gd name="connsiteX785" fmla="*/ 840057 w 1878763"/>
              <a:gd name="connsiteY785" fmla="*/ 452438 h 1720299"/>
              <a:gd name="connsiteX786" fmla="*/ 840057 w 1878763"/>
              <a:gd name="connsiteY786" fmla="*/ 479870 h 1720299"/>
              <a:gd name="connsiteX787" fmla="*/ 812625 w 1878763"/>
              <a:gd name="connsiteY787" fmla="*/ 479870 h 1720299"/>
              <a:gd name="connsiteX788" fmla="*/ 692450 w 1878763"/>
              <a:gd name="connsiteY788" fmla="*/ 452438 h 1720299"/>
              <a:gd name="connsiteX789" fmla="*/ 719882 w 1878763"/>
              <a:gd name="connsiteY789" fmla="*/ 452438 h 1720299"/>
              <a:gd name="connsiteX790" fmla="*/ 719882 w 1878763"/>
              <a:gd name="connsiteY790" fmla="*/ 479870 h 1720299"/>
              <a:gd name="connsiteX791" fmla="*/ 692450 w 1878763"/>
              <a:gd name="connsiteY791" fmla="*/ 479870 h 1720299"/>
              <a:gd name="connsiteX792" fmla="*/ 576340 w 1878763"/>
              <a:gd name="connsiteY792" fmla="*/ 452438 h 1720299"/>
              <a:gd name="connsiteX793" fmla="*/ 603772 w 1878763"/>
              <a:gd name="connsiteY793" fmla="*/ 452438 h 1720299"/>
              <a:gd name="connsiteX794" fmla="*/ 603772 w 1878763"/>
              <a:gd name="connsiteY794" fmla="*/ 479870 h 1720299"/>
              <a:gd name="connsiteX795" fmla="*/ 576340 w 1878763"/>
              <a:gd name="connsiteY795" fmla="*/ 479870 h 1720299"/>
              <a:gd name="connsiteX796" fmla="*/ 456165 w 1878763"/>
              <a:gd name="connsiteY796" fmla="*/ 452438 h 1720299"/>
              <a:gd name="connsiteX797" fmla="*/ 483597 w 1878763"/>
              <a:gd name="connsiteY797" fmla="*/ 452438 h 1720299"/>
              <a:gd name="connsiteX798" fmla="*/ 483597 w 1878763"/>
              <a:gd name="connsiteY798" fmla="*/ 479870 h 1720299"/>
              <a:gd name="connsiteX799" fmla="*/ 456165 w 1878763"/>
              <a:gd name="connsiteY799" fmla="*/ 479870 h 1720299"/>
              <a:gd name="connsiteX800" fmla="*/ 340656 w 1878763"/>
              <a:gd name="connsiteY800" fmla="*/ 452438 h 1720299"/>
              <a:gd name="connsiteX801" fmla="*/ 368088 w 1878763"/>
              <a:gd name="connsiteY801" fmla="*/ 452438 h 1720299"/>
              <a:gd name="connsiteX802" fmla="*/ 368088 w 1878763"/>
              <a:gd name="connsiteY802" fmla="*/ 479870 h 1720299"/>
              <a:gd name="connsiteX803" fmla="*/ 340656 w 1878763"/>
              <a:gd name="connsiteY803" fmla="*/ 479870 h 1720299"/>
              <a:gd name="connsiteX804" fmla="*/ 226483 w 1878763"/>
              <a:gd name="connsiteY804" fmla="*/ 452438 h 1720299"/>
              <a:gd name="connsiteX805" fmla="*/ 253915 w 1878763"/>
              <a:gd name="connsiteY805" fmla="*/ 452438 h 1720299"/>
              <a:gd name="connsiteX806" fmla="*/ 253915 w 1878763"/>
              <a:gd name="connsiteY806" fmla="*/ 479870 h 1720299"/>
              <a:gd name="connsiteX807" fmla="*/ 226483 w 1878763"/>
              <a:gd name="connsiteY807" fmla="*/ 479870 h 1720299"/>
              <a:gd name="connsiteX808" fmla="*/ 114173 w 1878763"/>
              <a:gd name="connsiteY808" fmla="*/ 452438 h 1720299"/>
              <a:gd name="connsiteX809" fmla="*/ 141605 w 1878763"/>
              <a:gd name="connsiteY809" fmla="*/ 452438 h 1720299"/>
              <a:gd name="connsiteX810" fmla="*/ 141605 w 1878763"/>
              <a:gd name="connsiteY810" fmla="*/ 479870 h 1720299"/>
              <a:gd name="connsiteX811" fmla="*/ 114173 w 1878763"/>
              <a:gd name="connsiteY811" fmla="*/ 479870 h 1720299"/>
              <a:gd name="connsiteX812" fmla="*/ 0 w 1878763"/>
              <a:gd name="connsiteY812" fmla="*/ 452438 h 1720299"/>
              <a:gd name="connsiteX813" fmla="*/ 27432 w 1878763"/>
              <a:gd name="connsiteY813" fmla="*/ 452438 h 1720299"/>
              <a:gd name="connsiteX814" fmla="*/ 27432 w 1878763"/>
              <a:gd name="connsiteY814" fmla="*/ 479870 h 1720299"/>
              <a:gd name="connsiteX815" fmla="*/ 0 w 1878763"/>
              <a:gd name="connsiteY815" fmla="*/ 479870 h 1720299"/>
              <a:gd name="connsiteX816" fmla="*/ 1851331 w 1878763"/>
              <a:gd name="connsiteY816" fmla="*/ 337344 h 1720299"/>
              <a:gd name="connsiteX817" fmla="*/ 1878763 w 1878763"/>
              <a:gd name="connsiteY817" fmla="*/ 337344 h 1720299"/>
              <a:gd name="connsiteX818" fmla="*/ 1878763 w 1878763"/>
              <a:gd name="connsiteY818" fmla="*/ 364776 h 1720299"/>
              <a:gd name="connsiteX819" fmla="*/ 1851331 w 1878763"/>
              <a:gd name="connsiteY819" fmla="*/ 364776 h 1720299"/>
              <a:gd name="connsiteX820" fmla="*/ 1737031 w 1878763"/>
              <a:gd name="connsiteY820" fmla="*/ 337344 h 1720299"/>
              <a:gd name="connsiteX821" fmla="*/ 1764463 w 1878763"/>
              <a:gd name="connsiteY821" fmla="*/ 337344 h 1720299"/>
              <a:gd name="connsiteX822" fmla="*/ 1764463 w 1878763"/>
              <a:gd name="connsiteY822" fmla="*/ 364776 h 1720299"/>
              <a:gd name="connsiteX823" fmla="*/ 1737031 w 1878763"/>
              <a:gd name="connsiteY823" fmla="*/ 364776 h 1720299"/>
              <a:gd name="connsiteX824" fmla="*/ 1625112 w 1878763"/>
              <a:gd name="connsiteY824" fmla="*/ 337344 h 1720299"/>
              <a:gd name="connsiteX825" fmla="*/ 1652544 w 1878763"/>
              <a:gd name="connsiteY825" fmla="*/ 337344 h 1720299"/>
              <a:gd name="connsiteX826" fmla="*/ 1652544 w 1878763"/>
              <a:gd name="connsiteY826" fmla="*/ 364776 h 1720299"/>
              <a:gd name="connsiteX827" fmla="*/ 1625112 w 1878763"/>
              <a:gd name="connsiteY827" fmla="*/ 364776 h 1720299"/>
              <a:gd name="connsiteX828" fmla="*/ 1510812 w 1878763"/>
              <a:gd name="connsiteY828" fmla="*/ 337344 h 1720299"/>
              <a:gd name="connsiteX829" fmla="*/ 1538244 w 1878763"/>
              <a:gd name="connsiteY829" fmla="*/ 337344 h 1720299"/>
              <a:gd name="connsiteX830" fmla="*/ 1538244 w 1878763"/>
              <a:gd name="connsiteY830" fmla="*/ 364776 h 1720299"/>
              <a:gd name="connsiteX831" fmla="*/ 1510812 w 1878763"/>
              <a:gd name="connsiteY831" fmla="*/ 364776 h 1720299"/>
              <a:gd name="connsiteX832" fmla="*/ 1394702 w 1878763"/>
              <a:gd name="connsiteY832" fmla="*/ 337344 h 1720299"/>
              <a:gd name="connsiteX833" fmla="*/ 1422134 w 1878763"/>
              <a:gd name="connsiteY833" fmla="*/ 337344 h 1720299"/>
              <a:gd name="connsiteX834" fmla="*/ 1422134 w 1878763"/>
              <a:gd name="connsiteY834" fmla="*/ 364776 h 1720299"/>
              <a:gd name="connsiteX835" fmla="*/ 1394702 w 1878763"/>
              <a:gd name="connsiteY835" fmla="*/ 364776 h 1720299"/>
              <a:gd name="connsiteX836" fmla="*/ 1278592 w 1878763"/>
              <a:gd name="connsiteY836" fmla="*/ 337344 h 1720299"/>
              <a:gd name="connsiteX837" fmla="*/ 1306024 w 1878763"/>
              <a:gd name="connsiteY837" fmla="*/ 337344 h 1720299"/>
              <a:gd name="connsiteX838" fmla="*/ 1306024 w 1878763"/>
              <a:gd name="connsiteY838" fmla="*/ 364776 h 1720299"/>
              <a:gd name="connsiteX839" fmla="*/ 1278592 w 1878763"/>
              <a:gd name="connsiteY839" fmla="*/ 364776 h 1720299"/>
              <a:gd name="connsiteX840" fmla="*/ 1162482 w 1878763"/>
              <a:gd name="connsiteY840" fmla="*/ 337344 h 1720299"/>
              <a:gd name="connsiteX841" fmla="*/ 1189914 w 1878763"/>
              <a:gd name="connsiteY841" fmla="*/ 337344 h 1720299"/>
              <a:gd name="connsiteX842" fmla="*/ 1189914 w 1878763"/>
              <a:gd name="connsiteY842" fmla="*/ 364776 h 1720299"/>
              <a:gd name="connsiteX843" fmla="*/ 1162482 w 1878763"/>
              <a:gd name="connsiteY843" fmla="*/ 364776 h 1720299"/>
              <a:gd name="connsiteX844" fmla="*/ 1042307 w 1878763"/>
              <a:gd name="connsiteY844" fmla="*/ 337344 h 1720299"/>
              <a:gd name="connsiteX845" fmla="*/ 1069739 w 1878763"/>
              <a:gd name="connsiteY845" fmla="*/ 337344 h 1720299"/>
              <a:gd name="connsiteX846" fmla="*/ 1069739 w 1878763"/>
              <a:gd name="connsiteY846" fmla="*/ 364776 h 1720299"/>
              <a:gd name="connsiteX847" fmla="*/ 1042307 w 1878763"/>
              <a:gd name="connsiteY847" fmla="*/ 364776 h 1720299"/>
              <a:gd name="connsiteX848" fmla="*/ 926798 w 1878763"/>
              <a:gd name="connsiteY848" fmla="*/ 337344 h 1720299"/>
              <a:gd name="connsiteX849" fmla="*/ 954230 w 1878763"/>
              <a:gd name="connsiteY849" fmla="*/ 337344 h 1720299"/>
              <a:gd name="connsiteX850" fmla="*/ 954230 w 1878763"/>
              <a:gd name="connsiteY850" fmla="*/ 364776 h 1720299"/>
              <a:gd name="connsiteX851" fmla="*/ 926798 w 1878763"/>
              <a:gd name="connsiteY851" fmla="*/ 364776 h 1720299"/>
              <a:gd name="connsiteX852" fmla="*/ 812625 w 1878763"/>
              <a:gd name="connsiteY852" fmla="*/ 337344 h 1720299"/>
              <a:gd name="connsiteX853" fmla="*/ 840057 w 1878763"/>
              <a:gd name="connsiteY853" fmla="*/ 337344 h 1720299"/>
              <a:gd name="connsiteX854" fmla="*/ 840057 w 1878763"/>
              <a:gd name="connsiteY854" fmla="*/ 364776 h 1720299"/>
              <a:gd name="connsiteX855" fmla="*/ 812625 w 1878763"/>
              <a:gd name="connsiteY855" fmla="*/ 364776 h 1720299"/>
              <a:gd name="connsiteX856" fmla="*/ 692450 w 1878763"/>
              <a:gd name="connsiteY856" fmla="*/ 337344 h 1720299"/>
              <a:gd name="connsiteX857" fmla="*/ 719882 w 1878763"/>
              <a:gd name="connsiteY857" fmla="*/ 337344 h 1720299"/>
              <a:gd name="connsiteX858" fmla="*/ 719882 w 1878763"/>
              <a:gd name="connsiteY858" fmla="*/ 364776 h 1720299"/>
              <a:gd name="connsiteX859" fmla="*/ 692450 w 1878763"/>
              <a:gd name="connsiteY859" fmla="*/ 364776 h 1720299"/>
              <a:gd name="connsiteX860" fmla="*/ 576340 w 1878763"/>
              <a:gd name="connsiteY860" fmla="*/ 337344 h 1720299"/>
              <a:gd name="connsiteX861" fmla="*/ 603772 w 1878763"/>
              <a:gd name="connsiteY861" fmla="*/ 337344 h 1720299"/>
              <a:gd name="connsiteX862" fmla="*/ 603772 w 1878763"/>
              <a:gd name="connsiteY862" fmla="*/ 364776 h 1720299"/>
              <a:gd name="connsiteX863" fmla="*/ 576340 w 1878763"/>
              <a:gd name="connsiteY863" fmla="*/ 364776 h 1720299"/>
              <a:gd name="connsiteX864" fmla="*/ 456165 w 1878763"/>
              <a:gd name="connsiteY864" fmla="*/ 337344 h 1720299"/>
              <a:gd name="connsiteX865" fmla="*/ 483597 w 1878763"/>
              <a:gd name="connsiteY865" fmla="*/ 337344 h 1720299"/>
              <a:gd name="connsiteX866" fmla="*/ 483597 w 1878763"/>
              <a:gd name="connsiteY866" fmla="*/ 364776 h 1720299"/>
              <a:gd name="connsiteX867" fmla="*/ 456165 w 1878763"/>
              <a:gd name="connsiteY867" fmla="*/ 364776 h 1720299"/>
              <a:gd name="connsiteX868" fmla="*/ 340656 w 1878763"/>
              <a:gd name="connsiteY868" fmla="*/ 337344 h 1720299"/>
              <a:gd name="connsiteX869" fmla="*/ 368088 w 1878763"/>
              <a:gd name="connsiteY869" fmla="*/ 337344 h 1720299"/>
              <a:gd name="connsiteX870" fmla="*/ 368088 w 1878763"/>
              <a:gd name="connsiteY870" fmla="*/ 364776 h 1720299"/>
              <a:gd name="connsiteX871" fmla="*/ 340656 w 1878763"/>
              <a:gd name="connsiteY871" fmla="*/ 364776 h 1720299"/>
              <a:gd name="connsiteX872" fmla="*/ 226483 w 1878763"/>
              <a:gd name="connsiteY872" fmla="*/ 337344 h 1720299"/>
              <a:gd name="connsiteX873" fmla="*/ 253915 w 1878763"/>
              <a:gd name="connsiteY873" fmla="*/ 337344 h 1720299"/>
              <a:gd name="connsiteX874" fmla="*/ 253915 w 1878763"/>
              <a:gd name="connsiteY874" fmla="*/ 364776 h 1720299"/>
              <a:gd name="connsiteX875" fmla="*/ 226483 w 1878763"/>
              <a:gd name="connsiteY875" fmla="*/ 364776 h 1720299"/>
              <a:gd name="connsiteX876" fmla="*/ 114173 w 1878763"/>
              <a:gd name="connsiteY876" fmla="*/ 337344 h 1720299"/>
              <a:gd name="connsiteX877" fmla="*/ 141605 w 1878763"/>
              <a:gd name="connsiteY877" fmla="*/ 337344 h 1720299"/>
              <a:gd name="connsiteX878" fmla="*/ 141605 w 1878763"/>
              <a:gd name="connsiteY878" fmla="*/ 364776 h 1720299"/>
              <a:gd name="connsiteX879" fmla="*/ 114173 w 1878763"/>
              <a:gd name="connsiteY879" fmla="*/ 364776 h 1720299"/>
              <a:gd name="connsiteX880" fmla="*/ 0 w 1878763"/>
              <a:gd name="connsiteY880" fmla="*/ 337344 h 1720299"/>
              <a:gd name="connsiteX881" fmla="*/ 27432 w 1878763"/>
              <a:gd name="connsiteY881" fmla="*/ 337344 h 1720299"/>
              <a:gd name="connsiteX882" fmla="*/ 27432 w 1878763"/>
              <a:gd name="connsiteY882" fmla="*/ 364776 h 1720299"/>
              <a:gd name="connsiteX883" fmla="*/ 0 w 1878763"/>
              <a:gd name="connsiteY883" fmla="*/ 364776 h 1720299"/>
              <a:gd name="connsiteX884" fmla="*/ 1851331 w 1878763"/>
              <a:gd name="connsiteY884" fmla="*/ 223837 h 1720299"/>
              <a:gd name="connsiteX885" fmla="*/ 1878763 w 1878763"/>
              <a:gd name="connsiteY885" fmla="*/ 223837 h 1720299"/>
              <a:gd name="connsiteX886" fmla="*/ 1878763 w 1878763"/>
              <a:gd name="connsiteY886" fmla="*/ 251269 h 1720299"/>
              <a:gd name="connsiteX887" fmla="*/ 1851331 w 1878763"/>
              <a:gd name="connsiteY887" fmla="*/ 251269 h 1720299"/>
              <a:gd name="connsiteX888" fmla="*/ 1737031 w 1878763"/>
              <a:gd name="connsiteY888" fmla="*/ 223837 h 1720299"/>
              <a:gd name="connsiteX889" fmla="*/ 1764463 w 1878763"/>
              <a:gd name="connsiteY889" fmla="*/ 223837 h 1720299"/>
              <a:gd name="connsiteX890" fmla="*/ 1764463 w 1878763"/>
              <a:gd name="connsiteY890" fmla="*/ 251269 h 1720299"/>
              <a:gd name="connsiteX891" fmla="*/ 1737031 w 1878763"/>
              <a:gd name="connsiteY891" fmla="*/ 251269 h 1720299"/>
              <a:gd name="connsiteX892" fmla="*/ 1625112 w 1878763"/>
              <a:gd name="connsiteY892" fmla="*/ 223837 h 1720299"/>
              <a:gd name="connsiteX893" fmla="*/ 1652544 w 1878763"/>
              <a:gd name="connsiteY893" fmla="*/ 223837 h 1720299"/>
              <a:gd name="connsiteX894" fmla="*/ 1652544 w 1878763"/>
              <a:gd name="connsiteY894" fmla="*/ 251269 h 1720299"/>
              <a:gd name="connsiteX895" fmla="*/ 1625112 w 1878763"/>
              <a:gd name="connsiteY895" fmla="*/ 251269 h 1720299"/>
              <a:gd name="connsiteX896" fmla="*/ 1510812 w 1878763"/>
              <a:gd name="connsiteY896" fmla="*/ 223837 h 1720299"/>
              <a:gd name="connsiteX897" fmla="*/ 1538244 w 1878763"/>
              <a:gd name="connsiteY897" fmla="*/ 223837 h 1720299"/>
              <a:gd name="connsiteX898" fmla="*/ 1538244 w 1878763"/>
              <a:gd name="connsiteY898" fmla="*/ 251269 h 1720299"/>
              <a:gd name="connsiteX899" fmla="*/ 1510812 w 1878763"/>
              <a:gd name="connsiteY899" fmla="*/ 251269 h 1720299"/>
              <a:gd name="connsiteX900" fmla="*/ 1394702 w 1878763"/>
              <a:gd name="connsiteY900" fmla="*/ 223837 h 1720299"/>
              <a:gd name="connsiteX901" fmla="*/ 1422134 w 1878763"/>
              <a:gd name="connsiteY901" fmla="*/ 223837 h 1720299"/>
              <a:gd name="connsiteX902" fmla="*/ 1422134 w 1878763"/>
              <a:gd name="connsiteY902" fmla="*/ 251269 h 1720299"/>
              <a:gd name="connsiteX903" fmla="*/ 1394702 w 1878763"/>
              <a:gd name="connsiteY903" fmla="*/ 251269 h 1720299"/>
              <a:gd name="connsiteX904" fmla="*/ 1278592 w 1878763"/>
              <a:gd name="connsiteY904" fmla="*/ 223837 h 1720299"/>
              <a:gd name="connsiteX905" fmla="*/ 1306024 w 1878763"/>
              <a:gd name="connsiteY905" fmla="*/ 223837 h 1720299"/>
              <a:gd name="connsiteX906" fmla="*/ 1306024 w 1878763"/>
              <a:gd name="connsiteY906" fmla="*/ 251269 h 1720299"/>
              <a:gd name="connsiteX907" fmla="*/ 1278592 w 1878763"/>
              <a:gd name="connsiteY907" fmla="*/ 251269 h 1720299"/>
              <a:gd name="connsiteX908" fmla="*/ 1162482 w 1878763"/>
              <a:gd name="connsiteY908" fmla="*/ 223837 h 1720299"/>
              <a:gd name="connsiteX909" fmla="*/ 1189914 w 1878763"/>
              <a:gd name="connsiteY909" fmla="*/ 223837 h 1720299"/>
              <a:gd name="connsiteX910" fmla="*/ 1189914 w 1878763"/>
              <a:gd name="connsiteY910" fmla="*/ 251269 h 1720299"/>
              <a:gd name="connsiteX911" fmla="*/ 1162482 w 1878763"/>
              <a:gd name="connsiteY911" fmla="*/ 251269 h 1720299"/>
              <a:gd name="connsiteX912" fmla="*/ 1042307 w 1878763"/>
              <a:gd name="connsiteY912" fmla="*/ 223837 h 1720299"/>
              <a:gd name="connsiteX913" fmla="*/ 1069739 w 1878763"/>
              <a:gd name="connsiteY913" fmla="*/ 223837 h 1720299"/>
              <a:gd name="connsiteX914" fmla="*/ 1069739 w 1878763"/>
              <a:gd name="connsiteY914" fmla="*/ 251269 h 1720299"/>
              <a:gd name="connsiteX915" fmla="*/ 1042307 w 1878763"/>
              <a:gd name="connsiteY915" fmla="*/ 251269 h 1720299"/>
              <a:gd name="connsiteX916" fmla="*/ 926798 w 1878763"/>
              <a:gd name="connsiteY916" fmla="*/ 223837 h 1720299"/>
              <a:gd name="connsiteX917" fmla="*/ 954230 w 1878763"/>
              <a:gd name="connsiteY917" fmla="*/ 223837 h 1720299"/>
              <a:gd name="connsiteX918" fmla="*/ 954230 w 1878763"/>
              <a:gd name="connsiteY918" fmla="*/ 251269 h 1720299"/>
              <a:gd name="connsiteX919" fmla="*/ 926798 w 1878763"/>
              <a:gd name="connsiteY919" fmla="*/ 251269 h 1720299"/>
              <a:gd name="connsiteX920" fmla="*/ 812625 w 1878763"/>
              <a:gd name="connsiteY920" fmla="*/ 223837 h 1720299"/>
              <a:gd name="connsiteX921" fmla="*/ 840057 w 1878763"/>
              <a:gd name="connsiteY921" fmla="*/ 223837 h 1720299"/>
              <a:gd name="connsiteX922" fmla="*/ 840057 w 1878763"/>
              <a:gd name="connsiteY922" fmla="*/ 251269 h 1720299"/>
              <a:gd name="connsiteX923" fmla="*/ 812625 w 1878763"/>
              <a:gd name="connsiteY923" fmla="*/ 251269 h 1720299"/>
              <a:gd name="connsiteX924" fmla="*/ 692450 w 1878763"/>
              <a:gd name="connsiteY924" fmla="*/ 223837 h 1720299"/>
              <a:gd name="connsiteX925" fmla="*/ 719882 w 1878763"/>
              <a:gd name="connsiteY925" fmla="*/ 223837 h 1720299"/>
              <a:gd name="connsiteX926" fmla="*/ 719882 w 1878763"/>
              <a:gd name="connsiteY926" fmla="*/ 251269 h 1720299"/>
              <a:gd name="connsiteX927" fmla="*/ 692450 w 1878763"/>
              <a:gd name="connsiteY927" fmla="*/ 251269 h 1720299"/>
              <a:gd name="connsiteX928" fmla="*/ 576340 w 1878763"/>
              <a:gd name="connsiteY928" fmla="*/ 223837 h 1720299"/>
              <a:gd name="connsiteX929" fmla="*/ 603772 w 1878763"/>
              <a:gd name="connsiteY929" fmla="*/ 223837 h 1720299"/>
              <a:gd name="connsiteX930" fmla="*/ 603772 w 1878763"/>
              <a:gd name="connsiteY930" fmla="*/ 251269 h 1720299"/>
              <a:gd name="connsiteX931" fmla="*/ 576340 w 1878763"/>
              <a:gd name="connsiteY931" fmla="*/ 251269 h 1720299"/>
              <a:gd name="connsiteX932" fmla="*/ 456165 w 1878763"/>
              <a:gd name="connsiteY932" fmla="*/ 223837 h 1720299"/>
              <a:gd name="connsiteX933" fmla="*/ 483597 w 1878763"/>
              <a:gd name="connsiteY933" fmla="*/ 223837 h 1720299"/>
              <a:gd name="connsiteX934" fmla="*/ 483597 w 1878763"/>
              <a:gd name="connsiteY934" fmla="*/ 251269 h 1720299"/>
              <a:gd name="connsiteX935" fmla="*/ 456165 w 1878763"/>
              <a:gd name="connsiteY935" fmla="*/ 251269 h 1720299"/>
              <a:gd name="connsiteX936" fmla="*/ 340656 w 1878763"/>
              <a:gd name="connsiteY936" fmla="*/ 223837 h 1720299"/>
              <a:gd name="connsiteX937" fmla="*/ 368088 w 1878763"/>
              <a:gd name="connsiteY937" fmla="*/ 223837 h 1720299"/>
              <a:gd name="connsiteX938" fmla="*/ 368088 w 1878763"/>
              <a:gd name="connsiteY938" fmla="*/ 251269 h 1720299"/>
              <a:gd name="connsiteX939" fmla="*/ 340656 w 1878763"/>
              <a:gd name="connsiteY939" fmla="*/ 251269 h 1720299"/>
              <a:gd name="connsiteX940" fmla="*/ 226483 w 1878763"/>
              <a:gd name="connsiteY940" fmla="*/ 223837 h 1720299"/>
              <a:gd name="connsiteX941" fmla="*/ 253915 w 1878763"/>
              <a:gd name="connsiteY941" fmla="*/ 223837 h 1720299"/>
              <a:gd name="connsiteX942" fmla="*/ 253915 w 1878763"/>
              <a:gd name="connsiteY942" fmla="*/ 251269 h 1720299"/>
              <a:gd name="connsiteX943" fmla="*/ 226483 w 1878763"/>
              <a:gd name="connsiteY943" fmla="*/ 251269 h 1720299"/>
              <a:gd name="connsiteX944" fmla="*/ 114173 w 1878763"/>
              <a:gd name="connsiteY944" fmla="*/ 223837 h 1720299"/>
              <a:gd name="connsiteX945" fmla="*/ 141605 w 1878763"/>
              <a:gd name="connsiteY945" fmla="*/ 223837 h 1720299"/>
              <a:gd name="connsiteX946" fmla="*/ 141605 w 1878763"/>
              <a:gd name="connsiteY946" fmla="*/ 251269 h 1720299"/>
              <a:gd name="connsiteX947" fmla="*/ 114173 w 1878763"/>
              <a:gd name="connsiteY947" fmla="*/ 251269 h 1720299"/>
              <a:gd name="connsiteX948" fmla="*/ 0 w 1878763"/>
              <a:gd name="connsiteY948" fmla="*/ 223837 h 1720299"/>
              <a:gd name="connsiteX949" fmla="*/ 27432 w 1878763"/>
              <a:gd name="connsiteY949" fmla="*/ 223837 h 1720299"/>
              <a:gd name="connsiteX950" fmla="*/ 27432 w 1878763"/>
              <a:gd name="connsiteY950" fmla="*/ 251269 h 1720299"/>
              <a:gd name="connsiteX951" fmla="*/ 0 w 1878763"/>
              <a:gd name="connsiteY951" fmla="*/ 251269 h 1720299"/>
              <a:gd name="connsiteX952" fmla="*/ 1851331 w 1878763"/>
              <a:gd name="connsiteY952" fmla="*/ 113507 h 1720299"/>
              <a:gd name="connsiteX953" fmla="*/ 1878763 w 1878763"/>
              <a:gd name="connsiteY953" fmla="*/ 113507 h 1720299"/>
              <a:gd name="connsiteX954" fmla="*/ 1878763 w 1878763"/>
              <a:gd name="connsiteY954" fmla="*/ 140939 h 1720299"/>
              <a:gd name="connsiteX955" fmla="*/ 1851331 w 1878763"/>
              <a:gd name="connsiteY955" fmla="*/ 140939 h 1720299"/>
              <a:gd name="connsiteX956" fmla="*/ 1737031 w 1878763"/>
              <a:gd name="connsiteY956" fmla="*/ 113507 h 1720299"/>
              <a:gd name="connsiteX957" fmla="*/ 1764463 w 1878763"/>
              <a:gd name="connsiteY957" fmla="*/ 113507 h 1720299"/>
              <a:gd name="connsiteX958" fmla="*/ 1764463 w 1878763"/>
              <a:gd name="connsiteY958" fmla="*/ 140939 h 1720299"/>
              <a:gd name="connsiteX959" fmla="*/ 1737031 w 1878763"/>
              <a:gd name="connsiteY959" fmla="*/ 140939 h 1720299"/>
              <a:gd name="connsiteX960" fmla="*/ 1625112 w 1878763"/>
              <a:gd name="connsiteY960" fmla="*/ 113507 h 1720299"/>
              <a:gd name="connsiteX961" fmla="*/ 1652544 w 1878763"/>
              <a:gd name="connsiteY961" fmla="*/ 113507 h 1720299"/>
              <a:gd name="connsiteX962" fmla="*/ 1652544 w 1878763"/>
              <a:gd name="connsiteY962" fmla="*/ 140939 h 1720299"/>
              <a:gd name="connsiteX963" fmla="*/ 1625112 w 1878763"/>
              <a:gd name="connsiteY963" fmla="*/ 140939 h 1720299"/>
              <a:gd name="connsiteX964" fmla="*/ 1510812 w 1878763"/>
              <a:gd name="connsiteY964" fmla="*/ 113507 h 1720299"/>
              <a:gd name="connsiteX965" fmla="*/ 1538244 w 1878763"/>
              <a:gd name="connsiteY965" fmla="*/ 113507 h 1720299"/>
              <a:gd name="connsiteX966" fmla="*/ 1538244 w 1878763"/>
              <a:gd name="connsiteY966" fmla="*/ 140939 h 1720299"/>
              <a:gd name="connsiteX967" fmla="*/ 1510812 w 1878763"/>
              <a:gd name="connsiteY967" fmla="*/ 140939 h 1720299"/>
              <a:gd name="connsiteX968" fmla="*/ 1394702 w 1878763"/>
              <a:gd name="connsiteY968" fmla="*/ 113507 h 1720299"/>
              <a:gd name="connsiteX969" fmla="*/ 1422134 w 1878763"/>
              <a:gd name="connsiteY969" fmla="*/ 113507 h 1720299"/>
              <a:gd name="connsiteX970" fmla="*/ 1422134 w 1878763"/>
              <a:gd name="connsiteY970" fmla="*/ 140939 h 1720299"/>
              <a:gd name="connsiteX971" fmla="*/ 1394702 w 1878763"/>
              <a:gd name="connsiteY971" fmla="*/ 140939 h 1720299"/>
              <a:gd name="connsiteX972" fmla="*/ 1278592 w 1878763"/>
              <a:gd name="connsiteY972" fmla="*/ 113507 h 1720299"/>
              <a:gd name="connsiteX973" fmla="*/ 1306024 w 1878763"/>
              <a:gd name="connsiteY973" fmla="*/ 113507 h 1720299"/>
              <a:gd name="connsiteX974" fmla="*/ 1306024 w 1878763"/>
              <a:gd name="connsiteY974" fmla="*/ 140939 h 1720299"/>
              <a:gd name="connsiteX975" fmla="*/ 1278592 w 1878763"/>
              <a:gd name="connsiteY975" fmla="*/ 140939 h 1720299"/>
              <a:gd name="connsiteX976" fmla="*/ 1162482 w 1878763"/>
              <a:gd name="connsiteY976" fmla="*/ 113507 h 1720299"/>
              <a:gd name="connsiteX977" fmla="*/ 1189914 w 1878763"/>
              <a:gd name="connsiteY977" fmla="*/ 113507 h 1720299"/>
              <a:gd name="connsiteX978" fmla="*/ 1189914 w 1878763"/>
              <a:gd name="connsiteY978" fmla="*/ 140939 h 1720299"/>
              <a:gd name="connsiteX979" fmla="*/ 1162482 w 1878763"/>
              <a:gd name="connsiteY979" fmla="*/ 140939 h 1720299"/>
              <a:gd name="connsiteX980" fmla="*/ 1042307 w 1878763"/>
              <a:gd name="connsiteY980" fmla="*/ 113507 h 1720299"/>
              <a:gd name="connsiteX981" fmla="*/ 1069739 w 1878763"/>
              <a:gd name="connsiteY981" fmla="*/ 113507 h 1720299"/>
              <a:gd name="connsiteX982" fmla="*/ 1069739 w 1878763"/>
              <a:gd name="connsiteY982" fmla="*/ 140939 h 1720299"/>
              <a:gd name="connsiteX983" fmla="*/ 1042307 w 1878763"/>
              <a:gd name="connsiteY983" fmla="*/ 140939 h 1720299"/>
              <a:gd name="connsiteX984" fmla="*/ 926798 w 1878763"/>
              <a:gd name="connsiteY984" fmla="*/ 113507 h 1720299"/>
              <a:gd name="connsiteX985" fmla="*/ 954230 w 1878763"/>
              <a:gd name="connsiteY985" fmla="*/ 113507 h 1720299"/>
              <a:gd name="connsiteX986" fmla="*/ 954230 w 1878763"/>
              <a:gd name="connsiteY986" fmla="*/ 140939 h 1720299"/>
              <a:gd name="connsiteX987" fmla="*/ 926798 w 1878763"/>
              <a:gd name="connsiteY987" fmla="*/ 140939 h 1720299"/>
              <a:gd name="connsiteX988" fmla="*/ 812625 w 1878763"/>
              <a:gd name="connsiteY988" fmla="*/ 113507 h 1720299"/>
              <a:gd name="connsiteX989" fmla="*/ 840057 w 1878763"/>
              <a:gd name="connsiteY989" fmla="*/ 113507 h 1720299"/>
              <a:gd name="connsiteX990" fmla="*/ 840057 w 1878763"/>
              <a:gd name="connsiteY990" fmla="*/ 140939 h 1720299"/>
              <a:gd name="connsiteX991" fmla="*/ 812625 w 1878763"/>
              <a:gd name="connsiteY991" fmla="*/ 140939 h 1720299"/>
              <a:gd name="connsiteX992" fmla="*/ 692450 w 1878763"/>
              <a:gd name="connsiteY992" fmla="*/ 113507 h 1720299"/>
              <a:gd name="connsiteX993" fmla="*/ 719882 w 1878763"/>
              <a:gd name="connsiteY993" fmla="*/ 113507 h 1720299"/>
              <a:gd name="connsiteX994" fmla="*/ 719882 w 1878763"/>
              <a:gd name="connsiteY994" fmla="*/ 140939 h 1720299"/>
              <a:gd name="connsiteX995" fmla="*/ 692450 w 1878763"/>
              <a:gd name="connsiteY995" fmla="*/ 140939 h 1720299"/>
              <a:gd name="connsiteX996" fmla="*/ 576340 w 1878763"/>
              <a:gd name="connsiteY996" fmla="*/ 113507 h 1720299"/>
              <a:gd name="connsiteX997" fmla="*/ 603772 w 1878763"/>
              <a:gd name="connsiteY997" fmla="*/ 113507 h 1720299"/>
              <a:gd name="connsiteX998" fmla="*/ 603772 w 1878763"/>
              <a:gd name="connsiteY998" fmla="*/ 140939 h 1720299"/>
              <a:gd name="connsiteX999" fmla="*/ 576340 w 1878763"/>
              <a:gd name="connsiteY999" fmla="*/ 140939 h 1720299"/>
              <a:gd name="connsiteX1000" fmla="*/ 456165 w 1878763"/>
              <a:gd name="connsiteY1000" fmla="*/ 113507 h 1720299"/>
              <a:gd name="connsiteX1001" fmla="*/ 483597 w 1878763"/>
              <a:gd name="connsiteY1001" fmla="*/ 113507 h 1720299"/>
              <a:gd name="connsiteX1002" fmla="*/ 483597 w 1878763"/>
              <a:gd name="connsiteY1002" fmla="*/ 140939 h 1720299"/>
              <a:gd name="connsiteX1003" fmla="*/ 456165 w 1878763"/>
              <a:gd name="connsiteY1003" fmla="*/ 140939 h 1720299"/>
              <a:gd name="connsiteX1004" fmla="*/ 340656 w 1878763"/>
              <a:gd name="connsiteY1004" fmla="*/ 113507 h 1720299"/>
              <a:gd name="connsiteX1005" fmla="*/ 368088 w 1878763"/>
              <a:gd name="connsiteY1005" fmla="*/ 113507 h 1720299"/>
              <a:gd name="connsiteX1006" fmla="*/ 368088 w 1878763"/>
              <a:gd name="connsiteY1006" fmla="*/ 140939 h 1720299"/>
              <a:gd name="connsiteX1007" fmla="*/ 340656 w 1878763"/>
              <a:gd name="connsiteY1007" fmla="*/ 140939 h 1720299"/>
              <a:gd name="connsiteX1008" fmla="*/ 226483 w 1878763"/>
              <a:gd name="connsiteY1008" fmla="*/ 113507 h 1720299"/>
              <a:gd name="connsiteX1009" fmla="*/ 253915 w 1878763"/>
              <a:gd name="connsiteY1009" fmla="*/ 113507 h 1720299"/>
              <a:gd name="connsiteX1010" fmla="*/ 253915 w 1878763"/>
              <a:gd name="connsiteY1010" fmla="*/ 140939 h 1720299"/>
              <a:gd name="connsiteX1011" fmla="*/ 226483 w 1878763"/>
              <a:gd name="connsiteY1011" fmla="*/ 140939 h 1720299"/>
              <a:gd name="connsiteX1012" fmla="*/ 114173 w 1878763"/>
              <a:gd name="connsiteY1012" fmla="*/ 113507 h 1720299"/>
              <a:gd name="connsiteX1013" fmla="*/ 141605 w 1878763"/>
              <a:gd name="connsiteY1013" fmla="*/ 113507 h 1720299"/>
              <a:gd name="connsiteX1014" fmla="*/ 141605 w 1878763"/>
              <a:gd name="connsiteY1014" fmla="*/ 140939 h 1720299"/>
              <a:gd name="connsiteX1015" fmla="*/ 114173 w 1878763"/>
              <a:gd name="connsiteY1015" fmla="*/ 140939 h 1720299"/>
              <a:gd name="connsiteX1016" fmla="*/ 0 w 1878763"/>
              <a:gd name="connsiteY1016" fmla="*/ 113507 h 1720299"/>
              <a:gd name="connsiteX1017" fmla="*/ 27432 w 1878763"/>
              <a:gd name="connsiteY1017" fmla="*/ 113507 h 1720299"/>
              <a:gd name="connsiteX1018" fmla="*/ 27432 w 1878763"/>
              <a:gd name="connsiteY1018" fmla="*/ 140939 h 1720299"/>
              <a:gd name="connsiteX1019" fmla="*/ 0 w 1878763"/>
              <a:gd name="connsiteY1019" fmla="*/ 140939 h 1720299"/>
              <a:gd name="connsiteX1020" fmla="*/ 1851331 w 1878763"/>
              <a:gd name="connsiteY1020" fmla="*/ 0 h 1720299"/>
              <a:gd name="connsiteX1021" fmla="*/ 1878763 w 1878763"/>
              <a:gd name="connsiteY1021" fmla="*/ 0 h 1720299"/>
              <a:gd name="connsiteX1022" fmla="*/ 1878763 w 1878763"/>
              <a:gd name="connsiteY1022" fmla="*/ 27432 h 1720299"/>
              <a:gd name="connsiteX1023" fmla="*/ 1851331 w 1878763"/>
              <a:gd name="connsiteY1023" fmla="*/ 27432 h 1720299"/>
              <a:gd name="connsiteX1024" fmla="*/ 1737031 w 1878763"/>
              <a:gd name="connsiteY1024" fmla="*/ 0 h 1720299"/>
              <a:gd name="connsiteX1025" fmla="*/ 1764463 w 1878763"/>
              <a:gd name="connsiteY1025" fmla="*/ 0 h 1720299"/>
              <a:gd name="connsiteX1026" fmla="*/ 1764463 w 1878763"/>
              <a:gd name="connsiteY1026" fmla="*/ 27432 h 1720299"/>
              <a:gd name="connsiteX1027" fmla="*/ 1737031 w 1878763"/>
              <a:gd name="connsiteY1027" fmla="*/ 27432 h 1720299"/>
              <a:gd name="connsiteX1028" fmla="*/ 1625112 w 1878763"/>
              <a:gd name="connsiteY1028" fmla="*/ 0 h 1720299"/>
              <a:gd name="connsiteX1029" fmla="*/ 1652544 w 1878763"/>
              <a:gd name="connsiteY1029" fmla="*/ 0 h 1720299"/>
              <a:gd name="connsiteX1030" fmla="*/ 1652544 w 1878763"/>
              <a:gd name="connsiteY1030" fmla="*/ 27432 h 1720299"/>
              <a:gd name="connsiteX1031" fmla="*/ 1625112 w 1878763"/>
              <a:gd name="connsiteY1031" fmla="*/ 27432 h 1720299"/>
              <a:gd name="connsiteX1032" fmla="*/ 1510812 w 1878763"/>
              <a:gd name="connsiteY1032" fmla="*/ 0 h 1720299"/>
              <a:gd name="connsiteX1033" fmla="*/ 1538244 w 1878763"/>
              <a:gd name="connsiteY1033" fmla="*/ 0 h 1720299"/>
              <a:gd name="connsiteX1034" fmla="*/ 1538244 w 1878763"/>
              <a:gd name="connsiteY1034" fmla="*/ 27432 h 1720299"/>
              <a:gd name="connsiteX1035" fmla="*/ 1510812 w 1878763"/>
              <a:gd name="connsiteY1035" fmla="*/ 27432 h 1720299"/>
              <a:gd name="connsiteX1036" fmla="*/ 1394702 w 1878763"/>
              <a:gd name="connsiteY1036" fmla="*/ 0 h 1720299"/>
              <a:gd name="connsiteX1037" fmla="*/ 1422134 w 1878763"/>
              <a:gd name="connsiteY1037" fmla="*/ 0 h 1720299"/>
              <a:gd name="connsiteX1038" fmla="*/ 1422134 w 1878763"/>
              <a:gd name="connsiteY1038" fmla="*/ 27432 h 1720299"/>
              <a:gd name="connsiteX1039" fmla="*/ 1394702 w 1878763"/>
              <a:gd name="connsiteY1039" fmla="*/ 27432 h 1720299"/>
              <a:gd name="connsiteX1040" fmla="*/ 1278592 w 1878763"/>
              <a:gd name="connsiteY1040" fmla="*/ 0 h 1720299"/>
              <a:gd name="connsiteX1041" fmla="*/ 1306024 w 1878763"/>
              <a:gd name="connsiteY1041" fmla="*/ 0 h 1720299"/>
              <a:gd name="connsiteX1042" fmla="*/ 1306024 w 1878763"/>
              <a:gd name="connsiteY1042" fmla="*/ 27432 h 1720299"/>
              <a:gd name="connsiteX1043" fmla="*/ 1278592 w 1878763"/>
              <a:gd name="connsiteY1043" fmla="*/ 27432 h 1720299"/>
              <a:gd name="connsiteX1044" fmla="*/ 1162482 w 1878763"/>
              <a:gd name="connsiteY1044" fmla="*/ 0 h 1720299"/>
              <a:gd name="connsiteX1045" fmla="*/ 1189914 w 1878763"/>
              <a:gd name="connsiteY1045" fmla="*/ 0 h 1720299"/>
              <a:gd name="connsiteX1046" fmla="*/ 1189914 w 1878763"/>
              <a:gd name="connsiteY1046" fmla="*/ 27432 h 1720299"/>
              <a:gd name="connsiteX1047" fmla="*/ 1162482 w 1878763"/>
              <a:gd name="connsiteY1047" fmla="*/ 27432 h 1720299"/>
              <a:gd name="connsiteX1048" fmla="*/ 1042307 w 1878763"/>
              <a:gd name="connsiteY1048" fmla="*/ 0 h 1720299"/>
              <a:gd name="connsiteX1049" fmla="*/ 1069739 w 1878763"/>
              <a:gd name="connsiteY1049" fmla="*/ 0 h 1720299"/>
              <a:gd name="connsiteX1050" fmla="*/ 1069739 w 1878763"/>
              <a:gd name="connsiteY1050" fmla="*/ 27432 h 1720299"/>
              <a:gd name="connsiteX1051" fmla="*/ 1042307 w 1878763"/>
              <a:gd name="connsiteY1051" fmla="*/ 27432 h 1720299"/>
              <a:gd name="connsiteX1052" fmla="*/ 926798 w 1878763"/>
              <a:gd name="connsiteY1052" fmla="*/ 0 h 1720299"/>
              <a:gd name="connsiteX1053" fmla="*/ 954230 w 1878763"/>
              <a:gd name="connsiteY1053" fmla="*/ 0 h 1720299"/>
              <a:gd name="connsiteX1054" fmla="*/ 954230 w 1878763"/>
              <a:gd name="connsiteY1054" fmla="*/ 27432 h 1720299"/>
              <a:gd name="connsiteX1055" fmla="*/ 926798 w 1878763"/>
              <a:gd name="connsiteY1055" fmla="*/ 27432 h 1720299"/>
              <a:gd name="connsiteX1056" fmla="*/ 812625 w 1878763"/>
              <a:gd name="connsiteY1056" fmla="*/ 0 h 1720299"/>
              <a:gd name="connsiteX1057" fmla="*/ 840057 w 1878763"/>
              <a:gd name="connsiteY1057" fmla="*/ 0 h 1720299"/>
              <a:gd name="connsiteX1058" fmla="*/ 840057 w 1878763"/>
              <a:gd name="connsiteY1058" fmla="*/ 27432 h 1720299"/>
              <a:gd name="connsiteX1059" fmla="*/ 812625 w 1878763"/>
              <a:gd name="connsiteY1059" fmla="*/ 27432 h 1720299"/>
              <a:gd name="connsiteX1060" fmla="*/ 692450 w 1878763"/>
              <a:gd name="connsiteY1060" fmla="*/ 0 h 1720299"/>
              <a:gd name="connsiteX1061" fmla="*/ 719882 w 1878763"/>
              <a:gd name="connsiteY1061" fmla="*/ 0 h 1720299"/>
              <a:gd name="connsiteX1062" fmla="*/ 719882 w 1878763"/>
              <a:gd name="connsiteY1062" fmla="*/ 27432 h 1720299"/>
              <a:gd name="connsiteX1063" fmla="*/ 692450 w 1878763"/>
              <a:gd name="connsiteY1063" fmla="*/ 27432 h 1720299"/>
              <a:gd name="connsiteX1064" fmla="*/ 576340 w 1878763"/>
              <a:gd name="connsiteY1064" fmla="*/ 0 h 1720299"/>
              <a:gd name="connsiteX1065" fmla="*/ 603772 w 1878763"/>
              <a:gd name="connsiteY1065" fmla="*/ 0 h 1720299"/>
              <a:gd name="connsiteX1066" fmla="*/ 603772 w 1878763"/>
              <a:gd name="connsiteY1066" fmla="*/ 27432 h 1720299"/>
              <a:gd name="connsiteX1067" fmla="*/ 576340 w 1878763"/>
              <a:gd name="connsiteY1067" fmla="*/ 27432 h 1720299"/>
              <a:gd name="connsiteX1068" fmla="*/ 456165 w 1878763"/>
              <a:gd name="connsiteY1068" fmla="*/ 0 h 1720299"/>
              <a:gd name="connsiteX1069" fmla="*/ 483597 w 1878763"/>
              <a:gd name="connsiteY1069" fmla="*/ 0 h 1720299"/>
              <a:gd name="connsiteX1070" fmla="*/ 483597 w 1878763"/>
              <a:gd name="connsiteY1070" fmla="*/ 27432 h 1720299"/>
              <a:gd name="connsiteX1071" fmla="*/ 456165 w 1878763"/>
              <a:gd name="connsiteY1071" fmla="*/ 27432 h 1720299"/>
              <a:gd name="connsiteX1072" fmla="*/ 340656 w 1878763"/>
              <a:gd name="connsiteY1072" fmla="*/ 0 h 1720299"/>
              <a:gd name="connsiteX1073" fmla="*/ 368088 w 1878763"/>
              <a:gd name="connsiteY1073" fmla="*/ 0 h 1720299"/>
              <a:gd name="connsiteX1074" fmla="*/ 368088 w 1878763"/>
              <a:gd name="connsiteY1074" fmla="*/ 27432 h 1720299"/>
              <a:gd name="connsiteX1075" fmla="*/ 340656 w 1878763"/>
              <a:gd name="connsiteY1075" fmla="*/ 27432 h 1720299"/>
              <a:gd name="connsiteX1076" fmla="*/ 226483 w 1878763"/>
              <a:gd name="connsiteY1076" fmla="*/ 0 h 1720299"/>
              <a:gd name="connsiteX1077" fmla="*/ 253915 w 1878763"/>
              <a:gd name="connsiteY1077" fmla="*/ 0 h 1720299"/>
              <a:gd name="connsiteX1078" fmla="*/ 253915 w 1878763"/>
              <a:gd name="connsiteY1078" fmla="*/ 27432 h 1720299"/>
              <a:gd name="connsiteX1079" fmla="*/ 226483 w 1878763"/>
              <a:gd name="connsiteY1079" fmla="*/ 27432 h 1720299"/>
              <a:gd name="connsiteX1080" fmla="*/ 114173 w 1878763"/>
              <a:gd name="connsiteY1080" fmla="*/ 0 h 1720299"/>
              <a:gd name="connsiteX1081" fmla="*/ 141605 w 1878763"/>
              <a:gd name="connsiteY1081" fmla="*/ 0 h 1720299"/>
              <a:gd name="connsiteX1082" fmla="*/ 141605 w 1878763"/>
              <a:gd name="connsiteY1082" fmla="*/ 27432 h 1720299"/>
              <a:gd name="connsiteX1083" fmla="*/ 114173 w 1878763"/>
              <a:gd name="connsiteY1083" fmla="*/ 27432 h 1720299"/>
              <a:gd name="connsiteX1084" fmla="*/ 0 w 1878763"/>
              <a:gd name="connsiteY1084" fmla="*/ 0 h 1720299"/>
              <a:gd name="connsiteX1085" fmla="*/ 27432 w 1878763"/>
              <a:gd name="connsiteY1085" fmla="*/ 0 h 1720299"/>
              <a:gd name="connsiteX1086" fmla="*/ 27432 w 1878763"/>
              <a:gd name="connsiteY1086" fmla="*/ 27432 h 1720299"/>
              <a:gd name="connsiteX1087" fmla="*/ 0 w 1878763"/>
              <a:gd name="connsiteY1087" fmla="*/ 27432 h 1720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</a:cxnLst>
            <a:rect l="l" t="t" r="r" b="b"/>
            <a:pathLst>
              <a:path w="1878763" h="1720299">
                <a:moveTo>
                  <a:pt x="1851331" y="1692867"/>
                </a:moveTo>
                <a:lnTo>
                  <a:pt x="1878763" y="1692867"/>
                </a:lnTo>
                <a:lnTo>
                  <a:pt x="1878763" y="1720299"/>
                </a:lnTo>
                <a:lnTo>
                  <a:pt x="1851331" y="1720299"/>
                </a:lnTo>
                <a:close/>
                <a:moveTo>
                  <a:pt x="1737031" y="1692867"/>
                </a:moveTo>
                <a:lnTo>
                  <a:pt x="1764463" y="1692867"/>
                </a:lnTo>
                <a:lnTo>
                  <a:pt x="1764463" y="1720299"/>
                </a:lnTo>
                <a:lnTo>
                  <a:pt x="1737031" y="1720299"/>
                </a:lnTo>
                <a:close/>
                <a:moveTo>
                  <a:pt x="1625112" y="1692867"/>
                </a:moveTo>
                <a:lnTo>
                  <a:pt x="1652544" y="1692867"/>
                </a:lnTo>
                <a:lnTo>
                  <a:pt x="1652544" y="1720299"/>
                </a:lnTo>
                <a:lnTo>
                  <a:pt x="1625112" y="1720299"/>
                </a:lnTo>
                <a:close/>
                <a:moveTo>
                  <a:pt x="1510812" y="1692867"/>
                </a:moveTo>
                <a:lnTo>
                  <a:pt x="1538244" y="1692867"/>
                </a:lnTo>
                <a:lnTo>
                  <a:pt x="1538244" y="1720299"/>
                </a:lnTo>
                <a:lnTo>
                  <a:pt x="1510812" y="1720299"/>
                </a:lnTo>
                <a:close/>
                <a:moveTo>
                  <a:pt x="1394702" y="1692867"/>
                </a:moveTo>
                <a:lnTo>
                  <a:pt x="1422134" y="1692867"/>
                </a:lnTo>
                <a:lnTo>
                  <a:pt x="1422134" y="1720299"/>
                </a:lnTo>
                <a:lnTo>
                  <a:pt x="1394702" y="1720299"/>
                </a:lnTo>
                <a:close/>
                <a:moveTo>
                  <a:pt x="1278592" y="1692867"/>
                </a:moveTo>
                <a:lnTo>
                  <a:pt x="1306024" y="1692867"/>
                </a:lnTo>
                <a:lnTo>
                  <a:pt x="1306024" y="1720299"/>
                </a:lnTo>
                <a:lnTo>
                  <a:pt x="1278592" y="1720299"/>
                </a:lnTo>
                <a:close/>
                <a:moveTo>
                  <a:pt x="1162482" y="1692867"/>
                </a:moveTo>
                <a:lnTo>
                  <a:pt x="1189914" y="1692867"/>
                </a:lnTo>
                <a:lnTo>
                  <a:pt x="1189914" y="1720299"/>
                </a:lnTo>
                <a:lnTo>
                  <a:pt x="1162482" y="1720299"/>
                </a:lnTo>
                <a:close/>
                <a:moveTo>
                  <a:pt x="1042307" y="1692867"/>
                </a:moveTo>
                <a:lnTo>
                  <a:pt x="1069739" y="1692867"/>
                </a:lnTo>
                <a:lnTo>
                  <a:pt x="1069739" y="1720299"/>
                </a:lnTo>
                <a:lnTo>
                  <a:pt x="1042307" y="1720299"/>
                </a:lnTo>
                <a:close/>
                <a:moveTo>
                  <a:pt x="926798" y="1692867"/>
                </a:moveTo>
                <a:lnTo>
                  <a:pt x="954230" y="1692867"/>
                </a:lnTo>
                <a:lnTo>
                  <a:pt x="954230" y="1720299"/>
                </a:lnTo>
                <a:lnTo>
                  <a:pt x="926798" y="1720299"/>
                </a:lnTo>
                <a:close/>
                <a:moveTo>
                  <a:pt x="812625" y="1692867"/>
                </a:moveTo>
                <a:lnTo>
                  <a:pt x="840057" y="1692867"/>
                </a:lnTo>
                <a:lnTo>
                  <a:pt x="840057" y="1720299"/>
                </a:lnTo>
                <a:lnTo>
                  <a:pt x="812625" y="1720299"/>
                </a:lnTo>
                <a:close/>
                <a:moveTo>
                  <a:pt x="692450" y="1692867"/>
                </a:moveTo>
                <a:lnTo>
                  <a:pt x="719882" y="1692867"/>
                </a:lnTo>
                <a:lnTo>
                  <a:pt x="719882" y="1720299"/>
                </a:lnTo>
                <a:lnTo>
                  <a:pt x="692450" y="1720299"/>
                </a:lnTo>
                <a:close/>
                <a:moveTo>
                  <a:pt x="576340" y="1692867"/>
                </a:moveTo>
                <a:lnTo>
                  <a:pt x="603772" y="1692867"/>
                </a:lnTo>
                <a:lnTo>
                  <a:pt x="603772" y="1720299"/>
                </a:lnTo>
                <a:lnTo>
                  <a:pt x="576340" y="1720299"/>
                </a:lnTo>
                <a:close/>
                <a:moveTo>
                  <a:pt x="456165" y="1692867"/>
                </a:moveTo>
                <a:lnTo>
                  <a:pt x="483597" y="1692867"/>
                </a:lnTo>
                <a:lnTo>
                  <a:pt x="483597" y="1720299"/>
                </a:lnTo>
                <a:lnTo>
                  <a:pt x="456165" y="1720299"/>
                </a:lnTo>
                <a:close/>
                <a:moveTo>
                  <a:pt x="340656" y="1692867"/>
                </a:moveTo>
                <a:lnTo>
                  <a:pt x="368088" y="1692867"/>
                </a:lnTo>
                <a:lnTo>
                  <a:pt x="368088" y="1720299"/>
                </a:lnTo>
                <a:lnTo>
                  <a:pt x="340656" y="1720299"/>
                </a:lnTo>
                <a:close/>
                <a:moveTo>
                  <a:pt x="226483" y="1692867"/>
                </a:moveTo>
                <a:lnTo>
                  <a:pt x="253915" y="1692867"/>
                </a:lnTo>
                <a:lnTo>
                  <a:pt x="253915" y="1720299"/>
                </a:lnTo>
                <a:lnTo>
                  <a:pt x="226483" y="1720299"/>
                </a:lnTo>
                <a:close/>
                <a:moveTo>
                  <a:pt x="114173" y="1692867"/>
                </a:moveTo>
                <a:lnTo>
                  <a:pt x="141605" y="1692867"/>
                </a:lnTo>
                <a:lnTo>
                  <a:pt x="141605" y="1720299"/>
                </a:lnTo>
                <a:lnTo>
                  <a:pt x="114173" y="1720299"/>
                </a:lnTo>
                <a:close/>
                <a:moveTo>
                  <a:pt x="0" y="1692867"/>
                </a:moveTo>
                <a:lnTo>
                  <a:pt x="27432" y="1692867"/>
                </a:lnTo>
                <a:lnTo>
                  <a:pt x="27432" y="1720299"/>
                </a:lnTo>
                <a:lnTo>
                  <a:pt x="0" y="1720299"/>
                </a:lnTo>
                <a:close/>
                <a:moveTo>
                  <a:pt x="1851331" y="1579360"/>
                </a:moveTo>
                <a:lnTo>
                  <a:pt x="1878763" y="1579360"/>
                </a:lnTo>
                <a:lnTo>
                  <a:pt x="1878763" y="1606792"/>
                </a:lnTo>
                <a:lnTo>
                  <a:pt x="1851331" y="1606792"/>
                </a:lnTo>
                <a:close/>
                <a:moveTo>
                  <a:pt x="1737031" y="1579360"/>
                </a:moveTo>
                <a:lnTo>
                  <a:pt x="1764463" y="1579360"/>
                </a:lnTo>
                <a:lnTo>
                  <a:pt x="1764463" y="1606792"/>
                </a:lnTo>
                <a:lnTo>
                  <a:pt x="1737031" y="1606792"/>
                </a:lnTo>
                <a:close/>
                <a:moveTo>
                  <a:pt x="1625112" y="1579360"/>
                </a:moveTo>
                <a:lnTo>
                  <a:pt x="1652544" y="1579360"/>
                </a:lnTo>
                <a:lnTo>
                  <a:pt x="1652544" y="1606792"/>
                </a:lnTo>
                <a:lnTo>
                  <a:pt x="1625112" y="1606792"/>
                </a:lnTo>
                <a:close/>
                <a:moveTo>
                  <a:pt x="1510812" y="1579360"/>
                </a:moveTo>
                <a:lnTo>
                  <a:pt x="1538244" y="1579360"/>
                </a:lnTo>
                <a:lnTo>
                  <a:pt x="1538244" y="1606792"/>
                </a:lnTo>
                <a:lnTo>
                  <a:pt x="1510812" y="1606792"/>
                </a:lnTo>
                <a:close/>
                <a:moveTo>
                  <a:pt x="1394702" y="1579360"/>
                </a:moveTo>
                <a:lnTo>
                  <a:pt x="1422134" y="1579360"/>
                </a:lnTo>
                <a:lnTo>
                  <a:pt x="1422134" y="1606792"/>
                </a:lnTo>
                <a:lnTo>
                  <a:pt x="1394702" y="1606792"/>
                </a:lnTo>
                <a:close/>
                <a:moveTo>
                  <a:pt x="1278592" y="1579360"/>
                </a:moveTo>
                <a:lnTo>
                  <a:pt x="1306024" y="1579360"/>
                </a:lnTo>
                <a:lnTo>
                  <a:pt x="1306024" y="1606792"/>
                </a:lnTo>
                <a:lnTo>
                  <a:pt x="1278592" y="1606792"/>
                </a:lnTo>
                <a:close/>
                <a:moveTo>
                  <a:pt x="1162482" y="1579360"/>
                </a:moveTo>
                <a:lnTo>
                  <a:pt x="1189914" y="1579360"/>
                </a:lnTo>
                <a:lnTo>
                  <a:pt x="1189914" y="1606792"/>
                </a:lnTo>
                <a:lnTo>
                  <a:pt x="1162482" y="1606792"/>
                </a:lnTo>
                <a:close/>
                <a:moveTo>
                  <a:pt x="1042307" y="1579360"/>
                </a:moveTo>
                <a:lnTo>
                  <a:pt x="1069739" y="1579360"/>
                </a:lnTo>
                <a:lnTo>
                  <a:pt x="1069739" y="1606792"/>
                </a:lnTo>
                <a:lnTo>
                  <a:pt x="1042307" y="1606792"/>
                </a:lnTo>
                <a:close/>
                <a:moveTo>
                  <a:pt x="926798" y="1579360"/>
                </a:moveTo>
                <a:lnTo>
                  <a:pt x="954230" y="1579360"/>
                </a:lnTo>
                <a:lnTo>
                  <a:pt x="954230" y="1606792"/>
                </a:lnTo>
                <a:lnTo>
                  <a:pt x="926798" y="1606792"/>
                </a:lnTo>
                <a:close/>
                <a:moveTo>
                  <a:pt x="812625" y="1579360"/>
                </a:moveTo>
                <a:lnTo>
                  <a:pt x="840057" y="1579360"/>
                </a:lnTo>
                <a:lnTo>
                  <a:pt x="840057" y="1606792"/>
                </a:lnTo>
                <a:lnTo>
                  <a:pt x="812625" y="1606792"/>
                </a:lnTo>
                <a:close/>
                <a:moveTo>
                  <a:pt x="692450" y="1579360"/>
                </a:moveTo>
                <a:lnTo>
                  <a:pt x="719882" y="1579360"/>
                </a:lnTo>
                <a:lnTo>
                  <a:pt x="719882" y="1606792"/>
                </a:lnTo>
                <a:lnTo>
                  <a:pt x="692450" y="1606792"/>
                </a:lnTo>
                <a:close/>
                <a:moveTo>
                  <a:pt x="576340" y="1579360"/>
                </a:moveTo>
                <a:lnTo>
                  <a:pt x="603772" y="1579360"/>
                </a:lnTo>
                <a:lnTo>
                  <a:pt x="603772" y="1606792"/>
                </a:lnTo>
                <a:lnTo>
                  <a:pt x="576340" y="1606792"/>
                </a:lnTo>
                <a:close/>
                <a:moveTo>
                  <a:pt x="456165" y="1579360"/>
                </a:moveTo>
                <a:lnTo>
                  <a:pt x="483597" y="1579360"/>
                </a:lnTo>
                <a:lnTo>
                  <a:pt x="483597" y="1606792"/>
                </a:lnTo>
                <a:lnTo>
                  <a:pt x="456165" y="1606792"/>
                </a:lnTo>
                <a:close/>
                <a:moveTo>
                  <a:pt x="340656" y="1579360"/>
                </a:moveTo>
                <a:lnTo>
                  <a:pt x="368088" y="1579360"/>
                </a:lnTo>
                <a:lnTo>
                  <a:pt x="368088" y="1606792"/>
                </a:lnTo>
                <a:lnTo>
                  <a:pt x="340656" y="1606792"/>
                </a:lnTo>
                <a:close/>
                <a:moveTo>
                  <a:pt x="226483" y="1579360"/>
                </a:moveTo>
                <a:lnTo>
                  <a:pt x="253915" y="1579360"/>
                </a:lnTo>
                <a:lnTo>
                  <a:pt x="253915" y="1606792"/>
                </a:lnTo>
                <a:lnTo>
                  <a:pt x="226483" y="1606792"/>
                </a:lnTo>
                <a:close/>
                <a:moveTo>
                  <a:pt x="114173" y="1579360"/>
                </a:moveTo>
                <a:lnTo>
                  <a:pt x="141605" y="1579360"/>
                </a:lnTo>
                <a:lnTo>
                  <a:pt x="141605" y="1606792"/>
                </a:lnTo>
                <a:lnTo>
                  <a:pt x="114173" y="1606792"/>
                </a:lnTo>
                <a:close/>
                <a:moveTo>
                  <a:pt x="0" y="1579360"/>
                </a:moveTo>
                <a:lnTo>
                  <a:pt x="27432" y="1579360"/>
                </a:lnTo>
                <a:lnTo>
                  <a:pt x="27432" y="1606792"/>
                </a:lnTo>
                <a:lnTo>
                  <a:pt x="0" y="1606792"/>
                </a:lnTo>
                <a:close/>
                <a:moveTo>
                  <a:pt x="1851331" y="1469030"/>
                </a:moveTo>
                <a:lnTo>
                  <a:pt x="1878763" y="1469030"/>
                </a:lnTo>
                <a:lnTo>
                  <a:pt x="1878763" y="1496462"/>
                </a:lnTo>
                <a:lnTo>
                  <a:pt x="1851331" y="1496462"/>
                </a:lnTo>
                <a:close/>
                <a:moveTo>
                  <a:pt x="1737031" y="1469030"/>
                </a:moveTo>
                <a:lnTo>
                  <a:pt x="1764463" y="1469030"/>
                </a:lnTo>
                <a:lnTo>
                  <a:pt x="1764463" y="1496462"/>
                </a:lnTo>
                <a:lnTo>
                  <a:pt x="1737031" y="1496462"/>
                </a:lnTo>
                <a:close/>
                <a:moveTo>
                  <a:pt x="1625112" y="1469030"/>
                </a:moveTo>
                <a:lnTo>
                  <a:pt x="1652544" y="1469030"/>
                </a:lnTo>
                <a:lnTo>
                  <a:pt x="1652544" y="1496462"/>
                </a:lnTo>
                <a:lnTo>
                  <a:pt x="1625112" y="1496462"/>
                </a:lnTo>
                <a:close/>
                <a:moveTo>
                  <a:pt x="1510812" y="1469030"/>
                </a:moveTo>
                <a:lnTo>
                  <a:pt x="1538244" y="1469030"/>
                </a:lnTo>
                <a:lnTo>
                  <a:pt x="1538244" y="1496462"/>
                </a:lnTo>
                <a:lnTo>
                  <a:pt x="1510812" y="1496462"/>
                </a:lnTo>
                <a:close/>
                <a:moveTo>
                  <a:pt x="1394702" y="1469030"/>
                </a:moveTo>
                <a:lnTo>
                  <a:pt x="1422134" y="1469030"/>
                </a:lnTo>
                <a:lnTo>
                  <a:pt x="1422134" y="1496462"/>
                </a:lnTo>
                <a:lnTo>
                  <a:pt x="1394702" y="1496462"/>
                </a:lnTo>
                <a:close/>
                <a:moveTo>
                  <a:pt x="1278592" y="1469030"/>
                </a:moveTo>
                <a:lnTo>
                  <a:pt x="1306024" y="1469030"/>
                </a:lnTo>
                <a:lnTo>
                  <a:pt x="1306024" y="1496462"/>
                </a:lnTo>
                <a:lnTo>
                  <a:pt x="1278592" y="1496462"/>
                </a:lnTo>
                <a:close/>
                <a:moveTo>
                  <a:pt x="1162482" y="1469030"/>
                </a:moveTo>
                <a:lnTo>
                  <a:pt x="1189914" y="1469030"/>
                </a:lnTo>
                <a:lnTo>
                  <a:pt x="1189914" y="1496462"/>
                </a:lnTo>
                <a:lnTo>
                  <a:pt x="1162482" y="1496462"/>
                </a:lnTo>
                <a:close/>
                <a:moveTo>
                  <a:pt x="1042307" y="1469030"/>
                </a:moveTo>
                <a:lnTo>
                  <a:pt x="1069739" y="1469030"/>
                </a:lnTo>
                <a:lnTo>
                  <a:pt x="1069739" y="1496462"/>
                </a:lnTo>
                <a:lnTo>
                  <a:pt x="1042307" y="1496462"/>
                </a:lnTo>
                <a:close/>
                <a:moveTo>
                  <a:pt x="926798" y="1469030"/>
                </a:moveTo>
                <a:lnTo>
                  <a:pt x="954230" y="1469030"/>
                </a:lnTo>
                <a:lnTo>
                  <a:pt x="954230" y="1496462"/>
                </a:lnTo>
                <a:lnTo>
                  <a:pt x="926798" y="1496462"/>
                </a:lnTo>
                <a:close/>
                <a:moveTo>
                  <a:pt x="812625" y="1469030"/>
                </a:moveTo>
                <a:lnTo>
                  <a:pt x="840057" y="1469030"/>
                </a:lnTo>
                <a:lnTo>
                  <a:pt x="840057" y="1496462"/>
                </a:lnTo>
                <a:lnTo>
                  <a:pt x="812625" y="1496462"/>
                </a:lnTo>
                <a:close/>
                <a:moveTo>
                  <a:pt x="692450" y="1469030"/>
                </a:moveTo>
                <a:lnTo>
                  <a:pt x="719882" y="1469030"/>
                </a:lnTo>
                <a:lnTo>
                  <a:pt x="719882" y="1496462"/>
                </a:lnTo>
                <a:lnTo>
                  <a:pt x="692450" y="1496462"/>
                </a:lnTo>
                <a:close/>
                <a:moveTo>
                  <a:pt x="576340" y="1469030"/>
                </a:moveTo>
                <a:lnTo>
                  <a:pt x="603772" y="1469030"/>
                </a:lnTo>
                <a:lnTo>
                  <a:pt x="603772" y="1496462"/>
                </a:lnTo>
                <a:lnTo>
                  <a:pt x="576340" y="1496462"/>
                </a:lnTo>
                <a:close/>
                <a:moveTo>
                  <a:pt x="456165" y="1469030"/>
                </a:moveTo>
                <a:lnTo>
                  <a:pt x="483597" y="1469030"/>
                </a:lnTo>
                <a:lnTo>
                  <a:pt x="483597" y="1496462"/>
                </a:lnTo>
                <a:lnTo>
                  <a:pt x="456165" y="1496462"/>
                </a:lnTo>
                <a:close/>
                <a:moveTo>
                  <a:pt x="340656" y="1469030"/>
                </a:moveTo>
                <a:lnTo>
                  <a:pt x="368088" y="1469030"/>
                </a:lnTo>
                <a:lnTo>
                  <a:pt x="368088" y="1496462"/>
                </a:lnTo>
                <a:lnTo>
                  <a:pt x="340656" y="1496462"/>
                </a:lnTo>
                <a:close/>
                <a:moveTo>
                  <a:pt x="226483" y="1469030"/>
                </a:moveTo>
                <a:lnTo>
                  <a:pt x="253915" y="1469030"/>
                </a:lnTo>
                <a:lnTo>
                  <a:pt x="253915" y="1496462"/>
                </a:lnTo>
                <a:lnTo>
                  <a:pt x="226483" y="1496462"/>
                </a:lnTo>
                <a:close/>
                <a:moveTo>
                  <a:pt x="114173" y="1469030"/>
                </a:moveTo>
                <a:lnTo>
                  <a:pt x="141605" y="1469030"/>
                </a:lnTo>
                <a:lnTo>
                  <a:pt x="141605" y="1496462"/>
                </a:lnTo>
                <a:lnTo>
                  <a:pt x="114173" y="1496462"/>
                </a:lnTo>
                <a:close/>
                <a:moveTo>
                  <a:pt x="0" y="1469030"/>
                </a:moveTo>
                <a:lnTo>
                  <a:pt x="27432" y="1469030"/>
                </a:lnTo>
                <a:lnTo>
                  <a:pt x="27432" y="1496462"/>
                </a:lnTo>
                <a:lnTo>
                  <a:pt x="0" y="1496462"/>
                </a:lnTo>
                <a:close/>
                <a:moveTo>
                  <a:pt x="1851331" y="1355523"/>
                </a:moveTo>
                <a:lnTo>
                  <a:pt x="1878763" y="1355523"/>
                </a:lnTo>
                <a:lnTo>
                  <a:pt x="1878763" y="1382955"/>
                </a:lnTo>
                <a:lnTo>
                  <a:pt x="1851331" y="1382955"/>
                </a:lnTo>
                <a:close/>
                <a:moveTo>
                  <a:pt x="1737031" y="1355523"/>
                </a:moveTo>
                <a:lnTo>
                  <a:pt x="1764463" y="1355523"/>
                </a:lnTo>
                <a:lnTo>
                  <a:pt x="1764463" y="1382955"/>
                </a:lnTo>
                <a:lnTo>
                  <a:pt x="1737031" y="1382955"/>
                </a:lnTo>
                <a:close/>
                <a:moveTo>
                  <a:pt x="1625112" y="1355523"/>
                </a:moveTo>
                <a:lnTo>
                  <a:pt x="1652544" y="1355523"/>
                </a:lnTo>
                <a:lnTo>
                  <a:pt x="1652544" y="1382955"/>
                </a:lnTo>
                <a:lnTo>
                  <a:pt x="1625112" y="1382955"/>
                </a:lnTo>
                <a:close/>
                <a:moveTo>
                  <a:pt x="1510812" y="1355523"/>
                </a:moveTo>
                <a:lnTo>
                  <a:pt x="1538244" y="1355523"/>
                </a:lnTo>
                <a:lnTo>
                  <a:pt x="1538244" y="1382955"/>
                </a:lnTo>
                <a:lnTo>
                  <a:pt x="1510812" y="1382955"/>
                </a:lnTo>
                <a:close/>
                <a:moveTo>
                  <a:pt x="1394702" y="1355523"/>
                </a:moveTo>
                <a:lnTo>
                  <a:pt x="1422134" y="1355523"/>
                </a:lnTo>
                <a:lnTo>
                  <a:pt x="1422134" y="1382955"/>
                </a:lnTo>
                <a:lnTo>
                  <a:pt x="1394702" y="1382955"/>
                </a:lnTo>
                <a:close/>
                <a:moveTo>
                  <a:pt x="1278592" y="1355523"/>
                </a:moveTo>
                <a:lnTo>
                  <a:pt x="1306024" y="1355523"/>
                </a:lnTo>
                <a:lnTo>
                  <a:pt x="1306024" y="1382955"/>
                </a:lnTo>
                <a:lnTo>
                  <a:pt x="1278592" y="1382955"/>
                </a:lnTo>
                <a:close/>
                <a:moveTo>
                  <a:pt x="1162482" y="1355523"/>
                </a:moveTo>
                <a:lnTo>
                  <a:pt x="1189914" y="1355523"/>
                </a:lnTo>
                <a:lnTo>
                  <a:pt x="1189914" y="1382955"/>
                </a:lnTo>
                <a:lnTo>
                  <a:pt x="1162482" y="1382955"/>
                </a:lnTo>
                <a:close/>
                <a:moveTo>
                  <a:pt x="1042307" y="1355523"/>
                </a:moveTo>
                <a:lnTo>
                  <a:pt x="1069739" y="1355523"/>
                </a:lnTo>
                <a:lnTo>
                  <a:pt x="1069739" y="1382955"/>
                </a:lnTo>
                <a:lnTo>
                  <a:pt x="1042307" y="1382955"/>
                </a:lnTo>
                <a:close/>
                <a:moveTo>
                  <a:pt x="926798" y="1355523"/>
                </a:moveTo>
                <a:lnTo>
                  <a:pt x="954230" y="1355523"/>
                </a:lnTo>
                <a:lnTo>
                  <a:pt x="954230" y="1382955"/>
                </a:lnTo>
                <a:lnTo>
                  <a:pt x="926798" y="1382955"/>
                </a:lnTo>
                <a:close/>
                <a:moveTo>
                  <a:pt x="812625" y="1355523"/>
                </a:moveTo>
                <a:lnTo>
                  <a:pt x="840057" y="1355523"/>
                </a:lnTo>
                <a:lnTo>
                  <a:pt x="840057" y="1382955"/>
                </a:lnTo>
                <a:lnTo>
                  <a:pt x="812625" y="1382955"/>
                </a:lnTo>
                <a:close/>
                <a:moveTo>
                  <a:pt x="692450" y="1355523"/>
                </a:moveTo>
                <a:lnTo>
                  <a:pt x="719882" y="1355523"/>
                </a:lnTo>
                <a:lnTo>
                  <a:pt x="719882" y="1382955"/>
                </a:lnTo>
                <a:lnTo>
                  <a:pt x="692450" y="1382955"/>
                </a:lnTo>
                <a:close/>
                <a:moveTo>
                  <a:pt x="576340" y="1355523"/>
                </a:moveTo>
                <a:lnTo>
                  <a:pt x="603772" y="1355523"/>
                </a:lnTo>
                <a:lnTo>
                  <a:pt x="603772" y="1382955"/>
                </a:lnTo>
                <a:lnTo>
                  <a:pt x="576340" y="1382955"/>
                </a:lnTo>
                <a:close/>
                <a:moveTo>
                  <a:pt x="456165" y="1355523"/>
                </a:moveTo>
                <a:lnTo>
                  <a:pt x="483597" y="1355523"/>
                </a:lnTo>
                <a:lnTo>
                  <a:pt x="483597" y="1382955"/>
                </a:lnTo>
                <a:lnTo>
                  <a:pt x="456165" y="1382955"/>
                </a:lnTo>
                <a:close/>
                <a:moveTo>
                  <a:pt x="340656" y="1355523"/>
                </a:moveTo>
                <a:lnTo>
                  <a:pt x="368088" y="1355523"/>
                </a:lnTo>
                <a:lnTo>
                  <a:pt x="368088" y="1382955"/>
                </a:lnTo>
                <a:lnTo>
                  <a:pt x="340656" y="1382955"/>
                </a:lnTo>
                <a:close/>
                <a:moveTo>
                  <a:pt x="226483" y="1355523"/>
                </a:moveTo>
                <a:lnTo>
                  <a:pt x="253915" y="1355523"/>
                </a:lnTo>
                <a:lnTo>
                  <a:pt x="253915" y="1382955"/>
                </a:lnTo>
                <a:lnTo>
                  <a:pt x="226483" y="1382955"/>
                </a:lnTo>
                <a:close/>
                <a:moveTo>
                  <a:pt x="114173" y="1355523"/>
                </a:moveTo>
                <a:lnTo>
                  <a:pt x="141605" y="1355523"/>
                </a:lnTo>
                <a:lnTo>
                  <a:pt x="141605" y="1382955"/>
                </a:lnTo>
                <a:lnTo>
                  <a:pt x="114173" y="1382955"/>
                </a:lnTo>
                <a:close/>
                <a:moveTo>
                  <a:pt x="0" y="1355523"/>
                </a:moveTo>
                <a:lnTo>
                  <a:pt x="27432" y="1355523"/>
                </a:lnTo>
                <a:lnTo>
                  <a:pt x="27432" y="1382955"/>
                </a:lnTo>
                <a:lnTo>
                  <a:pt x="0" y="1382955"/>
                </a:lnTo>
                <a:close/>
                <a:moveTo>
                  <a:pt x="1851331" y="1242220"/>
                </a:moveTo>
                <a:lnTo>
                  <a:pt x="1878763" y="1242220"/>
                </a:lnTo>
                <a:lnTo>
                  <a:pt x="1878763" y="1269652"/>
                </a:lnTo>
                <a:lnTo>
                  <a:pt x="1851331" y="1269652"/>
                </a:lnTo>
                <a:close/>
                <a:moveTo>
                  <a:pt x="1737031" y="1242220"/>
                </a:moveTo>
                <a:lnTo>
                  <a:pt x="1764463" y="1242220"/>
                </a:lnTo>
                <a:lnTo>
                  <a:pt x="1764463" y="1269652"/>
                </a:lnTo>
                <a:lnTo>
                  <a:pt x="1737031" y="1269652"/>
                </a:lnTo>
                <a:close/>
                <a:moveTo>
                  <a:pt x="1625112" y="1242220"/>
                </a:moveTo>
                <a:lnTo>
                  <a:pt x="1652544" y="1242220"/>
                </a:lnTo>
                <a:lnTo>
                  <a:pt x="1652544" y="1269652"/>
                </a:lnTo>
                <a:lnTo>
                  <a:pt x="1625112" y="1269652"/>
                </a:lnTo>
                <a:close/>
                <a:moveTo>
                  <a:pt x="1510812" y="1242220"/>
                </a:moveTo>
                <a:lnTo>
                  <a:pt x="1538244" y="1242220"/>
                </a:lnTo>
                <a:lnTo>
                  <a:pt x="1538244" y="1269652"/>
                </a:lnTo>
                <a:lnTo>
                  <a:pt x="1510812" y="1269652"/>
                </a:lnTo>
                <a:close/>
                <a:moveTo>
                  <a:pt x="1394702" y="1242220"/>
                </a:moveTo>
                <a:lnTo>
                  <a:pt x="1422134" y="1242220"/>
                </a:lnTo>
                <a:lnTo>
                  <a:pt x="1422134" y="1269652"/>
                </a:lnTo>
                <a:lnTo>
                  <a:pt x="1394702" y="1269652"/>
                </a:lnTo>
                <a:close/>
                <a:moveTo>
                  <a:pt x="1278592" y="1242220"/>
                </a:moveTo>
                <a:lnTo>
                  <a:pt x="1306024" y="1242220"/>
                </a:lnTo>
                <a:lnTo>
                  <a:pt x="1306024" y="1269652"/>
                </a:lnTo>
                <a:lnTo>
                  <a:pt x="1278592" y="1269652"/>
                </a:lnTo>
                <a:close/>
                <a:moveTo>
                  <a:pt x="1162482" y="1242220"/>
                </a:moveTo>
                <a:lnTo>
                  <a:pt x="1189914" y="1242220"/>
                </a:lnTo>
                <a:lnTo>
                  <a:pt x="1189914" y="1269652"/>
                </a:lnTo>
                <a:lnTo>
                  <a:pt x="1162482" y="1269652"/>
                </a:lnTo>
                <a:close/>
                <a:moveTo>
                  <a:pt x="1042307" y="1242220"/>
                </a:moveTo>
                <a:lnTo>
                  <a:pt x="1069739" y="1242220"/>
                </a:lnTo>
                <a:lnTo>
                  <a:pt x="1069739" y="1269652"/>
                </a:lnTo>
                <a:lnTo>
                  <a:pt x="1042307" y="1269652"/>
                </a:lnTo>
                <a:close/>
                <a:moveTo>
                  <a:pt x="926798" y="1242220"/>
                </a:moveTo>
                <a:lnTo>
                  <a:pt x="954230" y="1242220"/>
                </a:lnTo>
                <a:lnTo>
                  <a:pt x="954230" y="1269652"/>
                </a:lnTo>
                <a:lnTo>
                  <a:pt x="926798" y="1269652"/>
                </a:lnTo>
                <a:close/>
                <a:moveTo>
                  <a:pt x="812625" y="1242220"/>
                </a:moveTo>
                <a:lnTo>
                  <a:pt x="840057" y="1242220"/>
                </a:lnTo>
                <a:lnTo>
                  <a:pt x="840057" y="1269652"/>
                </a:lnTo>
                <a:lnTo>
                  <a:pt x="812625" y="1269652"/>
                </a:lnTo>
                <a:close/>
                <a:moveTo>
                  <a:pt x="692450" y="1242220"/>
                </a:moveTo>
                <a:lnTo>
                  <a:pt x="719882" y="1242220"/>
                </a:lnTo>
                <a:lnTo>
                  <a:pt x="719882" y="1269652"/>
                </a:lnTo>
                <a:lnTo>
                  <a:pt x="692450" y="1269652"/>
                </a:lnTo>
                <a:close/>
                <a:moveTo>
                  <a:pt x="576340" y="1242220"/>
                </a:moveTo>
                <a:lnTo>
                  <a:pt x="603772" y="1242220"/>
                </a:lnTo>
                <a:lnTo>
                  <a:pt x="603772" y="1269652"/>
                </a:lnTo>
                <a:lnTo>
                  <a:pt x="576340" y="1269652"/>
                </a:lnTo>
                <a:close/>
                <a:moveTo>
                  <a:pt x="456165" y="1242220"/>
                </a:moveTo>
                <a:lnTo>
                  <a:pt x="483597" y="1242220"/>
                </a:lnTo>
                <a:lnTo>
                  <a:pt x="483597" y="1269652"/>
                </a:lnTo>
                <a:lnTo>
                  <a:pt x="456165" y="1269652"/>
                </a:lnTo>
                <a:close/>
                <a:moveTo>
                  <a:pt x="340656" y="1242220"/>
                </a:moveTo>
                <a:lnTo>
                  <a:pt x="368088" y="1242220"/>
                </a:lnTo>
                <a:lnTo>
                  <a:pt x="368088" y="1269652"/>
                </a:lnTo>
                <a:lnTo>
                  <a:pt x="340656" y="1269652"/>
                </a:lnTo>
                <a:close/>
                <a:moveTo>
                  <a:pt x="226483" y="1242220"/>
                </a:moveTo>
                <a:lnTo>
                  <a:pt x="253915" y="1242220"/>
                </a:lnTo>
                <a:lnTo>
                  <a:pt x="253915" y="1269652"/>
                </a:lnTo>
                <a:lnTo>
                  <a:pt x="226483" y="1269652"/>
                </a:lnTo>
                <a:close/>
                <a:moveTo>
                  <a:pt x="114173" y="1242220"/>
                </a:moveTo>
                <a:lnTo>
                  <a:pt x="141605" y="1242220"/>
                </a:lnTo>
                <a:lnTo>
                  <a:pt x="141605" y="1269652"/>
                </a:lnTo>
                <a:lnTo>
                  <a:pt x="114173" y="1269652"/>
                </a:lnTo>
                <a:close/>
                <a:moveTo>
                  <a:pt x="0" y="1242220"/>
                </a:moveTo>
                <a:lnTo>
                  <a:pt x="27432" y="1242220"/>
                </a:lnTo>
                <a:lnTo>
                  <a:pt x="27432" y="1269652"/>
                </a:lnTo>
                <a:lnTo>
                  <a:pt x="0" y="1269652"/>
                </a:lnTo>
                <a:close/>
                <a:moveTo>
                  <a:pt x="1851331" y="1128713"/>
                </a:moveTo>
                <a:lnTo>
                  <a:pt x="1878763" y="1128713"/>
                </a:lnTo>
                <a:lnTo>
                  <a:pt x="1878763" y="1156145"/>
                </a:lnTo>
                <a:lnTo>
                  <a:pt x="1851331" y="1156145"/>
                </a:lnTo>
                <a:close/>
                <a:moveTo>
                  <a:pt x="1737031" y="1128713"/>
                </a:moveTo>
                <a:lnTo>
                  <a:pt x="1764463" y="1128713"/>
                </a:lnTo>
                <a:lnTo>
                  <a:pt x="1764463" y="1156145"/>
                </a:lnTo>
                <a:lnTo>
                  <a:pt x="1737031" y="1156145"/>
                </a:lnTo>
                <a:close/>
                <a:moveTo>
                  <a:pt x="1625112" y="1128713"/>
                </a:moveTo>
                <a:lnTo>
                  <a:pt x="1652544" y="1128713"/>
                </a:lnTo>
                <a:lnTo>
                  <a:pt x="1652544" y="1156145"/>
                </a:lnTo>
                <a:lnTo>
                  <a:pt x="1625112" y="1156145"/>
                </a:lnTo>
                <a:close/>
                <a:moveTo>
                  <a:pt x="1510812" y="1128713"/>
                </a:moveTo>
                <a:lnTo>
                  <a:pt x="1538244" y="1128713"/>
                </a:lnTo>
                <a:lnTo>
                  <a:pt x="1538244" y="1156145"/>
                </a:lnTo>
                <a:lnTo>
                  <a:pt x="1510812" y="1156145"/>
                </a:lnTo>
                <a:close/>
                <a:moveTo>
                  <a:pt x="1394702" y="1128713"/>
                </a:moveTo>
                <a:lnTo>
                  <a:pt x="1422134" y="1128713"/>
                </a:lnTo>
                <a:lnTo>
                  <a:pt x="1422134" y="1156145"/>
                </a:lnTo>
                <a:lnTo>
                  <a:pt x="1394702" y="1156145"/>
                </a:lnTo>
                <a:close/>
                <a:moveTo>
                  <a:pt x="1278592" y="1128713"/>
                </a:moveTo>
                <a:lnTo>
                  <a:pt x="1306024" y="1128713"/>
                </a:lnTo>
                <a:lnTo>
                  <a:pt x="1306024" y="1156145"/>
                </a:lnTo>
                <a:lnTo>
                  <a:pt x="1278592" y="1156145"/>
                </a:lnTo>
                <a:close/>
                <a:moveTo>
                  <a:pt x="1162482" y="1128713"/>
                </a:moveTo>
                <a:lnTo>
                  <a:pt x="1189914" y="1128713"/>
                </a:lnTo>
                <a:lnTo>
                  <a:pt x="1189914" y="1156145"/>
                </a:lnTo>
                <a:lnTo>
                  <a:pt x="1162482" y="1156145"/>
                </a:lnTo>
                <a:close/>
                <a:moveTo>
                  <a:pt x="1042307" y="1128713"/>
                </a:moveTo>
                <a:lnTo>
                  <a:pt x="1069739" y="1128713"/>
                </a:lnTo>
                <a:lnTo>
                  <a:pt x="1069739" y="1156145"/>
                </a:lnTo>
                <a:lnTo>
                  <a:pt x="1042307" y="1156145"/>
                </a:lnTo>
                <a:close/>
                <a:moveTo>
                  <a:pt x="926798" y="1128713"/>
                </a:moveTo>
                <a:lnTo>
                  <a:pt x="954230" y="1128713"/>
                </a:lnTo>
                <a:lnTo>
                  <a:pt x="954230" y="1156145"/>
                </a:lnTo>
                <a:lnTo>
                  <a:pt x="926798" y="1156145"/>
                </a:lnTo>
                <a:close/>
                <a:moveTo>
                  <a:pt x="812625" y="1128713"/>
                </a:moveTo>
                <a:lnTo>
                  <a:pt x="840057" y="1128713"/>
                </a:lnTo>
                <a:lnTo>
                  <a:pt x="840057" y="1156145"/>
                </a:lnTo>
                <a:lnTo>
                  <a:pt x="812625" y="1156145"/>
                </a:lnTo>
                <a:close/>
                <a:moveTo>
                  <a:pt x="692450" y="1128713"/>
                </a:moveTo>
                <a:lnTo>
                  <a:pt x="719882" y="1128713"/>
                </a:lnTo>
                <a:lnTo>
                  <a:pt x="719882" y="1156145"/>
                </a:lnTo>
                <a:lnTo>
                  <a:pt x="692450" y="1156145"/>
                </a:lnTo>
                <a:close/>
                <a:moveTo>
                  <a:pt x="576340" y="1128713"/>
                </a:moveTo>
                <a:lnTo>
                  <a:pt x="603772" y="1128713"/>
                </a:lnTo>
                <a:lnTo>
                  <a:pt x="603772" y="1156145"/>
                </a:lnTo>
                <a:lnTo>
                  <a:pt x="576340" y="1156145"/>
                </a:lnTo>
                <a:close/>
                <a:moveTo>
                  <a:pt x="456165" y="1128713"/>
                </a:moveTo>
                <a:lnTo>
                  <a:pt x="483597" y="1128713"/>
                </a:lnTo>
                <a:lnTo>
                  <a:pt x="483597" y="1156145"/>
                </a:lnTo>
                <a:lnTo>
                  <a:pt x="456165" y="1156145"/>
                </a:lnTo>
                <a:close/>
                <a:moveTo>
                  <a:pt x="340656" y="1128713"/>
                </a:moveTo>
                <a:lnTo>
                  <a:pt x="368088" y="1128713"/>
                </a:lnTo>
                <a:lnTo>
                  <a:pt x="368088" y="1156145"/>
                </a:lnTo>
                <a:lnTo>
                  <a:pt x="340656" y="1156145"/>
                </a:lnTo>
                <a:close/>
                <a:moveTo>
                  <a:pt x="226483" y="1128713"/>
                </a:moveTo>
                <a:lnTo>
                  <a:pt x="253915" y="1128713"/>
                </a:lnTo>
                <a:lnTo>
                  <a:pt x="253915" y="1156145"/>
                </a:lnTo>
                <a:lnTo>
                  <a:pt x="226483" y="1156145"/>
                </a:lnTo>
                <a:close/>
                <a:moveTo>
                  <a:pt x="114173" y="1128713"/>
                </a:moveTo>
                <a:lnTo>
                  <a:pt x="141605" y="1128713"/>
                </a:lnTo>
                <a:lnTo>
                  <a:pt x="141605" y="1156145"/>
                </a:lnTo>
                <a:lnTo>
                  <a:pt x="114173" y="1156145"/>
                </a:lnTo>
                <a:close/>
                <a:moveTo>
                  <a:pt x="0" y="1128713"/>
                </a:moveTo>
                <a:lnTo>
                  <a:pt x="27432" y="1128713"/>
                </a:lnTo>
                <a:lnTo>
                  <a:pt x="27432" y="1156145"/>
                </a:lnTo>
                <a:lnTo>
                  <a:pt x="0" y="1156145"/>
                </a:lnTo>
                <a:close/>
                <a:moveTo>
                  <a:pt x="1851331" y="1018383"/>
                </a:moveTo>
                <a:lnTo>
                  <a:pt x="1878763" y="1018383"/>
                </a:lnTo>
                <a:lnTo>
                  <a:pt x="1878763" y="1045815"/>
                </a:lnTo>
                <a:lnTo>
                  <a:pt x="1851331" y="1045815"/>
                </a:lnTo>
                <a:close/>
                <a:moveTo>
                  <a:pt x="1737031" y="1018383"/>
                </a:moveTo>
                <a:lnTo>
                  <a:pt x="1764463" y="1018383"/>
                </a:lnTo>
                <a:lnTo>
                  <a:pt x="1764463" y="1045815"/>
                </a:lnTo>
                <a:lnTo>
                  <a:pt x="1737031" y="1045815"/>
                </a:lnTo>
                <a:close/>
                <a:moveTo>
                  <a:pt x="1625112" y="1018383"/>
                </a:moveTo>
                <a:lnTo>
                  <a:pt x="1652544" y="1018383"/>
                </a:lnTo>
                <a:lnTo>
                  <a:pt x="1652544" y="1045815"/>
                </a:lnTo>
                <a:lnTo>
                  <a:pt x="1625112" y="1045815"/>
                </a:lnTo>
                <a:close/>
                <a:moveTo>
                  <a:pt x="1510812" y="1018383"/>
                </a:moveTo>
                <a:lnTo>
                  <a:pt x="1538244" y="1018383"/>
                </a:lnTo>
                <a:lnTo>
                  <a:pt x="1538244" y="1045815"/>
                </a:lnTo>
                <a:lnTo>
                  <a:pt x="1510812" y="1045815"/>
                </a:lnTo>
                <a:close/>
                <a:moveTo>
                  <a:pt x="1394702" y="1018383"/>
                </a:moveTo>
                <a:lnTo>
                  <a:pt x="1422134" y="1018383"/>
                </a:lnTo>
                <a:lnTo>
                  <a:pt x="1422134" y="1045815"/>
                </a:lnTo>
                <a:lnTo>
                  <a:pt x="1394702" y="1045815"/>
                </a:lnTo>
                <a:close/>
                <a:moveTo>
                  <a:pt x="1278592" y="1018383"/>
                </a:moveTo>
                <a:lnTo>
                  <a:pt x="1306024" y="1018383"/>
                </a:lnTo>
                <a:lnTo>
                  <a:pt x="1306024" y="1045815"/>
                </a:lnTo>
                <a:lnTo>
                  <a:pt x="1278592" y="1045815"/>
                </a:lnTo>
                <a:close/>
                <a:moveTo>
                  <a:pt x="1162482" y="1018383"/>
                </a:moveTo>
                <a:lnTo>
                  <a:pt x="1189914" y="1018383"/>
                </a:lnTo>
                <a:lnTo>
                  <a:pt x="1189914" y="1045815"/>
                </a:lnTo>
                <a:lnTo>
                  <a:pt x="1162482" y="1045815"/>
                </a:lnTo>
                <a:close/>
                <a:moveTo>
                  <a:pt x="1042307" y="1018383"/>
                </a:moveTo>
                <a:lnTo>
                  <a:pt x="1069739" y="1018383"/>
                </a:lnTo>
                <a:lnTo>
                  <a:pt x="1069739" y="1045815"/>
                </a:lnTo>
                <a:lnTo>
                  <a:pt x="1042307" y="1045815"/>
                </a:lnTo>
                <a:close/>
                <a:moveTo>
                  <a:pt x="926798" y="1018383"/>
                </a:moveTo>
                <a:lnTo>
                  <a:pt x="954230" y="1018383"/>
                </a:lnTo>
                <a:lnTo>
                  <a:pt x="954230" y="1045815"/>
                </a:lnTo>
                <a:lnTo>
                  <a:pt x="926798" y="1045815"/>
                </a:lnTo>
                <a:close/>
                <a:moveTo>
                  <a:pt x="812625" y="1018383"/>
                </a:moveTo>
                <a:lnTo>
                  <a:pt x="840057" y="1018383"/>
                </a:lnTo>
                <a:lnTo>
                  <a:pt x="840057" y="1045815"/>
                </a:lnTo>
                <a:lnTo>
                  <a:pt x="812625" y="1045815"/>
                </a:lnTo>
                <a:close/>
                <a:moveTo>
                  <a:pt x="692450" y="1018383"/>
                </a:moveTo>
                <a:lnTo>
                  <a:pt x="719882" y="1018383"/>
                </a:lnTo>
                <a:lnTo>
                  <a:pt x="719882" y="1045815"/>
                </a:lnTo>
                <a:lnTo>
                  <a:pt x="692450" y="1045815"/>
                </a:lnTo>
                <a:close/>
                <a:moveTo>
                  <a:pt x="576340" y="1018383"/>
                </a:moveTo>
                <a:lnTo>
                  <a:pt x="603772" y="1018383"/>
                </a:lnTo>
                <a:lnTo>
                  <a:pt x="603772" y="1045815"/>
                </a:lnTo>
                <a:lnTo>
                  <a:pt x="576340" y="1045815"/>
                </a:lnTo>
                <a:close/>
                <a:moveTo>
                  <a:pt x="456165" y="1018383"/>
                </a:moveTo>
                <a:lnTo>
                  <a:pt x="483597" y="1018383"/>
                </a:lnTo>
                <a:lnTo>
                  <a:pt x="483597" y="1045815"/>
                </a:lnTo>
                <a:lnTo>
                  <a:pt x="456165" y="1045815"/>
                </a:lnTo>
                <a:close/>
                <a:moveTo>
                  <a:pt x="340656" y="1018383"/>
                </a:moveTo>
                <a:lnTo>
                  <a:pt x="368088" y="1018383"/>
                </a:lnTo>
                <a:lnTo>
                  <a:pt x="368088" y="1045815"/>
                </a:lnTo>
                <a:lnTo>
                  <a:pt x="340656" y="1045815"/>
                </a:lnTo>
                <a:close/>
                <a:moveTo>
                  <a:pt x="226483" y="1018383"/>
                </a:moveTo>
                <a:lnTo>
                  <a:pt x="253915" y="1018383"/>
                </a:lnTo>
                <a:lnTo>
                  <a:pt x="253915" y="1045815"/>
                </a:lnTo>
                <a:lnTo>
                  <a:pt x="226483" y="1045815"/>
                </a:lnTo>
                <a:close/>
                <a:moveTo>
                  <a:pt x="114173" y="1018383"/>
                </a:moveTo>
                <a:lnTo>
                  <a:pt x="141605" y="1018383"/>
                </a:lnTo>
                <a:lnTo>
                  <a:pt x="141605" y="1045815"/>
                </a:lnTo>
                <a:lnTo>
                  <a:pt x="114173" y="1045815"/>
                </a:lnTo>
                <a:close/>
                <a:moveTo>
                  <a:pt x="0" y="1018383"/>
                </a:moveTo>
                <a:lnTo>
                  <a:pt x="27432" y="1018383"/>
                </a:lnTo>
                <a:lnTo>
                  <a:pt x="27432" y="1045815"/>
                </a:lnTo>
                <a:lnTo>
                  <a:pt x="0" y="1045815"/>
                </a:lnTo>
                <a:close/>
                <a:moveTo>
                  <a:pt x="1851331" y="904876"/>
                </a:moveTo>
                <a:lnTo>
                  <a:pt x="1878763" y="904876"/>
                </a:lnTo>
                <a:lnTo>
                  <a:pt x="1878763" y="932308"/>
                </a:lnTo>
                <a:lnTo>
                  <a:pt x="1851331" y="932308"/>
                </a:lnTo>
                <a:close/>
                <a:moveTo>
                  <a:pt x="1737031" y="904876"/>
                </a:moveTo>
                <a:lnTo>
                  <a:pt x="1764463" y="904876"/>
                </a:lnTo>
                <a:lnTo>
                  <a:pt x="1764463" y="932308"/>
                </a:lnTo>
                <a:lnTo>
                  <a:pt x="1737031" y="932308"/>
                </a:lnTo>
                <a:close/>
                <a:moveTo>
                  <a:pt x="1625112" y="904876"/>
                </a:moveTo>
                <a:lnTo>
                  <a:pt x="1652544" y="904876"/>
                </a:lnTo>
                <a:lnTo>
                  <a:pt x="1652544" y="932308"/>
                </a:lnTo>
                <a:lnTo>
                  <a:pt x="1625112" y="932308"/>
                </a:lnTo>
                <a:close/>
                <a:moveTo>
                  <a:pt x="1510812" y="904876"/>
                </a:moveTo>
                <a:lnTo>
                  <a:pt x="1538244" y="904876"/>
                </a:lnTo>
                <a:lnTo>
                  <a:pt x="1538244" y="932308"/>
                </a:lnTo>
                <a:lnTo>
                  <a:pt x="1510812" y="932308"/>
                </a:lnTo>
                <a:close/>
                <a:moveTo>
                  <a:pt x="1394702" y="904876"/>
                </a:moveTo>
                <a:lnTo>
                  <a:pt x="1422134" y="904876"/>
                </a:lnTo>
                <a:lnTo>
                  <a:pt x="1422134" y="932308"/>
                </a:lnTo>
                <a:lnTo>
                  <a:pt x="1394702" y="932308"/>
                </a:lnTo>
                <a:close/>
                <a:moveTo>
                  <a:pt x="1278592" y="904876"/>
                </a:moveTo>
                <a:lnTo>
                  <a:pt x="1306024" y="904876"/>
                </a:lnTo>
                <a:lnTo>
                  <a:pt x="1306024" y="932308"/>
                </a:lnTo>
                <a:lnTo>
                  <a:pt x="1278592" y="932308"/>
                </a:lnTo>
                <a:close/>
                <a:moveTo>
                  <a:pt x="1162482" y="904876"/>
                </a:moveTo>
                <a:lnTo>
                  <a:pt x="1189914" y="904876"/>
                </a:lnTo>
                <a:lnTo>
                  <a:pt x="1189914" y="932308"/>
                </a:lnTo>
                <a:lnTo>
                  <a:pt x="1162482" y="932308"/>
                </a:lnTo>
                <a:close/>
                <a:moveTo>
                  <a:pt x="1042307" y="904876"/>
                </a:moveTo>
                <a:lnTo>
                  <a:pt x="1069739" y="904876"/>
                </a:lnTo>
                <a:lnTo>
                  <a:pt x="1069739" y="932308"/>
                </a:lnTo>
                <a:lnTo>
                  <a:pt x="1042307" y="932308"/>
                </a:lnTo>
                <a:close/>
                <a:moveTo>
                  <a:pt x="926798" y="904876"/>
                </a:moveTo>
                <a:lnTo>
                  <a:pt x="954230" y="904876"/>
                </a:lnTo>
                <a:lnTo>
                  <a:pt x="954230" y="932308"/>
                </a:lnTo>
                <a:lnTo>
                  <a:pt x="926798" y="932308"/>
                </a:lnTo>
                <a:close/>
                <a:moveTo>
                  <a:pt x="812625" y="904876"/>
                </a:moveTo>
                <a:lnTo>
                  <a:pt x="840057" y="904876"/>
                </a:lnTo>
                <a:lnTo>
                  <a:pt x="840057" y="932308"/>
                </a:lnTo>
                <a:lnTo>
                  <a:pt x="812625" y="932308"/>
                </a:lnTo>
                <a:close/>
                <a:moveTo>
                  <a:pt x="692450" y="904876"/>
                </a:moveTo>
                <a:lnTo>
                  <a:pt x="719882" y="904876"/>
                </a:lnTo>
                <a:lnTo>
                  <a:pt x="719882" y="932308"/>
                </a:lnTo>
                <a:lnTo>
                  <a:pt x="692450" y="932308"/>
                </a:lnTo>
                <a:close/>
                <a:moveTo>
                  <a:pt x="576340" y="904876"/>
                </a:moveTo>
                <a:lnTo>
                  <a:pt x="603772" y="904876"/>
                </a:lnTo>
                <a:lnTo>
                  <a:pt x="603772" y="932308"/>
                </a:lnTo>
                <a:lnTo>
                  <a:pt x="576340" y="932308"/>
                </a:lnTo>
                <a:close/>
                <a:moveTo>
                  <a:pt x="456165" y="904876"/>
                </a:moveTo>
                <a:lnTo>
                  <a:pt x="483597" y="904876"/>
                </a:lnTo>
                <a:lnTo>
                  <a:pt x="483597" y="932308"/>
                </a:lnTo>
                <a:lnTo>
                  <a:pt x="456165" y="932308"/>
                </a:lnTo>
                <a:close/>
                <a:moveTo>
                  <a:pt x="340656" y="904876"/>
                </a:moveTo>
                <a:lnTo>
                  <a:pt x="368088" y="904876"/>
                </a:lnTo>
                <a:lnTo>
                  <a:pt x="368088" y="932308"/>
                </a:lnTo>
                <a:lnTo>
                  <a:pt x="340656" y="932308"/>
                </a:lnTo>
                <a:close/>
                <a:moveTo>
                  <a:pt x="226483" y="904876"/>
                </a:moveTo>
                <a:lnTo>
                  <a:pt x="253915" y="904876"/>
                </a:lnTo>
                <a:lnTo>
                  <a:pt x="253915" y="932308"/>
                </a:lnTo>
                <a:lnTo>
                  <a:pt x="226483" y="932308"/>
                </a:lnTo>
                <a:close/>
                <a:moveTo>
                  <a:pt x="114173" y="904876"/>
                </a:moveTo>
                <a:lnTo>
                  <a:pt x="141605" y="904876"/>
                </a:lnTo>
                <a:lnTo>
                  <a:pt x="141605" y="932308"/>
                </a:lnTo>
                <a:lnTo>
                  <a:pt x="114173" y="932308"/>
                </a:lnTo>
                <a:close/>
                <a:moveTo>
                  <a:pt x="0" y="904876"/>
                </a:moveTo>
                <a:lnTo>
                  <a:pt x="27432" y="904876"/>
                </a:lnTo>
                <a:lnTo>
                  <a:pt x="27432" y="932308"/>
                </a:lnTo>
                <a:lnTo>
                  <a:pt x="0" y="932308"/>
                </a:lnTo>
                <a:close/>
                <a:moveTo>
                  <a:pt x="1851331" y="789782"/>
                </a:moveTo>
                <a:lnTo>
                  <a:pt x="1878763" y="789782"/>
                </a:lnTo>
                <a:lnTo>
                  <a:pt x="1878763" y="817214"/>
                </a:lnTo>
                <a:lnTo>
                  <a:pt x="1851331" y="817214"/>
                </a:lnTo>
                <a:close/>
                <a:moveTo>
                  <a:pt x="1737031" y="789782"/>
                </a:moveTo>
                <a:lnTo>
                  <a:pt x="1764463" y="789782"/>
                </a:lnTo>
                <a:lnTo>
                  <a:pt x="1764463" y="817214"/>
                </a:lnTo>
                <a:lnTo>
                  <a:pt x="1737031" y="817214"/>
                </a:lnTo>
                <a:close/>
                <a:moveTo>
                  <a:pt x="1625112" y="789782"/>
                </a:moveTo>
                <a:lnTo>
                  <a:pt x="1652544" y="789782"/>
                </a:lnTo>
                <a:lnTo>
                  <a:pt x="1652544" y="817214"/>
                </a:lnTo>
                <a:lnTo>
                  <a:pt x="1625112" y="817214"/>
                </a:lnTo>
                <a:close/>
                <a:moveTo>
                  <a:pt x="1510812" y="789782"/>
                </a:moveTo>
                <a:lnTo>
                  <a:pt x="1538244" y="789782"/>
                </a:lnTo>
                <a:lnTo>
                  <a:pt x="1538244" y="817214"/>
                </a:lnTo>
                <a:lnTo>
                  <a:pt x="1510812" y="817214"/>
                </a:lnTo>
                <a:close/>
                <a:moveTo>
                  <a:pt x="1394702" y="789782"/>
                </a:moveTo>
                <a:lnTo>
                  <a:pt x="1422134" y="789782"/>
                </a:lnTo>
                <a:lnTo>
                  <a:pt x="1422134" y="817214"/>
                </a:lnTo>
                <a:lnTo>
                  <a:pt x="1394702" y="817214"/>
                </a:lnTo>
                <a:close/>
                <a:moveTo>
                  <a:pt x="1278592" y="789782"/>
                </a:moveTo>
                <a:lnTo>
                  <a:pt x="1306024" y="789782"/>
                </a:lnTo>
                <a:lnTo>
                  <a:pt x="1306024" y="817214"/>
                </a:lnTo>
                <a:lnTo>
                  <a:pt x="1278592" y="817214"/>
                </a:lnTo>
                <a:close/>
                <a:moveTo>
                  <a:pt x="1162482" y="789782"/>
                </a:moveTo>
                <a:lnTo>
                  <a:pt x="1189914" y="789782"/>
                </a:lnTo>
                <a:lnTo>
                  <a:pt x="1189914" y="817214"/>
                </a:lnTo>
                <a:lnTo>
                  <a:pt x="1162482" y="817214"/>
                </a:lnTo>
                <a:close/>
                <a:moveTo>
                  <a:pt x="1042307" y="789782"/>
                </a:moveTo>
                <a:lnTo>
                  <a:pt x="1069739" y="789782"/>
                </a:lnTo>
                <a:lnTo>
                  <a:pt x="1069739" y="817214"/>
                </a:lnTo>
                <a:lnTo>
                  <a:pt x="1042307" y="817214"/>
                </a:lnTo>
                <a:close/>
                <a:moveTo>
                  <a:pt x="926798" y="789782"/>
                </a:moveTo>
                <a:lnTo>
                  <a:pt x="954230" y="789782"/>
                </a:lnTo>
                <a:lnTo>
                  <a:pt x="954230" y="817214"/>
                </a:lnTo>
                <a:lnTo>
                  <a:pt x="926798" y="817214"/>
                </a:lnTo>
                <a:close/>
                <a:moveTo>
                  <a:pt x="812625" y="789782"/>
                </a:moveTo>
                <a:lnTo>
                  <a:pt x="840057" y="789782"/>
                </a:lnTo>
                <a:lnTo>
                  <a:pt x="840057" y="817214"/>
                </a:lnTo>
                <a:lnTo>
                  <a:pt x="812625" y="817214"/>
                </a:lnTo>
                <a:close/>
                <a:moveTo>
                  <a:pt x="692450" y="789782"/>
                </a:moveTo>
                <a:lnTo>
                  <a:pt x="719882" y="789782"/>
                </a:lnTo>
                <a:lnTo>
                  <a:pt x="719882" y="817214"/>
                </a:lnTo>
                <a:lnTo>
                  <a:pt x="692450" y="817214"/>
                </a:lnTo>
                <a:close/>
                <a:moveTo>
                  <a:pt x="576340" y="789782"/>
                </a:moveTo>
                <a:lnTo>
                  <a:pt x="603772" y="789782"/>
                </a:lnTo>
                <a:lnTo>
                  <a:pt x="603772" y="817214"/>
                </a:lnTo>
                <a:lnTo>
                  <a:pt x="576340" y="817214"/>
                </a:lnTo>
                <a:close/>
                <a:moveTo>
                  <a:pt x="456165" y="789782"/>
                </a:moveTo>
                <a:lnTo>
                  <a:pt x="483597" y="789782"/>
                </a:lnTo>
                <a:lnTo>
                  <a:pt x="483597" y="817214"/>
                </a:lnTo>
                <a:lnTo>
                  <a:pt x="456165" y="817214"/>
                </a:lnTo>
                <a:close/>
                <a:moveTo>
                  <a:pt x="340656" y="789782"/>
                </a:moveTo>
                <a:lnTo>
                  <a:pt x="368088" y="789782"/>
                </a:lnTo>
                <a:lnTo>
                  <a:pt x="368088" y="817214"/>
                </a:lnTo>
                <a:lnTo>
                  <a:pt x="340656" y="817214"/>
                </a:lnTo>
                <a:close/>
                <a:moveTo>
                  <a:pt x="226483" y="789782"/>
                </a:moveTo>
                <a:lnTo>
                  <a:pt x="253915" y="789782"/>
                </a:lnTo>
                <a:lnTo>
                  <a:pt x="253915" y="817214"/>
                </a:lnTo>
                <a:lnTo>
                  <a:pt x="226483" y="817214"/>
                </a:lnTo>
                <a:close/>
                <a:moveTo>
                  <a:pt x="114173" y="789782"/>
                </a:moveTo>
                <a:lnTo>
                  <a:pt x="141605" y="789782"/>
                </a:lnTo>
                <a:lnTo>
                  <a:pt x="141605" y="817214"/>
                </a:lnTo>
                <a:lnTo>
                  <a:pt x="114173" y="817214"/>
                </a:lnTo>
                <a:close/>
                <a:moveTo>
                  <a:pt x="0" y="789782"/>
                </a:moveTo>
                <a:lnTo>
                  <a:pt x="27432" y="789782"/>
                </a:lnTo>
                <a:lnTo>
                  <a:pt x="27432" y="817214"/>
                </a:lnTo>
                <a:lnTo>
                  <a:pt x="0" y="817214"/>
                </a:lnTo>
                <a:close/>
                <a:moveTo>
                  <a:pt x="1851331" y="676275"/>
                </a:moveTo>
                <a:lnTo>
                  <a:pt x="1878763" y="676275"/>
                </a:lnTo>
                <a:lnTo>
                  <a:pt x="1878763" y="703707"/>
                </a:lnTo>
                <a:lnTo>
                  <a:pt x="1851331" y="703707"/>
                </a:lnTo>
                <a:close/>
                <a:moveTo>
                  <a:pt x="1737031" y="676275"/>
                </a:moveTo>
                <a:lnTo>
                  <a:pt x="1764463" y="676275"/>
                </a:lnTo>
                <a:lnTo>
                  <a:pt x="1764463" y="703707"/>
                </a:lnTo>
                <a:lnTo>
                  <a:pt x="1737031" y="703707"/>
                </a:lnTo>
                <a:close/>
                <a:moveTo>
                  <a:pt x="1625112" y="676275"/>
                </a:moveTo>
                <a:lnTo>
                  <a:pt x="1652544" y="676275"/>
                </a:lnTo>
                <a:lnTo>
                  <a:pt x="1652544" y="703707"/>
                </a:lnTo>
                <a:lnTo>
                  <a:pt x="1625112" y="703707"/>
                </a:lnTo>
                <a:close/>
                <a:moveTo>
                  <a:pt x="1510812" y="676275"/>
                </a:moveTo>
                <a:lnTo>
                  <a:pt x="1538244" y="676275"/>
                </a:lnTo>
                <a:lnTo>
                  <a:pt x="1538244" y="703707"/>
                </a:lnTo>
                <a:lnTo>
                  <a:pt x="1510812" y="703707"/>
                </a:lnTo>
                <a:close/>
                <a:moveTo>
                  <a:pt x="1394702" y="676275"/>
                </a:moveTo>
                <a:lnTo>
                  <a:pt x="1422134" y="676275"/>
                </a:lnTo>
                <a:lnTo>
                  <a:pt x="1422134" y="703707"/>
                </a:lnTo>
                <a:lnTo>
                  <a:pt x="1394702" y="703707"/>
                </a:lnTo>
                <a:close/>
                <a:moveTo>
                  <a:pt x="1278592" y="676275"/>
                </a:moveTo>
                <a:lnTo>
                  <a:pt x="1306024" y="676275"/>
                </a:lnTo>
                <a:lnTo>
                  <a:pt x="1306024" y="703707"/>
                </a:lnTo>
                <a:lnTo>
                  <a:pt x="1278592" y="703707"/>
                </a:lnTo>
                <a:close/>
                <a:moveTo>
                  <a:pt x="1162482" y="676275"/>
                </a:moveTo>
                <a:lnTo>
                  <a:pt x="1189914" y="676275"/>
                </a:lnTo>
                <a:lnTo>
                  <a:pt x="1189914" y="703707"/>
                </a:lnTo>
                <a:lnTo>
                  <a:pt x="1162482" y="703707"/>
                </a:lnTo>
                <a:close/>
                <a:moveTo>
                  <a:pt x="1042307" y="676275"/>
                </a:moveTo>
                <a:lnTo>
                  <a:pt x="1069739" y="676275"/>
                </a:lnTo>
                <a:lnTo>
                  <a:pt x="1069739" y="703707"/>
                </a:lnTo>
                <a:lnTo>
                  <a:pt x="1042307" y="703707"/>
                </a:lnTo>
                <a:close/>
                <a:moveTo>
                  <a:pt x="926798" y="676275"/>
                </a:moveTo>
                <a:lnTo>
                  <a:pt x="954230" y="676275"/>
                </a:lnTo>
                <a:lnTo>
                  <a:pt x="954230" y="703707"/>
                </a:lnTo>
                <a:lnTo>
                  <a:pt x="926798" y="703707"/>
                </a:lnTo>
                <a:close/>
                <a:moveTo>
                  <a:pt x="812625" y="676275"/>
                </a:moveTo>
                <a:lnTo>
                  <a:pt x="840057" y="676275"/>
                </a:lnTo>
                <a:lnTo>
                  <a:pt x="840057" y="703707"/>
                </a:lnTo>
                <a:lnTo>
                  <a:pt x="812625" y="703707"/>
                </a:lnTo>
                <a:close/>
                <a:moveTo>
                  <a:pt x="692450" y="676275"/>
                </a:moveTo>
                <a:lnTo>
                  <a:pt x="719882" y="676275"/>
                </a:lnTo>
                <a:lnTo>
                  <a:pt x="719882" y="703707"/>
                </a:lnTo>
                <a:lnTo>
                  <a:pt x="692450" y="703707"/>
                </a:lnTo>
                <a:close/>
                <a:moveTo>
                  <a:pt x="576340" y="676275"/>
                </a:moveTo>
                <a:lnTo>
                  <a:pt x="603772" y="676275"/>
                </a:lnTo>
                <a:lnTo>
                  <a:pt x="603772" y="703707"/>
                </a:lnTo>
                <a:lnTo>
                  <a:pt x="576340" y="703707"/>
                </a:lnTo>
                <a:close/>
                <a:moveTo>
                  <a:pt x="456165" y="676275"/>
                </a:moveTo>
                <a:lnTo>
                  <a:pt x="483597" y="676275"/>
                </a:lnTo>
                <a:lnTo>
                  <a:pt x="483597" y="703707"/>
                </a:lnTo>
                <a:lnTo>
                  <a:pt x="456165" y="703707"/>
                </a:lnTo>
                <a:close/>
                <a:moveTo>
                  <a:pt x="340656" y="676275"/>
                </a:moveTo>
                <a:lnTo>
                  <a:pt x="368088" y="676275"/>
                </a:lnTo>
                <a:lnTo>
                  <a:pt x="368088" y="703707"/>
                </a:lnTo>
                <a:lnTo>
                  <a:pt x="340656" y="703707"/>
                </a:lnTo>
                <a:close/>
                <a:moveTo>
                  <a:pt x="226483" y="676275"/>
                </a:moveTo>
                <a:lnTo>
                  <a:pt x="253915" y="676275"/>
                </a:lnTo>
                <a:lnTo>
                  <a:pt x="253915" y="703707"/>
                </a:lnTo>
                <a:lnTo>
                  <a:pt x="226483" y="703707"/>
                </a:lnTo>
                <a:close/>
                <a:moveTo>
                  <a:pt x="114173" y="676275"/>
                </a:moveTo>
                <a:lnTo>
                  <a:pt x="141605" y="676275"/>
                </a:lnTo>
                <a:lnTo>
                  <a:pt x="141605" y="703707"/>
                </a:lnTo>
                <a:lnTo>
                  <a:pt x="114173" y="703707"/>
                </a:lnTo>
                <a:close/>
                <a:moveTo>
                  <a:pt x="0" y="676275"/>
                </a:moveTo>
                <a:lnTo>
                  <a:pt x="27432" y="676275"/>
                </a:lnTo>
                <a:lnTo>
                  <a:pt x="27432" y="703707"/>
                </a:lnTo>
                <a:lnTo>
                  <a:pt x="0" y="703707"/>
                </a:lnTo>
                <a:close/>
                <a:moveTo>
                  <a:pt x="1851331" y="565945"/>
                </a:moveTo>
                <a:lnTo>
                  <a:pt x="1878763" y="565945"/>
                </a:lnTo>
                <a:lnTo>
                  <a:pt x="1878763" y="593377"/>
                </a:lnTo>
                <a:lnTo>
                  <a:pt x="1851331" y="593377"/>
                </a:lnTo>
                <a:close/>
                <a:moveTo>
                  <a:pt x="1737031" y="565945"/>
                </a:moveTo>
                <a:lnTo>
                  <a:pt x="1764463" y="565945"/>
                </a:lnTo>
                <a:lnTo>
                  <a:pt x="1764463" y="593377"/>
                </a:lnTo>
                <a:lnTo>
                  <a:pt x="1737031" y="593377"/>
                </a:lnTo>
                <a:close/>
                <a:moveTo>
                  <a:pt x="1625112" y="565945"/>
                </a:moveTo>
                <a:lnTo>
                  <a:pt x="1652544" y="565945"/>
                </a:lnTo>
                <a:lnTo>
                  <a:pt x="1652544" y="593377"/>
                </a:lnTo>
                <a:lnTo>
                  <a:pt x="1625112" y="593377"/>
                </a:lnTo>
                <a:close/>
                <a:moveTo>
                  <a:pt x="1510812" y="565945"/>
                </a:moveTo>
                <a:lnTo>
                  <a:pt x="1538244" y="565945"/>
                </a:lnTo>
                <a:lnTo>
                  <a:pt x="1538244" y="593377"/>
                </a:lnTo>
                <a:lnTo>
                  <a:pt x="1510812" y="593377"/>
                </a:lnTo>
                <a:close/>
                <a:moveTo>
                  <a:pt x="1394702" y="565945"/>
                </a:moveTo>
                <a:lnTo>
                  <a:pt x="1422134" y="565945"/>
                </a:lnTo>
                <a:lnTo>
                  <a:pt x="1422134" y="593377"/>
                </a:lnTo>
                <a:lnTo>
                  <a:pt x="1394702" y="593377"/>
                </a:lnTo>
                <a:close/>
                <a:moveTo>
                  <a:pt x="1278592" y="565945"/>
                </a:moveTo>
                <a:lnTo>
                  <a:pt x="1306024" y="565945"/>
                </a:lnTo>
                <a:lnTo>
                  <a:pt x="1306024" y="593377"/>
                </a:lnTo>
                <a:lnTo>
                  <a:pt x="1278592" y="593377"/>
                </a:lnTo>
                <a:close/>
                <a:moveTo>
                  <a:pt x="1162482" y="565945"/>
                </a:moveTo>
                <a:lnTo>
                  <a:pt x="1189914" y="565945"/>
                </a:lnTo>
                <a:lnTo>
                  <a:pt x="1189914" y="593377"/>
                </a:lnTo>
                <a:lnTo>
                  <a:pt x="1162482" y="593377"/>
                </a:lnTo>
                <a:close/>
                <a:moveTo>
                  <a:pt x="1042307" y="565945"/>
                </a:moveTo>
                <a:lnTo>
                  <a:pt x="1069739" y="565945"/>
                </a:lnTo>
                <a:lnTo>
                  <a:pt x="1069739" y="593377"/>
                </a:lnTo>
                <a:lnTo>
                  <a:pt x="1042307" y="593377"/>
                </a:lnTo>
                <a:close/>
                <a:moveTo>
                  <a:pt x="926798" y="565945"/>
                </a:moveTo>
                <a:lnTo>
                  <a:pt x="954230" y="565945"/>
                </a:lnTo>
                <a:lnTo>
                  <a:pt x="954230" y="593377"/>
                </a:lnTo>
                <a:lnTo>
                  <a:pt x="926798" y="593377"/>
                </a:lnTo>
                <a:close/>
                <a:moveTo>
                  <a:pt x="812625" y="565945"/>
                </a:moveTo>
                <a:lnTo>
                  <a:pt x="840057" y="565945"/>
                </a:lnTo>
                <a:lnTo>
                  <a:pt x="840057" y="593377"/>
                </a:lnTo>
                <a:lnTo>
                  <a:pt x="812625" y="593377"/>
                </a:lnTo>
                <a:close/>
                <a:moveTo>
                  <a:pt x="692450" y="565945"/>
                </a:moveTo>
                <a:lnTo>
                  <a:pt x="719882" y="565945"/>
                </a:lnTo>
                <a:lnTo>
                  <a:pt x="719882" y="593377"/>
                </a:lnTo>
                <a:lnTo>
                  <a:pt x="692450" y="593377"/>
                </a:lnTo>
                <a:close/>
                <a:moveTo>
                  <a:pt x="576340" y="565945"/>
                </a:moveTo>
                <a:lnTo>
                  <a:pt x="603772" y="565945"/>
                </a:lnTo>
                <a:lnTo>
                  <a:pt x="603772" y="593377"/>
                </a:lnTo>
                <a:lnTo>
                  <a:pt x="576340" y="593377"/>
                </a:lnTo>
                <a:close/>
                <a:moveTo>
                  <a:pt x="456165" y="565945"/>
                </a:moveTo>
                <a:lnTo>
                  <a:pt x="483597" y="565945"/>
                </a:lnTo>
                <a:lnTo>
                  <a:pt x="483597" y="593377"/>
                </a:lnTo>
                <a:lnTo>
                  <a:pt x="456165" y="593377"/>
                </a:lnTo>
                <a:close/>
                <a:moveTo>
                  <a:pt x="340656" y="565945"/>
                </a:moveTo>
                <a:lnTo>
                  <a:pt x="368088" y="565945"/>
                </a:lnTo>
                <a:lnTo>
                  <a:pt x="368088" y="593377"/>
                </a:lnTo>
                <a:lnTo>
                  <a:pt x="340656" y="593377"/>
                </a:lnTo>
                <a:close/>
                <a:moveTo>
                  <a:pt x="226483" y="565945"/>
                </a:moveTo>
                <a:lnTo>
                  <a:pt x="253915" y="565945"/>
                </a:lnTo>
                <a:lnTo>
                  <a:pt x="253915" y="593377"/>
                </a:lnTo>
                <a:lnTo>
                  <a:pt x="226483" y="593377"/>
                </a:lnTo>
                <a:close/>
                <a:moveTo>
                  <a:pt x="114173" y="565945"/>
                </a:moveTo>
                <a:lnTo>
                  <a:pt x="141605" y="565945"/>
                </a:lnTo>
                <a:lnTo>
                  <a:pt x="141605" y="593377"/>
                </a:lnTo>
                <a:lnTo>
                  <a:pt x="114173" y="593377"/>
                </a:lnTo>
                <a:close/>
                <a:moveTo>
                  <a:pt x="0" y="565945"/>
                </a:moveTo>
                <a:lnTo>
                  <a:pt x="27432" y="565945"/>
                </a:lnTo>
                <a:lnTo>
                  <a:pt x="27432" y="593377"/>
                </a:lnTo>
                <a:lnTo>
                  <a:pt x="0" y="593377"/>
                </a:lnTo>
                <a:close/>
                <a:moveTo>
                  <a:pt x="1851331" y="452438"/>
                </a:moveTo>
                <a:lnTo>
                  <a:pt x="1878763" y="452438"/>
                </a:lnTo>
                <a:lnTo>
                  <a:pt x="1878763" y="479870"/>
                </a:lnTo>
                <a:lnTo>
                  <a:pt x="1851331" y="479870"/>
                </a:lnTo>
                <a:close/>
                <a:moveTo>
                  <a:pt x="1737031" y="452438"/>
                </a:moveTo>
                <a:lnTo>
                  <a:pt x="1764463" y="452438"/>
                </a:lnTo>
                <a:lnTo>
                  <a:pt x="1764463" y="479870"/>
                </a:lnTo>
                <a:lnTo>
                  <a:pt x="1737031" y="479870"/>
                </a:lnTo>
                <a:close/>
                <a:moveTo>
                  <a:pt x="1625112" y="452438"/>
                </a:moveTo>
                <a:lnTo>
                  <a:pt x="1652544" y="452438"/>
                </a:lnTo>
                <a:lnTo>
                  <a:pt x="1652544" y="479870"/>
                </a:lnTo>
                <a:lnTo>
                  <a:pt x="1625112" y="479870"/>
                </a:lnTo>
                <a:close/>
                <a:moveTo>
                  <a:pt x="1510812" y="452438"/>
                </a:moveTo>
                <a:lnTo>
                  <a:pt x="1538244" y="452438"/>
                </a:lnTo>
                <a:lnTo>
                  <a:pt x="1538244" y="479870"/>
                </a:lnTo>
                <a:lnTo>
                  <a:pt x="1510812" y="479870"/>
                </a:lnTo>
                <a:close/>
                <a:moveTo>
                  <a:pt x="1394702" y="452438"/>
                </a:moveTo>
                <a:lnTo>
                  <a:pt x="1422134" y="452438"/>
                </a:lnTo>
                <a:lnTo>
                  <a:pt x="1422134" y="479870"/>
                </a:lnTo>
                <a:lnTo>
                  <a:pt x="1394702" y="479870"/>
                </a:lnTo>
                <a:close/>
                <a:moveTo>
                  <a:pt x="1278592" y="452438"/>
                </a:moveTo>
                <a:lnTo>
                  <a:pt x="1306024" y="452438"/>
                </a:lnTo>
                <a:lnTo>
                  <a:pt x="1306024" y="479870"/>
                </a:lnTo>
                <a:lnTo>
                  <a:pt x="1278592" y="479870"/>
                </a:lnTo>
                <a:close/>
                <a:moveTo>
                  <a:pt x="1162482" y="452438"/>
                </a:moveTo>
                <a:lnTo>
                  <a:pt x="1189914" y="452438"/>
                </a:lnTo>
                <a:lnTo>
                  <a:pt x="1189914" y="479870"/>
                </a:lnTo>
                <a:lnTo>
                  <a:pt x="1162482" y="479870"/>
                </a:lnTo>
                <a:close/>
                <a:moveTo>
                  <a:pt x="1042307" y="452438"/>
                </a:moveTo>
                <a:lnTo>
                  <a:pt x="1069739" y="452438"/>
                </a:lnTo>
                <a:lnTo>
                  <a:pt x="1069739" y="479870"/>
                </a:lnTo>
                <a:lnTo>
                  <a:pt x="1042307" y="479870"/>
                </a:lnTo>
                <a:close/>
                <a:moveTo>
                  <a:pt x="926798" y="452438"/>
                </a:moveTo>
                <a:lnTo>
                  <a:pt x="954230" y="452438"/>
                </a:lnTo>
                <a:lnTo>
                  <a:pt x="954230" y="479870"/>
                </a:lnTo>
                <a:lnTo>
                  <a:pt x="926798" y="479870"/>
                </a:lnTo>
                <a:close/>
                <a:moveTo>
                  <a:pt x="812625" y="452438"/>
                </a:moveTo>
                <a:lnTo>
                  <a:pt x="840057" y="452438"/>
                </a:lnTo>
                <a:lnTo>
                  <a:pt x="840057" y="479870"/>
                </a:lnTo>
                <a:lnTo>
                  <a:pt x="812625" y="479870"/>
                </a:lnTo>
                <a:close/>
                <a:moveTo>
                  <a:pt x="692450" y="452438"/>
                </a:moveTo>
                <a:lnTo>
                  <a:pt x="719882" y="452438"/>
                </a:lnTo>
                <a:lnTo>
                  <a:pt x="719882" y="479870"/>
                </a:lnTo>
                <a:lnTo>
                  <a:pt x="692450" y="479870"/>
                </a:lnTo>
                <a:close/>
                <a:moveTo>
                  <a:pt x="576340" y="452438"/>
                </a:moveTo>
                <a:lnTo>
                  <a:pt x="603772" y="452438"/>
                </a:lnTo>
                <a:lnTo>
                  <a:pt x="603772" y="479870"/>
                </a:lnTo>
                <a:lnTo>
                  <a:pt x="576340" y="479870"/>
                </a:lnTo>
                <a:close/>
                <a:moveTo>
                  <a:pt x="456165" y="452438"/>
                </a:moveTo>
                <a:lnTo>
                  <a:pt x="483597" y="452438"/>
                </a:lnTo>
                <a:lnTo>
                  <a:pt x="483597" y="479870"/>
                </a:lnTo>
                <a:lnTo>
                  <a:pt x="456165" y="479870"/>
                </a:lnTo>
                <a:close/>
                <a:moveTo>
                  <a:pt x="340656" y="452438"/>
                </a:moveTo>
                <a:lnTo>
                  <a:pt x="368088" y="452438"/>
                </a:lnTo>
                <a:lnTo>
                  <a:pt x="368088" y="479870"/>
                </a:lnTo>
                <a:lnTo>
                  <a:pt x="340656" y="479870"/>
                </a:lnTo>
                <a:close/>
                <a:moveTo>
                  <a:pt x="226483" y="452438"/>
                </a:moveTo>
                <a:lnTo>
                  <a:pt x="253915" y="452438"/>
                </a:lnTo>
                <a:lnTo>
                  <a:pt x="253915" y="479870"/>
                </a:lnTo>
                <a:lnTo>
                  <a:pt x="226483" y="479870"/>
                </a:lnTo>
                <a:close/>
                <a:moveTo>
                  <a:pt x="114173" y="452438"/>
                </a:moveTo>
                <a:lnTo>
                  <a:pt x="141605" y="452438"/>
                </a:lnTo>
                <a:lnTo>
                  <a:pt x="141605" y="479870"/>
                </a:lnTo>
                <a:lnTo>
                  <a:pt x="114173" y="479870"/>
                </a:lnTo>
                <a:close/>
                <a:moveTo>
                  <a:pt x="0" y="452438"/>
                </a:moveTo>
                <a:lnTo>
                  <a:pt x="27432" y="452438"/>
                </a:lnTo>
                <a:lnTo>
                  <a:pt x="27432" y="479870"/>
                </a:lnTo>
                <a:lnTo>
                  <a:pt x="0" y="479870"/>
                </a:lnTo>
                <a:close/>
                <a:moveTo>
                  <a:pt x="1851331" y="337344"/>
                </a:moveTo>
                <a:lnTo>
                  <a:pt x="1878763" y="337344"/>
                </a:lnTo>
                <a:lnTo>
                  <a:pt x="1878763" y="364776"/>
                </a:lnTo>
                <a:lnTo>
                  <a:pt x="1851331" y="364776"/>
                </a:lnTo>
                <a:close/>
                <a:moveTo>
                  <a:pt x="1737031" y="337344"/>
                </a:moveTo>
                <a:lnTo>
                  <a:pt x="1764463" y="337344"/>
                </a:lnTo>
                <a:lnTo>
                  <a:pt x="1764463" y="364776"/>
                </a:lnTo>
                <a:lnTo>
                  <a:pt x="1737031" y="364776"/>
                </a:lnTo>
                <a:close/>
                <a:moveTo>
                  <a:pt x="1625112" y="337344"/>
                </a:moveTo>
                <a:lnTo>
                  <a:pt x="1652544" y="337344"/>
                </a:lnTo>
                <a:lnTo>
                  <a:pt x="1652544" y="364776"/>
                </a:lnTo>
                <a:lnTo>
                  <a:pt x="1625112" y="364776"/>
                </a:lnTo>
                <a:close/>
                <a:moveTo>
                  <a:pt x="1510812" y="337344"/>
                </a:moveTo>
                <a:lnTo>
                  <a:pt x="1538244" y="337344"/>
                </a:lnTo>
                <a:lnTo>
                  <a:pt x="1538244" y="364776"/>
                </a:lnTo>
                <a:lnTo>
                  <a:pt x="1510812" y="364776"/>
                </a:lnTo>
                <a:close/>
                <a:moveTo>
                  <a:pt x="1394702" y="337344"/>
                </a:moveTo>
                <a:lnTo>
                  <a:pt x="1422134" y="337344"/>
                </a:lnTo>
                <a:lnTo>
                  <a:pt x="1422134" y="364776"/>
                </a:lnTo>
                <a:lnTo>
                  <a:pt x="1394702" y="364776"/>
                </a:lnTo>
                <a:close/>
                <a:moveTo>
                  <a:pt x="1278592" y="337344"/>
                </a:moveTo>
                <a:lnTo>
                  <a:pt x="1306024" y="337344"/>
                </a:lnTo>
                <a:lnTo>
                  <a:pt x="1306024" y="364776"/>
                </a:lnTo>
                <a:lnTo>
                  <a:pt x="1278592" y="364776"/>
                </a:lnTo>
                <a:close/>
                <a:moveTo>
                  <a:pt x="1162482" y="337344"/>
                </a:moveTo>
                <a:lnTo>
                  <a:pt x="1189914" y="337344"/>
                </a:lnTo>
                <a:lnTo>
                  <a:pt x="1189914" y="364776"/>
                </a:lnTo>
                <a:lnTo>
                  <a:pt x="1162482" y="364776"/>
                </a:lnTo>
                <a:close/>
                <a:moveTo>
                  <a:pt x="1042307" y="337344"/>
                </a:moveTo>
                <a:lnTo>
                  <a:pt x="1069739" y="337344"/>
                </a:lnTo>
                <a:lnTo>
                  <a:pt x="1069739" y="364776"/>
                </a:lnTo>
                <a:lnTo>
                  <a:pt x="1042307" y="364776"/>
                </a:lnTo>
                <a:close/>
                <a:moveTo>
                  <a:pt x="926798" y="337344"/>
                </a:moveTo>
                <a:lnTo>
                  <a:pt x="954230" y="337344"/>
                </a:lnTo>
                <a:lnTo>
                  <a:pt x="954230" y="364776"/>
                </a:lnTo>
                <a:lnTo>
                  <a:pt x="926798" y="364776"/>
                </a:lnTo>
                <a:close/>
                <a:moveTo>
                  <a:pt x="812625" y="337344"/>
                </a:moveTo>
                <a:lnTo>
                  <a:pt x="840057" y="337344"/>
                </a:lnTo>
                <a:lnTo>
                  <a:pt x="840057" y="364776"/>
                </a:lnTo>
                <a:lnTo>
                  <a:pt x="812625" y="364776"/>
                </a:lnTo>
                <a:close/>
                <a:moveTo>
                  <a:pt x="692450" y="337344"/>
                </a:moveTo>
                <a:lnTo>
                  <a:pt x="719882" y="337344"/>
                </a:lnTo>
                <a:lnTo>
                  <a:pt x="719882" y="364776"/>
                </a:lnTo>
                <a:lnTo>
                  <a:pt x="692450" y="364776"/>
                </a:lnTo>
                <a:close/>
                <a:moveTo>
                  <a:pt x="576340" y="337344"/>
                </a:moveTo>
                <a:lnTo>
                  <a:pt x="603772" y="337344"/>
                </a:lnTo>
                <a:lnTo>
                  <a:pt x="603772" y="364776"/>
                </a:lnTo>
                <a:lnTo>
                  <a:pt x="576340" y="364776"/>
                </a:lnTo>
                <a:close/>
                <a:moveTo>
                  <a:pt x="456165" y="337344"/>
                </a:moveTo>
                <a:lnTo>
                  <a:pt x="483597" y="337344"/>
                </a:lnTo>
                <a:lnTo>
                  <a:pt x="483597" y="364776"/>
                </a:lnTo>
                <a:lnTo>
                  <a:pt x="456165" y="364776"/>
                </a:lnTo>
                <a:close/>
                <a:moveTo>
                  <a:pt x="340656" y="337344"/>
                </a:moveTo>
                <a:lnTo>
                  <a:pt x="368088" y="337344"/>
                </a:lnTo>
                <a:lnTo>
                  <a:pt x="368088" y="364776"/>
                </a:lnTo>
                <a:lnTo>
                  <a:pt x="340656" y="364776"/>
                </a:lnTo>
                <a:close/>
                <a:moveTo>
                  <a:pt x="226483" y="337344"/>
                </a:moveTo>
                <a:lnTo>
                  <a:pt x="253915" y="337344"/>
                </a:lnTo>
                <a:lnTo>
                  <a:pt x="253915" y="364776"/>
                </a:lnTo>
                <a:lnTo>
                  <a:pt x="226483" y="364776"/>
                </a:lnTo>
                <a:close/>
                <a:moveTo>
                  <a:pt x="114173" y="337344"/>
                </a:moveTo>
                <a:lnTo>
                  <a:pt x="141605" y="337344"/>
                </a:lnTo>
                <a:lnTo>
                  <a:pt x="141605" y="364776"/>
                </a:lnTo>
                <a:lnTo>
                  <a:pt x="114173" y="364776"/>
                </a:lnTo>
                <a:close/>
                <a:moveTo>
                  <a:pt x="0" y="337344"/>
                </a:moveTo>
                <a:lnTo>
                  <a:pt x="27432" y="337344"/>
                </a:lnTo>
                <a:lnTo>
                  <a:pt x="27432" y="364776"/>
                </a:lnTo>
                <a:lnTo>
                  <a:pt x="0" y="364776"/>
                </a:lnTo>
                <a:close/>
                <a:moveTo>
                  <a:pt x="1851331" y="223837"/>
                </a:moveTo>
                <a:lnTo>
                  <a:pt x="1878763" y="223837"/>
                </a:lnTo>
                <a:lnTo>
                  <a:pt x="1878763" y="251269"/>
                </a:lnTo>
                <a:lnTo>
                  <a:pt x="1851331" y="251269"/>
                </a:lnTo>
                <a:close/>
                <a:moveTo>
                  <a:pt x="1737031" y="223837"/>
                </a:moveTo>
                <a:lnTo>
                  <a:pt x="1764463" y="223837"/>
                </a:lnTo>
                <a:lnTo>
                  <a:pt x="1764463" y="251269"/>
                </a:lnTo>
                <a:lnTo>
                  <a:pt x="1737031" y="251269"/>
                </a:lnTo>
                <a:close/>
                <a:moveTo>
                  <a:pt x="1625112" y="223837"/>
                </a:moveTo>
                <a:lnTo>
                  <a:pt x="1652544" y="223837"/>
                </a:lnTo>
                <a:lnTo>
                  <a:pt x="1652544" y="251269"/>
                </a:lnTo>
                <a:lnTo>
                  <a:pt x="1625112" y="251269"/>
                </a:lnTo>
                <a:close/>
                <a:moveTo>
                  <a:pt x="1510812" y="223837"/>
                </a:moveTo>
                <a:lnTo>
                  <a:pt x="1538244" y="223837"/>
                </a:lnTo>
                <a:lnTo>
                  <a:pt x="1538244" y="251269"/>
                </a:lnTo>
                <a:lnTo>
                  <a:pt x="1510812" y="251269"/>
                </a:lnTo>
                <a:close/>
                <a:moveTo>
                  <a:pt x="1394702" y="223837"/>
                </a:moveTo>
                <a:lnTo>
                  <a:pt x="1422134" y="223837"/>
                </a:lnTo>
                <a:lnTo>
                  <a:pt x="1422134" y="251269"/>
                </a:lnTo>
                <a:lnTo>
                  <a:pt x="1394702" y="251269"/>
                </a:lnTo>
                <a:close/>
                <a:moveTo>
                  <a:pt x="1278592" y="223837"/>
                </a:moveTo>
                <a:lnTo>
                  <a:pt x="1306024" y="223837"/>
                </a:lnTo>
                <a:lnTo>
                  <a:pt x="1306024" y="251269"/>
                </a:lnTo>
                <a:lnTo>
                  <a:pt x="1278592" y="251269"/>
                </a:lnTo>
                <a:close/>
                <a:moveTo>
                  <a:pt x="1162482" y="223837"/>
                </a:moveTo>
                <a:lnTo>
                  <a:pt x="1189914" y="223837"/>
                </a:lnTo>
                <a:lnTo>
                  <a:pt x="1189914" y="251269"/>
                </a:lnTo>
                <a:lnTo>
                  <a:pt x="1162482" y="251269"/>
                </a:lnTo>
                <a:close/>
                <a:moveTo>
                  <a:pt x="1042307" y="223837"/>
                </a:moveTo>
                <a:lnTo>
                  <a:pt x="1069739" y="223837"/>
                </a:lnTo>
                <a:lnTo>
                  <a:pt x="1069739" y="251269"/>
                </a:lnTo>
                <a:lnTo>
                  <a:pt x="1042307" y="251269"/>
                </a:lnTo>
                <a:close/>
                <a:moveTo>
                  <a:pt x="926798" y="223837"/>
                </a:moveTo>
                <a:lnTo>
                  <a:pt x="954230" y="223837"/>
                </a:lnTo>
                <a:lnTo>
                  <a:pt x="954230" y="251269"/>
                </a:lnTo>
                <a:lnTo>
                  <a:pt x="926798" y="251269"/>
                </a:lnTo>
                <a:close/>
                <a:moveTo>
                  <a:pt x="812625" y="223837"/>
                </a:moveTo>
                <a:lnTo>
                  <a:pt x="840057" y="223837"/>
                </a:lnTo>
                <a:lnTo>
                  <a:pt x="840057" y="251269"/>
                </a:lnTo>
                <a:lnTo>
                  <a:pt x="812625" y="251269"/>
                </a:lnTo>
                <a:close/>
                <a:moveTo>
                  <a:pt x="692450" y="223837"/>
                </a:moveTo>
                <a:lnTo>
                  <a:pt x="719882" y="223837"/>
                </a:lnTo>
                <a:lnTo>
                  <a:pt x="719882" y="251269"/>
                </a:lnTo>
                <a:lnTo>
                  <a:pt x="692450" y="251269"/>
                </a:lnTo>
                <a:close/>
                <a:moveTo>
                  <a:pt x="576340" y="223837"/>
                </a:moveTo>
                <a:lnTo>
                  <a:pt x="603772" y="223837"/>
                </a:lnTo>
                <a:lnTo>
                  <a:pt x="603772" y="251269"/>
                </a:lnTo>
                <a:lnTo>
                  <a:pt x="576340" y="251269"/>
                </a:lnTo>
                <a:close/>
                <a:moveTo>
                  <a:pt x="456165" y="223837"/>
                </a:moveTo>
                <a:lnTo>
                  <a:pt x="483597" y="223837"/>
                </a:lnTo>
                <a:lnTo>
                  <a:pt x="483597" y="251269"/>
                </a:lnTo>
                <a:lnTo>
                  <a:pt x="456165" y="251269"/>
                </a:lnTo>
                <a:close/>
                <a:moveTo>
                  <a:pt x="340656" y="223837"/>
                </a:moveTo>
                <a:lnTo>
                  <a:pt x="368088" y="223837"/>
                </a:lnTo>
                <a:lnTo>
                  <a:pt x="368088" y="251269"/>
                </a:lnTo>
                <a:lnTo>
                  <a:pt x="340656" y="251269"/>
                </a:lnTo>
                <a:close/>
                <a:moveTo>
                  <a:pt x="226483" y="223837"/>
                </a:moveTo>
                <a:lnTo>
                  <a:pt x="253915" y="223837"/>
                </a:lnTo>
                <a:lnTo>
                  <a:pt x="253915" y="251269"/>
                </a:lnTo>
                <a:lnTo>
                  <a:pt x="226483" y="251269"/>
                </a:lnTo>
                <a:close/>
                <a:moveTo>
                  <a:pt x="114173" y="223837"/>
                </a:moveTo>
                <a:lnTo>
                  <a:pt x="141605" y="223837"/>
                </a:lnTo>
                <a:lnTo>
                  <a:pt x="141605" y="251269"/>
                </a:lnTo>
                <a:lnTo>
                  <a:pt x="114173" y="251269"/>
                </a:lnTo>
                <a:close/>
                <a:moveTo>
                  <a:pt x="0" y="223837"/>
                </a:moveTo>
                <a:lnTo>
                  <a:pt x="27432" y="223837"/>
                </a:lnTo>
                <a:lnTo>
                  <a:pt x="27432" y="251269"/>
                </a:lnTo>
                <a:lnTo>
                  <a:pt x="0" y="251269"/>
                </a:lnTo>
                <a:close/>
                <a:moveTo>
                  <a:pt x="1851331" y="113507"/>
                </a:moveTo>
                <a:lnTo>
                  <a:pt x="1878763" y="113507"/>
                </a:lnTo>
                <a:lnTo>
                  <a:pt x="1878763" y="140939"/>
                </a:lnTo>
                <a:lnTo>
                  <a:pt x="1851331" y="140939"/>
                </a:lnTo>
                <a:close/>
                <a:moveTo>
                  <a:pt x="1737031" y="113507"/>
                </a:moveTo>
                <a:lnTo>
                  <a:pt x="1764463" y="113507"/>
                </a:lnTo>
                <a:lnTo>
                  <a:pt x="1764463" y="140939"/>
                </a:lnTo>
                <a:lnTo>
                  <a:pt x="1737031" y="140939"/>
                </a:lnTo>
                <a:close/>
                <a:moveTo>
                  <a:pt x="1625112" y="113507"/>
                </a:moveTo>
                <a:lnTo>
                  <a:pt x="1652544" y="113507"/>
                </a:lnTo>
                <a:lnTo>
                  <a:pt x="1652544" y="140939"/>
                </a:lnTo>
                <a:lnTo>
                  <a:pt x="1625112" y="140939"/>
                </a:lnTo>
                <a:close/>
                <a:moveTo>
                  <a:pt x="1510812" y="113507"/>
                </a:moveTo>
                <a:lnTo>
                  <a:pt x="1538244" y="113507"/>
                </a:lnTo>
                <a:lnTo>
                  <a:pt x="1538244" y="140939"/>
                </a:lnTo>
                <a:lnTo>
                  <a:pt x="1510812" y="140939"/>
                </a:lnTo>
                <a:close/>
                <a:moveTo>
                  <a:pt x="1394702" y="113507"/>
                </a:moveTo>
                <a:lnTo>
                  <a:pt x="1422134" y="113507"/>
                </a:lnTo>
                <a:lnTo>
                  <a:pt x="1422134" y="140939"/>
                </a:lnTo>
                <a:lnTo>
                  <a:pt x="1394702" y="140939"/>
                </a:lnTo>
                <a:close/>
                <a:moveTo>
                  <a:pt x="1278592" y="113507"/>
                </a:moveTo>
                <a:lnTo>
                  <a:pt x="1306024" y="113507"/>
                </a:lnTo>
                <a:lnTo>
                  <a:pt x="1306024" y="140939"/>
                </a:lnTo>
                <a:lnTo>
                  <a:pt x="1278592" y="140939"/>
                </a:lnTo>
                <a:close/>
                <a:moveTo>
                  <a:pt x="1162482" y="113507"/>
                </a:moveTo>
                <a:lnTo>
                  <a:pt x="1189914" y="113507"/>
                </a:lnTo>
                <a:lnTo>
                  <a:pt x="1189914" y="140939"/>
                </a:lnTo>
                <a:lnTo>
                  <a:pt x="1162482" y="140939"/>
                </a:lnTo>
                <a:close/>
                <a:moveTo>
                  <a:pt x="1042307" y="113507"/>
                </a:moveTo>
                <a:lnTo>
                  <a:pt x="1069739" y="113507"/>
                </a:lnTo>
                <a:lnTo>
                  <a:pt x="1069739" y="140939"/>
                </a:lnTo>
                <a:lnTo>
                  <a:pt x="1042307" y="140939"/>
                </a:lnTo>
                <a:close/>
                <a:moveTo>
                  <a:pt x="926798" y="113507"/>
                </a:moveTo>
                <a:lnTo>
                  <a:pt x="954230" y="113507"/>
                </a:lnTo>
                <a:lnTo>
                  <a:pt x="954230" y="140939"/>
                </a:lnTo>
                <a:lnTo>
                  <a:pt x="926798" y="140939"/>
                </a:lnTo>
                <a:close/>
                <a:moveTo>
                  <a:pt x="812625" y="113507"/>
                </a:moveTo>
                <a:lnTo>
                  <a:pt x="840057" y="113507"/>
                </a:lnTo>
                <a:lnTo>
                  <a:pt x="840057" y="140939"/>
                </a:lnTo>
                <a:lnTo>
                  <a:pt x="812625" y="140939"/>
                </a:lnTo>
                <a:close/>
                <a:moveTo>
                  <a:pt x="692450" y="113507"/>
                </a:moveTo>
                <a:lnTo>
                  <a:pt x="719882" y="113507"/>
                </a:lnTo>
                <a:lnTo>
                  <a:pt x="719882" y="140939"/>
                </a:lnTo>
                <a:lnTo>
                  <a:pt x="692450" y="140939"/>
                </a:lnTo>
                <a:close/>
                <a:moveTo>
                  <a:pt x="576340" y="113507"/>
                </a:moveTo>
                <a:lnTo>
                  <a:pt x="603772" y="113507"/>
                </a:lnTo>
                <a:lnTo>
                  <a:pt x="603772" y="140939"/>
                </a:lnTo>
                <a:lnTo>
                  <a:pt x="576340" y="140939"/>
                </a:lnTo>
                <a:close/>
                <a:moveTo>
                  <a:pt x="456165" y="113507"/>
                </a:moveTo>
                <a:lnTo>
                  <a:pt x="483597" y="113507"/>
                </a:lnTo>
                <a:lnTo>
                  <a:pt x="483597" y="140939"/>
                </a:lnTo>
                <a:lnTo>
                  <a:pt x="456165" y="140939"/>
                </a:lnTo>
                <a:close/>
                <a:moveTo>
                  <a:pt x="340656" y="113507"/>
                </a:moveTo>
                <a:lnTo>
                  <a:pt x="368088" y="113507"/>
                </a:lnTo>
                <a:lnTo>
                  <a:pt x="368088" y="140939"/>
                </a:lnTo>
                <a:lnTo>
                  <a:pt x="340656" y="140939"/>
                </a:lnTo>
                <a:close/>
                <a:moveTo>
                  <a:pt x="226483" y="113507"/>
                </a:moveTo>
                <a:lnTo>
                  <a:pt x="253915" y="113507"/>
                </a:lnTo>
                <a:lnTo>
                  <a:pt x="253915" y="140939"/>
                </a:lnTo>
                <a:lnTo>
                  <a:pt x="226483" y="140939"/>
                </a:lnTo>
                <a:close/>
                <a:moveTo>
                  <a:pt x="114173" y="113507"/>
                </a:moveTo>
                <a:lnTo>
                  <a:pt x="141605" y="113507"/>
                </a:lnTo>
                <a:lnTo>
                  <a:pt x="141605" y="140939"/>
                </a:lnTo>
                <a:lnTo>
                  <a:pt x="114173" y="140939"/>
                </a:lnTo>
                <a:close/>
                <a:moveTo>
                  <a:pt x="0" y="113507"/>
                </a:moveTo>
                <a:lnTo>
                  <a:pt x="27432" y="113507"/>
                </a:lnTo>
                <a:lnTo>
                  <a:pt x="27432" y="140939"/>
                </a:lnTo>
                <a:lnTo>
                  <a:pt x="0" y="140939"/>
                </a:lnTo>
                <a:close/>
                <a:moveTo>
                  <a:pt x="1851331" y="0"/>
                </a:moveTo>
                <a:lnTo>
                  <a:pt x="1878763" y="0"/>
                </a:lnTo>
                <a:lnTo>
                  <a:pt x="1878763" y="27432"/>
                </a:lnTo>
                <a:lnTo>
                  <a:pt x="1851331" y="27432"/>
                </a:lnTo>
                <a:close/>
                <a:moveTo>
                  <a:pt x="1737031" y="0"/>
                </a:moveTo>
                <a:lnTo>
                  <a:pt x="1764463" y="0"/>
                </a:lnTo>
                <a:lnTo>
                  <a:pt x="1764463" y="27432"/>
                </a:lnTo>
                <a:lnTo>
                  <a:pt x="1737031" y="27432"/>
                </a:lnTo>
                <a:close/>
                <a:moveTo>
                  <a:pt x="1625112" y="0"/>
                </a:moveTo>
                <a:lnTo>
                  <a:pt x="1652544" y="0"/>
                </a:lnTo>
                <a:lnTo>
                  <a:pt x="1652544" y="27432"/>
                </a:lnTo>
                <a:lnTo>
                  <a:pt x="1625112" y="27432"/>
                </a:lnTo>
                <a:close/>
                <a:moveTo>
                  <a:pt x="1510812" y="0"/>
                </a:moveTo>
                <a:lnTo>
                  <a:pt x="1538244" y="0"/>
                </a:lnTo>
                <a:lnTo>
                  <a:pt x="1538244" y="27432"/>
                </a:lnTo>
                <a:lnTo>
                  <a:pt x="1510812" y="27432"/>
                </a:lnTo>
                <a:close/>
                <a:moveTo>
                  <a:pt x="1394702" y="0"/>
                </a:moveTo>
                <a:lnTo>
                  <a:pt x="1422134" y="0"/>
                </a:lnTo>
                <a:lnTo>
                  <a:pt x="1422134" y="27432"/>
                </a:lnTo>
                <a:lnTo>
                  <a:pt x="1394702" y="27432"/>
                </a:lnTo>
                <a:close/>
                <a:moveTo>
                  <a:pt x="1278592" y="0"/>
                </a:moveTo>
                <a:lnTo>
                  <a:pt x="1306024" y="0"/>
                </a:lnTo>
                <a:lnTo>
                  <a:pt x="1306024" y="27432"/>
                </a:lnTo>
                <a:lnTo>
                  <a:pt x="1278592" y="27432"/>
                </a:lnTo>
                <a:close/>
                <a:moveTo>
                  <a:pt x="1162482" y="0"/>
                </a:moveTo>
                <a:lnTo>
                  <a:pt x="1189914" y="0"/>
                </a:lnTo>
                <a:lnTo>
                  <a:pt x="1189914" y="27432"/>
                </a:lnTo>
                <a:lnTo>
                  <a:pt x="1162482" y="27432"/>
                </a:lnTo>
                <a:close/>
                <a:moveTo>
                  <a:pt x="1042307" y="0"/>
                </a:moveTo>
                <a:lnTo>
                  <a:pt x="1069739" y="0"/>
                </a:lnTo>
                <a:lnTo>
                  <a:pt x="1069739" y="27432"/>
                </a:lnTo>
                <a:lnTo>
                  <a:pt x="1042307" y="27432"/>
                </a:lnTo>
                <a:close/>
                <a:moveTo>
                  <a:pt x="926798" y="0"/>
                </a:moveTo>
                <a:lnTo>
                  <a:pt x="954230" y="0"/>
                </a:lnTo>
                <a:lnTo>
                  <a:pt x="954230" y="27432"/>
                </a:lnTo>
                <a:lnTo>
                  <a:pt x="926798" y="27432"/>
                </a:lnTo>
                <a:close/>
                <a:moveTo>
                  <a:pt x="812625" y="0"/>
                </a:moveTo>
                <a:lnTo>
                  <a:pt x="840057" y="0"/>
                </a:lnTo>
                <a:lnTo>
                  <a:pt x="840057" y="27432"/>
                </a:lnTo>
                <a:lnTo>
                  <a:pt x="812625" y="27432"/>
                </a:lnTo>
                <a:close/>
                <a:moveTo>
                  <a:pt x="692450" y="0"/>
                </a:moveTo>
                <a:lnTo>
                  <a:pt x="719882" y="0"/>
                </a:lnTo>
                <a:lnTo>
                  <a:pt x="719882" y="27432"/>
                </a:lnTo>
                <a:lnTo>
                  <a:pt x="692450" y="27432"/>
                </a:lnTo>
                <a:close/>
                <a:moveTo>
                  <a:pt x="576340" y="0"/>
                </a:moveTo>
                <a:lnTo>
                  <a:pt x="603772" y="0"/>
                </a:lnTo>
                <a:lnTo>
                  <a:pt x="603772" y="27432"/>
                </a:lnTo>
                <a:lnTo>
                  <a:pt x="576340" y="27432"/>
                </a:lnTo>
                <a:close/>
                <a:moveTo>
                  <a:pt x="456165" y="0"/>
                </a:moveTo>
                <a:lnTo>
                  <a:pt x="483597" y="0"/>
                </a:lnTo>
                <a:lnTo>
                  <a:pt x="483597" y="27432"/>
                </a:lnTo>
                <a:lnTo>
                  <a:pt x="456165" y="27432"/>
                </a:lnTo>
                <a:close/>
                <a:moveTo>
                  <a:pt x="340656" y="0"/>
                </a:moveTo>
                <a:lnTo>
                  <a:pt x="368088" y="0"/>
                </a:lnTo>
                <a:lnTo>
                  <a:pt x="368088" y="27432"/>
                </a:lnTo>
                <a:lnTo>
                  <a:pt x="340656" y="27432"/>
                </a:lnTo>
                <a:close/>
                <a:moveTo>
                  <a:pt x="226483" y="0"/>
                </a:moveTo>
                <a:lnTo>
                  <a:pt x="253915" y="0"/>
                </a:lnTo>
                <a:lnTo>
                  <a:pt x="253915" y="27432"/>
                </a:lnTo>
                <a:lnTo>
                  <a:pt x="226483" y="27432"/>
                </a:lnTo>
                <a:close/>
                <a:moveTo>
                  <a:pt x="114173" y="0"/>
                </a:moveTo>
                <a:lnTo>
                  <a:pt x="141605" y="0"/>
                </a:lnTo>
                <a:lnTo>
                  <a:pt x="141605" y="27432"/>
                </a:lnTo>
                <a:lnTo>
                  <a:pt x="114173" y="27432"/>
                </a:lnTo>
                <a:close/>
                <a:moveTo>
                  <a:pt x="0" y="0"/>
                </a:moveTo>
                <a:lnTo>
                  <a:pt x="27432" y="0"/>
                </a:lnTo>
                <a:lnTo>
                  <a:pt x="27432" y="27432"/>
                </a:lnTo>
                <a:lnTo>
                  <a:pt x="0" y="2743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22" name="Freeform: Shape 5">
            <a:extLst>
              <a:ext uri="{FF2B5EF4-FFF2-40B4-BE49-F238E27FC236}">
                <a16:creationId xmlns:a16="http://schemas.microsoft.com/office/drawing/2014/main" id="{434B28BE-B72D-6315-E910-B83788D208CE}"/>
              </a:ext>
            </a:extLst>
          </p:cNvPr>
          <p:cNvSpPr/>
          <p:nvPr userDrawn="1"/>
        </p:nvSpPr>
        <p:spPr>
          <a:xfrm>
            <a:off x="10411774" y="7498348"/>
            <a:ext cx="2603721" cy="2343349"/>
          </a:xfrm>
          <a:custGeom>
            <a:avLst/>
            <a:gdLst>
              <a:gd name="connsiteX0" fmla="*/ 1851331 w 1878763"/>
              <a:gd name="connsiteY0" fmla="*/ 1692867 h 1720299"/>
              <a:gd name="connsiteX1" fmla="*/ 1878763 w 1878763"/>
              <a:gd name="connsiteY1" fmla="*/ 1692867 h 1720299"/>
              <a:gd name="connsiteX2" fmla="*/ 1878763 w 1878763"/>
              <a:gd name="connsiteY2" fmla="*/ 1720299 h 1720299"/>
              <a:gd name="connsiteX3" fmla="*/ 1851331 w 1878763"/>
              <a:gd name="connsiteY3" fmla="*/ 1720299 h 1720299"/>
              <a:gd name="connsiteX4" fmla="*/ 1737031 w 1878763"/>
              <a:gd name="connsiteY4" fmla="*/ 1692867 h 1720299"/>
              <a:gd name="connsiteX5" fmla="*/ 1764463 w 1878763"/>
              <a:gd name="connsiteY5" fmla="*/ 1692867 h 1720299"/>
              <a:gd name="connsiteX6" fmla="*/ 1764463 w 1878763"/>
              <a:gd name="connsiteY6" fmla="*/ 1720299 h 1720299"/>
              <a:gd name="connsiteX7" fmla="*/ 1737031 w 1878763"/>
              <a:gd name="connsiteY7" fmla="*/ 1720299 h 1720299"/>
              <a:gd name="connsiteX8" fmla="*/ 1625112 w 1878763"/>
              <a:gd name="connsiteY8" fmla="*/ 1692867 h 1720299"/>
              <a:gd name="connsiteX9" fmla="*/ 1652544 w 1878763"/>
              <a:gd name="connsiteY9" fmla="*/ 1692867 h 1720299"/>
              <a:gd name="connsiteX10" fmla="*/ 1652544 w 1878763"/>
              <a:gd name="connsiteY10" fmla="*/ 1720299 h 1720299"/>
              <a:gd name="connsiteX11" fmla="*/ 1625112 w 1878763"/>
              <a:gd name="connsiteY11" fmla="*/ 1720299 h 1720299"/>
              <a:gd name="connsiteX12" fmla="*/ 1510812 w 1878763"/>
              <a:gd name="connsiteY12" fmla="*/ 1692867 h 1720299"/>
              <a:gd name="connsiteX13" fmla="*/ 1538244 w 1878763"/>
              <a:gd name="connsiteY13" fmla="*/ 1692867 h 1720299"/>
              <a:gd name="connsiteX14" fmla="*/ 1538244 w 1878763"/>
              <a:gd name="connsiteY14" fmla="*/ 1720299 h 1720299"/>
              <a:gd name="connsiteX15" fmla="*/ 1510812 w 1878763"/>
              <a:gd name="connsiteY15" fmla="*/ 1720299 h 1720299"/>
              <a:gd name="connsiteX16" fmla="*/ 1394702 w 1878763"/>
              <a:gd name="connsiteY16" fmla="*/ 1692867 h 1720299"/>
              <a:gd name="connsiteX17" fmla="*/ 1422134 w 1878763"/>
              <a:gd name="connsiteY17" fmla="*/ 1692867 h 1720299"/>
              <a:gd name="connsiteX18" fmla="*/ 1422134 w 1878763"/>
              <a:gd name="connsiteY18" fmla="*/ 1720299 h 1720299"/>
              <a:gd name="connsiteX19" fmla="*/ 1394702 w 1878763"/>
              <a:gd name="connsiteY19" fmla="*/ 1720299 h 1720299"/>
              <a:gd name="connsiteX20" fmla="*/ 1278592 w 1878763"/>
              <a:gd name="connsiteY20" fmla="*/ 1692867 h 1720299"/>
              <a:gd name="connsiteX21" fmla="*/ 1306024 w 1878763"/>
              <a:gd name="connsiteY21" fmla="*/ 1692867 h 1720299"/>
              <a:gd name="connsiteX22" fmla="*/ 1306024 w 1878763"/>
              <a:gd name="connsiteY22" fmla="*/ 1720299 h 1720299"/>
              <a:gd name="connsiteX23" fmla="*/ 1278592 w 1878763"/>
              <a:gd name="connsiteY23" fmla="*/ 1720299 h 1720299"/>
              <a:gd name="connsiteX24" fmla="*/ 1162482 w 1878763"/>
              <a:gd name="connsiteY24" fmla="*/ 1692867 h 1720299"/>
              <a:gd name="connsiteX25" fmla="*/ 1189914 w 1878763"/>
              <a:gd name="connsiteY25" fmla="*/ 1692867 h 1720299"/>
              <a:gd name="connsiteX26" fmla="*/ 1189914 w 1878763"/>
              <a:gd name="connsiteY26" fmla="*/ 1720299 h 1720299"/>
              <a:gd name="connsiteX27" fmla="*/ 1162482 w 1878763"/>
              <a:gd name="connsiteY27" fmla="*/ 1720299 h 1720299"/>
              <a:gd name="connsiteX28" fmla="*/ 1042307 w 1878763"/>
              <a:gd name="connsiteY28" fmla="*/ 1692867 h 1720299"/>
              <a:gd name="connsiteX29" fmla="*/ 1069739 w 1878763"/>
              <a:gd name="connsiteY29" fmla="*/ 1692867 h 1720299"/>
              <a:gd name="connsiteX30" fmla="*/ 1069739 w 1878763"/>
              <a:gd name="connsiteY30" fmla="*/ 1720299 h 1720299"/>
              <a:gd name="connsiteX31" fmla="*/ 1042307 w 1878763"/>
              <a:gd name="connsiteY31" fmla="*/ 1720299 h 1720299"/>
              <a:gd name="connsiteX32" fmla="*/ 926798 w 1878763"/>
              <a:gd name="connsiteY32" fmla="*/ 1692867 h 1720299"/>
              <a:gd name="connsiteX33" fmla="*/ 954230 w 1878763"/>
              <a:gd name="connsiteY33" fmla="*/ 1692867 h 1720299"/>
              <a:gd name="connsiteX34" fmla="*/ 954230 w 1878763"/>
              <a:gd name="connsiteY34" fmla="*/ 1720299 h 1720299"/>
              <a:gd name="connsiteX35" fmla="*/ 926798 w 1878763"/>
              <a:gd name="connsiteY35" fmla="*/ 1720299 h 1720299"/>
              <a:gd name="connsiteX36" fmla="*/ 812625 w 1878763"/>
              <a:gd name="connsiteY36" fmla="*/ 1692867 h 1720299"/>
              <a:gd name="connsiteX37" fmla="*/ 840057 w 1878763"/>
              <a:gd name="connsiteY37" fmla="*/ 1692867 h 1720299"/>
              <a:gd name="connsiteX38" fmla="*/ 840057 w 1878763"/>
              <a:gd name="connsiteY38" fmla="*/ 1720299 h 1720299"/>
              <a:gd name="connsiteX39" fmla="*/ 812625 w 1878763"/>
              <a:gd name="connsiteY39" fmla="*/ 1720299 h 1720299"/>
              <a:gd name="connsiteX40" fmla="*/ 692450 w 1878763"/>
              <a:gd name="connsiteY40" fmla="*/ 1692867 h 1720299"/>
              <a:gd name="connsiteX41" fmla="*/ 719882 w 1878763"/>
              <a:gd name="connsiteY41" fmla="*/ 1692867 h 1720299"/>
              <a:gd name="connsiteX42" fmla="*/ 719882 w 1878763"/>
              <a:gd name="connsiteY42" fmla="*/ 1720299 h 1720299"/>
              <a:gd name="connsiteX43" fmla="*/ 692450 w 1878763"/>
              <a:gd name="connsiteY43" fmla="*/ 1720299 h 1720299"/>
              <a:gd name="connsiteX44" fmla="*/ 576340 w 1878763"/>
              <a:gd name="connsiteY44" fmla="*/ 1692867 h 1720299"/>
              <a:gd name="connsiteX45" fmla="*/ 603772 w 1878763"/>
              <a:gd name="connsiteY45" fmla="*/ 1692867 h 1720299"/>
              <a:gd name="connsiteX46" fmla="*/ 603772 w 1878763"/>
              <a:gd name="connsiteY46" fmla="*/ 1720299 h 1720299"/>
              <a:gd name="connsiteX47" fmla="*/ 576340 w 1878763"/>
              <a:gd name="connsiteY47" fmla="*/ 1720299 h 1720299"/>
              <a:gd name="connsiteX48" fmla="*/ 456165 w 1878763"/>
              <a:gd name="connsiteY48" fmla="*/ 1692867 h 1720299"/>
              <a:gd name="connsiteX49" fmla="*/ 483597 w 1878763"/>
              <a:gd name="connsiteY49" fmla="*/ 1692867 h 1720299"/>
              <a:gd name="connsiteX50" fmla="*/ 483597 w 1878763"/>
              <a:gd name="connsiteY50" fmla="*/ 1720299 h 1720299"/>
              <a:gd name="connsiteX51" fmla="*/ 456165 w 1878763"/>
              <a:gd name="connsiteY51" fmla="*/ 1720299 h 1720299"/>
              <a:gd name="connsiteX52" fmla="*/ 340656 w 1878763"/>
              <a:gd name="connsiteY52" fmla="*/ 1692867 h 1720299"/>
              <a:gd name="connsiteX53" fmla="*/ 368088 w 1878763"/>
              <a:gd name="connsiteY53" fmla="*/ 1692867 h 1720299"/>
              <a:gd name="connsiteX54" fmla="*/ 368088 w 1878763"/>
              <a:gd name="connsiteY54" fmla="*/ 1720299 h 1720299"/>
              <a:gd name="connsiteX55" fmla="*/ 340656 w 1878763"/>
              <a:gd name="connsiteY55" fmla="*/ 1720299 h 1720299"/>
              <a:gd name="connsiteX56" fmla="*/ 226483 w 1878763"/>
              <a:gd name="connsiteY56" fmla="*/ 1692867 h 1720299"/>
              <a:gd name="connsiteX57" fmla="*/ 253915 w 1878763"/>
              <a:gd name="connsiteY57" fmla="*/ 1692867 h 1720299"/>
              <a:gd name="connsiteX58" fmla="*/ 253915 w 1878763"/>
              <a:gd name="connsiteY58" fmla="*/ 1720299 h 1720299"/>
              <a:gd name="connsiteX59" fmla="*/ 226483 w 1878763"/>
              <a:gd name="connsiteY59" fmla="*/ 1720299 h 1720299"/>
              <a:gd name="connsiteX60" fmla="*/ 114173 w 1878763"/>
              <a:gd name="connsiteY60" fmla="*/ 1692867 h 1720299"/>
              <a:gd name="connsiteX61" fmla="*/ 141605 w 1878763"/>
              <a:gd name="connsiteY61" fmla="*/ 1692867 h 1720299"/>
              <a:gd name="connsiteX62" fmla="*/ 141605 w 1878763"/>
              <a:gd name="connsiteY62" fmla="*/ 1720299 h 1720299"/>
              <a:gd name="connsiteX63" fmla="*/ 114173 w 1878763"/>
              <a:gd name="connsiteY63" fmla="*/ 1720299 h 1720299"/>
              <a:gd name="connsiteX64" fmla="*/ 0 w 1878763"/>
              <a:gd name="connsiteY64" fmla="*/ 1692867 h 1720299"/>
              <a:gd name="connsiteX65" fmla="*/ 27432 w 1878763"/>
              <a:gd name="connsiteY65" fmla="*/ 1692867 h 1720299"/>
              <a:gd name="connsiteX66" fmla="*/ 27432 w 1878763"/>
              <a:gd name="connsiteY66" fmla="*/ 1720299 h 1720299"/>
              <a:gd name="connsiteX67" fmla="*/ 0 w 1878763"/>
              <a:gd name="connsiteY67" fmla="*/ 1720299 h 1720299"/>
              <a:gd name="connsiteX68" fmla="*/ 1851331 w 1878763"/>
              <a:gd name="connsiteY68" fmla="*/ 1579360 h 1720299"/>
              <a:gd name="connsiteX69" fmla="*/ 1878763 w 1878763"/>
              <a:gd name="connsiteY69" fmla="*/ 1579360 h 1720299"/>
              <a:gd name="connsiteX70" fmla="*/ 1878763 w 1878763"/>
              <a:gd name="connsiteY70" fmla="*/ 1606792 h 1720299"/>
              <a:gd name="connsiteX71" fmla="*/ 1851331 w 1878763"/>
              <a:gd name="connsiteY71" fmla="*/ 1606792 h 1720299"/>
              <a:gd name="connsiteX72" fmla="*/ 1737031 w 1878763"/>
              <a:gd name="connsiteY72" fmla="*/ 1579360 h 1720299"/>
              <a:gd name="connsiteX73" fmla="*/ 1764463 w 1878763"/>
              <a:gd name="connsiteY73" fmla="*/ 1579360 h 1720299"/>
              <a:gd name="connsiteX74" fmla="*/ 1764463 w 1878763"/>
              <a:gd name="connsiteY74" fmla="*/ 1606792 h 1720299"/>
              <a:gd name="connsiteX75" fmla="*/ 1737031 w 1878763"/>
              <a:gd name="connsiteY75" fmla="*/ 1606792 h 1720299"/>
              <a:gd name="connsiteX76" fmla="*/ 1625112 w 1878763"/>
              <a:gd name="connsiteY76" fmla="*/ 1579360 h 1720299"/>
              <a:gd name="connsiteX77" fmla="*/ 1652544 w 1878763"/>
              <a:gd name="connsiteY77" fmla="*/ 1579360 h 1720299"/>
              <a:gd name="connsiteX78" fmla="*/ 1652544 w 1878763"/>
              <a:gd name="connsiteY78" fmla="*/ 1606792 h 1720299"/>
              <a:gd name="connsiteX79" fmla="*/ 1625112 w 1878763"/>
              <a:gd name="connsiteY79" fmla="*/ 1606792 h 1720299"/>
              <a:gd name="connsiteX80" fmla="*/ 1510812 w 1878763"/>
              <a:gd name="connsiteY80" fmla="*/ 1579360 h 1720299"/>
              <a:gd name="connsiteX81" fmla="*/ 1538244 w 1878763"/>
              <a:gd name="connsiteY81" fmla="*/ 1579360 h 1720299"/>
              <a:gd name="connsiteX82" fmla="*/ 1538244 w 1878763"/>
              <a:gd name="connsiteY82" fmla="*/ 1606792 h 1720299"/>
              <a:gd name="connsiteX83" fmla="*/ 1510812 w 1878763"/>
              <a:gd name="connsiteY83" fmla="*/ 1606792 h 1720299"/>
              <a:gd name="connsiteX84" fmla="*/ 1394702 w 1878763"/>
              <a:gd name="connsiteY84" fmla="*/ 1579360 h 1720299"/>
              <a:gd name="connsiteX85" fmla="*/ 1422134 w 1878763"/>
              <a:gd name="connsiteY85" fmla="*/ 1579360 h 1720299"/>
              <a:gd name="connsiteX86" fmla="*/ 1422134 w 1878763"/>
              <a:gd name="connsiteY86" fmla="*/ 1606792 h 1720299"/>
              <a:gd name="connsiteX87" fmla="*/ 1394702 w 1878763"/>
              <a:gd name="connsiteY87" fmla="*/ 1606792 h 1720299"/>
              <a:gd name="connsiteX88" fmla="*/ 1278592 w 1878763"/>
              <a:gd name="connsiteY88" fmla="*/ 1579360 h 1720299"/>
              <a:gd name="connsiteX89" fmla="*/ 1306024 w 1878763"/>
              <a:gd name="connsiteY89" fmla="*/ 1579360 h 1720299"/>
              <a:gd name="connsiteX90" fmla="*/ 1306024 w 1878763"/>
              <a:gd name="connsiteY90" fmla="*/ 1606792 h 1720299"/>
              <a:gd name="connsiteX91" fmla="*/ 1278592 w 1878763"/>
              <a:gd name="connsiteY91" fmla="*/ 1606792 h 1720299"/>
              <a:gd name="connsiteX92" fmla="*/ 1162482 w 1878763"/>
              <a:gd name="connsiteY92" fmla="*/ 1579360 h 1720299"/>
              <a:gd name="connsiteX93" fmla="*/ 1189914 w 1878763"/>
              <a:gd name="connsiteY93" fmla="*/ 1579360 h 1720299"/>
              <a:gd name="connsiteX94" fmla="*/ 1189914 w 1878763"/>
              <a:gd name="connsiteY94" fmla="*/ 1606792 h 1720299"/>
              <a:gd name="connsiteX95" fmla="*/ 1162482 w 1878763"/>
              <a:gd name="connsiteY95" fmla="*/ 1606792 h 1720299"/>
              <a:gd name="connsiteX96" fmla="*/ 1042307 w 1878763"/>
              <a:gd name="connsiteY96" fmla="*/ 1579360 h 1720299"/>
              <a:gd name="connsiteX97" fmla="*/ 1069739 w 1878763"/>
              <a:gd name="connsiteY97" fmla="*/ 1579360 h 1720299"/>
              <a:gd name="connsiteX98" fmla="*/ 1069739 w 1878763"/>
              <a:gd name="connsiteY98" fmla="*/ 1606792 h 1720299"/>
              <a:gd name="connsiteX99" fmla="*/ 1042307 w 1878763"/>
              <a:gd name="connsiteY99" fmla="*/ 1606792 h 1720299"/>
              <a:gd name="connsiteX100" fmla="*/ 926798 w 1878763"/>
              <a:gd name="connsiteY100" fmla="*/ 1579360 h 1720299"/>
              <a:gd name="connsiteX101" fmla="*/ 954230 w 1878763"/>
              <a:gd name="connsiteY101" fmla="*/ 1579360 h 1720299"/>
              <a:gd name="connsiteX102" fmla="*/ 954230 w 1878763"/>
              <a:gd name="connsiteY102" fmla="*/ 1606792 h 1720299"/>
              <a:gd name="connsiteX103" fmla="*/ 926798 w 1878763"/>
              <a:gd name="connsiteY103" fmla="*/ 1606792 h 1720299"/>
              <a:gd name="connsiteX104" fmla="*/ 812625 w 1878763"/>
              <a:gd name="connsiteY104" fmla="*/ 1579360 h 1720299"/>
              <a:gd name="connsiteX105" fmla="*/ 840057 w 1878763"/>
              <a:gd name="connsiteY105" fmla="*/ 1579360 h 1720299"/>
              <a:gd name="connsiteX106" fmla="*/ 840057 w 1878763"/>
              <a:gd name="connsiteY106" fmla="*/ 1606792 h 1720299"/>
              <a:gd name="connsiteX107" fmla="*/ 812625 w 1878763"/>
              <a:gd name="connsiteY107" fmla="*/ 1606792 h 1720299"/>
              <a:gd name="connsiteX108" fmla="*/ 692450 w 1878763"/>
              <a:gd name="connsiteY108" fmla="*/ 1579360 h 1720299"/>
              <a:gd name="connsiteX109" fmla="*/ 719882 w 1878763"/>
              <a:gd name="connsiteY109" fmla="*/ 1579360 h 1720299"/>
              <a:gd name="connsiteX110" fmla="*/ 719882 w 1878763"/>
              <a:gd name="connsiteY110" fmla="*/ 1606792 h 1720299"/>
              <a:gd name="connsiteX111" fmla="*/ 692450 w 1878763"/>
              <a:gd name="connsiteY111" fmla="*/ 1606792 h 1720299"/>
              <a:gd name="connsiteX112" fmla="*/ 576340 w 1878763"/>
              <a:gd name="connsiteY112" fmla="*/ 1579360 h 1720299"/>
              <a:gd name="connsiteX113" fmla="*/ 603772 w 1878763"/>
              <a:gd name="connsiteY113" fmla="*/ 1579360 h 1720299"/>
              <a:gd name="connsiteX114" fmla="*/ 603772 w 1878763"/>
              <a:gd name="connsiteY114" fmla="*/ 1606792 h 1720299"/>
              <a:gd name="connsiteX115" fmla="*/ 576340 w 1878763"/>
              <a:gd name="connsiteY115" fmla="*/ 1606792 h 1720299"/>
              <a:gd name="connsiteX116" fmla="*/ 456165 w 1878763"/>
              <a:gd name="connsiteY116" fmla="*/ 1579360 h 1720299"/>
              <a:gd name="connsiteX117" fmla="*/ 483597 w 1878763"/>
              <a:gd name="connsiteY117" fmla="*/ 1579360 h 1720299"/>
              <a:gd name="connsiteX118" fmla="*/ 483597 w 1878763"/>
              <a:gd name="connsiteY118" fmla="*/ 1606792 h 1720299"/>
              <a:gd name="connsiteX119" fmla="*/ 456165 w 1878763"/>
              <a:gd name="connsiteY119" fmla="*/ 1606792 h 1720299"/>
              <a:gd name="connsiteX120" fmla="*/ 340656 w 1878763"/>
              <a:gd name="connsiteY120" fmla="*/ 1579360 h 1720299"/>
              <a:gd name="connsiteX121" fmla="*/ 368088 w 1878763"/>
              <a:gd name="connsiteY121" fmla="*/ 1579360 h 1720299"/>
              <a:gd name="connsiteX122" fmla="*/ 368088 w 1878763"/>
              <a:gd name="connsiteY122" fmla="*/ 1606792 h 1720299"/>
              <a:gd name="connsiteX123" fmla="*/ 340656 w 1878763"/>
              <a:gd name="connsiteY123" fmla="*/ 1606792 h 1720299"/>
              <a:gd name="connsiteX124" fmla="*/ 226483 w 1878763"/>
              <a:gd name="connsiteY124" fmla="*/ 1579360 h 1720299"/>
              <a:gd name="connsiteX125" fmla="*/ 253915 w 1878763"/>
              <a:gd name="connsiteY125" fmla="*/ 1579360 h 1720299"/>
              <a:gd name="connsiteX126" fmla="*/ 253915 w 1878763"/>
              <a:gd name="connsiteY126" fmla="*/ 1606792 h 1720299"/>
              <a:gd name="connsiteX127" fmla="*/ 226483 w 1878763"/>
              <a:gd name="connsiteY127" fmla="*/ 1606792 h 1720299"/>
              <a:gd name="connsiteX128" fmla="*/ 114173 w 1878763"/>
              <a:gd name="connsiteY128" fmla="*/ 1579360 h 1720299"/>
              <a:gd name="connsiteX129" fmla="*/ 141605 w 1878763"/>
              <a:gd name="connsiteY129" fmla="*/ 1579360 h 1720299"/>
              <a:gd name="connsiteX130" fmla="*/ 141605 w 1878763"/>
              <a:gd name="connsiteY130" fmla="*/ 1606792 h 1720299"/>
              <a:gd name="connsiteX131" fmla="*/ 114173 w 1878763"/>
              <a:gd name="connsiteY131" fmla="*/ 1606792 h 1720299"/>
              <a:gd name="connsiteX132" fmla="*/ 0 w 1878763"/>
              <a:gd name="connsiteY132" fmla="*/ 1579360 h 1720299"/>
              <a:gd name="connsiteX133" fmla="*/ 27432 w 1878763"/>
              <a:gd name="connsiteY133" fmla="*/ 1579360 h 1720299"/>
              <a:gd name="connsiteX134" fmla="*/ 27432 w 1878763"/>
              <a:gd name="connsiteY134" fmla="*/ 1606792 h 1720299"/>
              <a:gd name="connsiteX135" fmla="*/ 0 w 1878763"/>
              <a:gd name="connsiteY135" fmla="*/ 1606792 h 1720299"/>
              <a:gd name="connsiteX136" fmla="*/ 1851331 w 1878763"/>
              <a:gd name="connsiteY136" fmla="*/ 1469030 h 1720299"/>
              <a:gd name="connsiteX137" fmla="*/ 1878763 w 1878763"/>
              <a:gd name="connsiteY137" fmla="*/ 1469030 h 1720299"/>
              <a:gd name="connsiteX138" fmla="*/ 1878763 w 1878763"/>
              <a:gd name="connsiteY138" fmla="*/ 1496462 h 1720299"/>
              <a:gd name="connsiteX139" fmla="*/ 1851331 w 1878763"/>
              <a:gd name="connsiteY139" fmla="*/ 1496462 h 1720299"/>
              <a:gd name="connsiteX140" fmla="*/ 1737031 w 1878763"/>
              <a:gd name="connsiteY140" fmla="*/ 1469030 h 1720299"/>
              <a:gd name="connsiteX141" fmla="*/ 1764463 w 1878763"/>
              <a:gd name="connsiteY141" fmla="*/ 1469030 h 1720299"/>
              <a:gd name="connsiteX142" fmla="*/ 1764463 w 1878763"/>
              <a:gd name="connsiteY142" fmla="*/ 1496462 h 1720299"/>
              <a:gd name="connsiteX143" fmla="*/ 1737031 w 1878763"/>
              <a:gd name="connsiteY143" fmla="*/ 1496462 h 1720299"/>
              <a:gd name="connsiteX144" fmla="*/ 1625112 w 1878763"/>
              <a:gd name="connsiteY144" fmla="*/ 1469030 h 1720299"/>
              <a:gd name="connsiteX145" fmla="*/ 1652544 w 1878763"/>
              <a:gd name="connsiteY145" fmla="*/ 1469030 h 1720299"/>
              <a:gd name="connsiteX146" fmla="*/ 1652544 w 1878763"/>
              <a:gd name="connsiteY146" fmla="*/ 1496462 h 1720299"/>
              <a:gd name="connsiteX147" fmla="*/ 1625112 w 1878763"/>
              <a:gd name="connsiteY147" fmla="*/ 1496462 h 1720299"/>
              <a:gd name="connsiteX148" fmla="*/ 1510812 w 1878763"/>
              <a:gd name="connsiteY148" fmla="*/ 1469030 h 1720299"/>
              <a:gd name="connsiteX149" fmla="*/ 1538244 w 1878763"/>
              <a:gd name="connsiteY149" fmla="*/ 1469030 h 1720299"/>
              <a:gd name="connsiteX150" fmla="*/ 1538244 w 1878763"/>
              <a:gd name="connsiteY150" fmla="*/ 1496462 h 1720299"/>
              <a:gd name="connsiteX151" fmla="*/ 1510812 w 1878763"/>
              <a:gd name="connsiteY151" fmla="*/ 1496462 h 1720299"/>
              <a:gd name="connsiteX152" fmla="*/ 1394702 w 1878763"/>
              <a:gd name="connsiteY152" fmla="*/ 1469030 h 1720299"/>
              <a:gd name="connsiteX153" fmla="*/ 1422134 w 1878763"/>
              <a:gd name="connsiteY153" fmla="*/ 1469030 h 1720299"/>
              <a:gd name="connsiteX154" fmla="*/ 1422134 w 1878763"/>
              <a:gd name="connsiteY154" fmla="*/ 1496462 h 1720299"/>
              <a:gd name="connsiteX155" fmla="*/ 1394702 w 1878763"/>
              <a:gd name="connsiteY155" fmla="*/ 1496462 h 1720299"/>
              <a:gd name="connsiteX156" fmla="*/ 1278592 w 1878763"/>
              <a:gd name="connsiteY156" fmla="*/ 1469030 h 1720299"/>
              <a:gd name="connsiteX157" fmla="*/ 1306024 w 1878763"/>
              <a:gd name="connsiteY157" fmla="*/ 1469030 h 1720299"/>
              <a:gd name="connsiteX158" fmla="*/ 1306024 w 1878763"/>
              <a:gd name="connsiteY158" fmla="*/ 1496462 h 1720299"/>
              <a:gd name="connsiteX159" fmla="*/ 1278592 w 1878763"/>
              <a:gd name="connsiteY159" fmla="*/ 1496462 h 1720299"/>
              <a:gd name="connsiteX160" fmla="*/ 1162482 w 1878763"/>
              <a:gd name="connsiteY160" fmla="*/ 1469030 h 1720299"/>
              <a:gd name="connsiteX161" fmla="*/ 1189914 w 1878763"/>
              <a:gd name="connsiteY161" fmla="*/ 1469030 h 1720299"/>
              <a:gd name="connsiteX162" fmla="*/ 1189914 w 1878763"/>
              <a:gd name="connsiteY162" fmla="*/ 1496462 h 1720299"/>
              <a:gd name="connsiteX163" fmla="*/ 1162482 w 1878763"/>
              <a:gd name="connsiteY163" fmla="*/ 1496462 h 1720299"/>
              <a:gd name="connsiteX164" fmla="*/ 1042307 w 1878763"/>
              <a:gd name="connsiteY164" fmla="*/ 1469030 h 1720299"/>
              <a:gd name="connsiteX165" fmla="*/ 1069739 w 1878763"/>
              <a:gd name="connsiteY165" fmla="*/ 1469030 h 1720299"/>
              <a:gd name="connsiteX166" fmla="*/ 1069739 w 1878763"/>
              <a:gd name="connsiteY166" fmla="*/ 1496462 h 1720299"/>
              <a:gd name="connsiteX167" fmla="*/ 1042307 w 1878763"/>
              <a:gd name="connsiteY167" fmla="*/ 1496462 h 1720299"/>
              <a:gd name="connsiteX168" fmla="*/ 926798 w 1878763"/>
              <a:gd name="connsiteY168" fmla="*/ 1469030 h 1720299"/>
              <a:gd name="connsiteX169" fmla="*/ 954230 w 1878763"/>
              <a:gd name="connsiteY169" fmla="*/ 1469030 h 1720299"/>
              <a:gd name="connsiteX170" fmla="*/ 954230 w 1878763"/>
              <a:gd name="connsiteY170" fmla="*/ 1496462 h 1720299"/>
              <a:gd name="connsiteX171" fmla="*/ 926798 w 1878763"/>
              <a:gd name="connsiteY171" fmla="*/ 1496462 h 1720299"/>
              <a:gd name="connsiteX172" fmla="*/ 812625 w 1878763"/>
              <a:gd name="connsiteY172" fmla="*/ 1469030 h 1720299"/>
              <a:gd name="connsiteX173" fmla="*/ 840057 w 1878763"/>
              <a:gd name="connsiteY173" fmla="*/ 1469030 h 1720299"/>
              <a:gd name="connsiteX174" fmla="*/ 840057 w 1878763"/>
              <a:gd name="connsiteY174" fmla="*/ 1496462 h 1720299"/>
              <a:gd name="connsiteX175" fmla="*/ 812625 w 1878763"/>
              <a:gd name="connsiteY175" fmla="*/ 1496462 h 1720299"/>
              <a:gd name="connsiteX176" fmla="*/ 692450 w 1878763"/>
              <a:gd name="connsiteY176" fmla="*/ 1469030 h 1720299"/>
              <a:gd name="connsiteX177" fmla="*/ 719882 w 1878763"/>
              <a:gd name="connsiteY177" fmla="*/ 1469030 h 1720299"/>
              <a:gd name="connsiteX178" fmla="*/ 719882 w 1878763"/>
              <a:gd name="connsiteY178" fmla="*/ 1496462 h 1720299"/>
              <a:gd name="connsiteX179" fmla="*/ 692450 w 1878763"/>
              <a:gd name="connsiteY179" fmla="*/ 1496462 h 1720299"/>
              <a:gd name="connsiteX180" fmla="*/ 576340 w 1878763"/>
              <a:gd name="connsiteY180" fmla="*/ 1469030 h 1720299"/>
              <a:gd name="connsiteX181" fmla="*/ 603772 w 1878763"/>
              <a:gd name="connsiteY181" fmla="*/ 1469030 h 1720299"/>
              <a:gd name="connsiteX182" fmla="*/ 603772 w 1878763"/>
              <a:gd name="connsiteY182" fmla="*/ 1496462 h 1720299"/>
              <a:gd name="connsiteX183" fmla="*/ 576340 w 1878763"/>
              <a:gd name="connsiteY183" fmla="*/ 1496462 h 1720299"/>
              <a:gd name="connsiteX184" fmla="*/ 456165 w 1878763"/>
              <a:gd name="connsiteY184" fmla="*/ 1469030 h 1720299"/>
              <a:gd name="connsiteX185" fmla="*/ 483597 w 1878763"/>
              <a:gd name="connsiteY185" fmla="*/ 1469030 h 1720299"/>
              <a:gd name="connsiteX186" fmla="*/ 483597 w 1878763"/>
              <a:gd name="connsiteY186" fmla="*/ 1496462 h 1720299"/>
              <a:gd name="connsiteX187" fmla="*/ 456165 w 1878763"/>
              <a:gd name="connsiteY187" fmla="*/ 1496462 h 1720299"/>
              <a:gd name="connsiteX188" fmla="*/ 340656 w 1878763"/>
              <a:gd name="connsiteY188" fmla="*/ 1469030 h 1720299"/>
              <a:gd name="connsiteX189" fmla="*/ 368088 w 1878763"/>
              <a:gd name="connsiteY189" fmla="*/ 1469030 h 1720299"/>
              <a:gd name="connsiteX190" fmla="*/ 368088 w 1878763"/>
              <a:gd name="connsiteY190" fmla="*/ 1496462 h 1720299"/>
              <a:gd name="connsiteX191" fmla="*/ 340656 w 1878763"/>
              <a:gd name="connsiteY191" fmla="*/ 1496462 h 1720299"/>
              <a:gd name="connsiteX192" fmla="*/ 226483 w 1878763"/>
              <a:gd name="connsiteY192" fmla="*/ 1469030 h 1720299"/>
              <a:gd name="connsiteX193" fmla="*/ 253915 w 1878763"/>
              <a:gd name="connsiteY193" fmla="*/ 1469030 h 1720299"/>
              <a:gd name="connsiteX194" fmla="*/ 253915 w 1878763"/>
              <a:gd name="connsiteY194" fmla="*/ 1496462 h 1720299"/>
              <a:gd name="connsiteX195" fmla="*/ 226483 w 1878763"/>
              <a:gd name="connsiteY195" fmla="*/ 1496462 h 1720299"/>
              <a:gd name="connsiteX196" fmla="*/ 114173 w 1878763"/>
              <a:gd name="connsiteY196" fmla="*/ 1469030 h 1720299"/>
              <a:gd name="connsiteX197" fmla="*/ 141605 w 1878763"/>
              <a:gd name="connsiteY197" fmla="*/ 1469030 h 1720299"/>
              <a:gd name="connsiteX198" fmla="*/ 141605 w 1878763"/>
              <a:gd name="connsiteY198" fmla="*/ 1496462 h 1720299"/>
              <a:gd name="connsiteX199" fmla="*/ 114173 w 1878763"/>
              <a:gd name="connsiteY199" fmla="*/ 1496462 h 1720299"/>
              <a:gd name="connsiteX200" fmla="*/ 0 w 1878763"/>
              <a:gd name="connsiteY200" fmla="*/ 1469030 h 1720299"/>
              <a:gd name="connsiteX201" fmla="*/ 27432 w 1878763"/>
              <a:gd name="connsiteY201" fmla="*/ 1469030 h 1720299"/>
              <a:gd name="connsiteX202" fmla="*/ 27432 w 1878763"/>
              <a:gd name="connsiteY202" fmla="*/ 1496462 h 1720299"/>
              <a:gd name="connsiteX203" fmla="*/ 0 w 1878763"/>
              <a:gd name="connsiteY203" fmla="*/ 1496462 h 1720299"/>
              <a:gd name="connsiteX204" fmla="*/ 1851331 w 1878763"/>
              <a:gd name="connsiteY204" fmla="*/ 1355523 h 1720299"/>
              <a:gd name="connsiteX205" fmla="*/ 1878763 w 1878763"/>
              <a:gd name="connsiteY205" fmla="*/ 1355523 h 1720299"/>
              <a:gd name="connsiteX206" fmla="*/ 1878763 w 1878763"/>
              <a:gd name="connsiteY206" fmla="*/ 1382955 h 1720299"/>
              <a:gd name="connsiteX207" fmla="*/ 1851331 w 1878763"/>
              <a:gd name="connsiteY207" fmla="*/ 1382955 h 1720299"/>
              <a:gd name="connsiteX208" fmla="*/ 1737031 w 1878763"/>
              <a:gd name="connsiteY208" fmla="*/ 1355523 h 1720299"/>
              <a:gd name="connsiteX209" fmla="*/ 1764463 w 1878763"/>
              <a:gd name="connsiteY209" fmla="*/ 1355523 h 1720299"/>
              <a:gd name="connsiteX210" fmla="*/ 1764463 w 1878763"/>
              <a:gd name="connsiteY210" fmla="*/ 1382955 h 1720299"/>
              <a:gd name="connsiteX211" fmla="*/ 1737031 w 1878763"/>
              <a:gd name="connsiteY211" fmla="*/ 1382955 h 1720299"/>
              <a:gd name="connsiteX212" fmla="*/ 1625112 w 1878763"/>
              <a:gd name="connsiteY212" fmla="*/ 1355523 h 1720299"/>
              <a:gd name="connsiteX213" fmla="*/ 1652544 w 1878763"/>
              <a:gd name="connsiteY213" fmla="*/ 1355523 h 1720299"/>
              <a:gd name="connsiteX214" fmla="*/ 1652544 w 1878763"/>
              <a:gd name="connsiteY214" fmla="*/ 1382955 h 1720299"/>
              <a:gd name="connsiteX215" fmla="*/ 1625112 w 1878763"/>
              <a:gd name="connsiteY215" fmla="*/ 1382955 h 1720299"/>
              <a:gd name="connsiteX216" fmla="*/ 1510812 w 1878763"/>
              <a:gd name="connsiteY216" fmla="*/ 1355523 h 1720299"/>
              <a:gd name="connsiteX217" fmla="*/ 1538244 w 1878763"/>
              <a:gd name="connsiteY217" fmla="*/ 1355523 h 1720299"/>
              <a:gd name="connsiteX218" fmla="*/ 1538244 w 1878763"/>
              <a:gd name="connsiteY218" fmla="*/ 1382955 h 1720299"/>
              <a:gd name="connsiteX219" fmla="*/ 1510812 w 1878763"/>
              <a:gd name="connsiteY219" fmla="*/ 1382955 h 1720299"/>
              <a:gd name="connsiteX220" fmla="*/ 1394702 w 1878763"/>
              <a:gd name="connsiteY220" fmla="*/ 1355523 h 1720299"/>
              <a:gd name="connsiteX221" fmla="*/ 1422134 w 1878763"/>
              <a:gd name="connsiteY221" fmla="*/ 1355523 h 1720299"/>
              <a:gd name="connsiteX222" fmla="*/ 1422134 w 1878763"/>
              <a:gd name="connsiteY222" fmla="*/ 1382955 h 1720299"/>
              <a:gd name="connsiteX223" fmla="*/ 1394702 w 1878763"/>
              <a:gd name="connsiteY223" fmla="*/ 1382955 h 1720299"/>
              <a:gd name="connsiteX224" fmla="*/ 1278592 w 1878763"/>
              <a:gd name="connsiteY224" fmla="*/ 1355523 h 1720299"/>
              <a:gd name="connsiteX225" fmla="*/ 1306024 w 1878763"/>
              <a:gd name="connsiteY225" fmla="*/ 1355523 h 1720299"/>
              <a:gd name="connsiteX226" fmla="*/ 1306024 w 1878763"/>
              <a:gd name="connsiteY226" fmla="*/ 1382955 h 1720299"/>
              <a:gd name="connsiteX227" fmla="*/ 1278592 w 1878763"/>
              <a:gd name="connsiteY227" fmla="*/ 1382955 h 1720299"/>
              <a:gd name="connsiteX228" fmla="*/ 1162482 w 1878763"/>
              <a:gd name="connsiteY228" fmla="*/ 1355523 h 1720299"/>
              <a:gd name="connsiteX229" fmla="*/ 1189914 w 1878763"/>
              <a:gd name="connsiteY229" fmla="*/ 1355523 h 1720299"/>
              <a:gd name="connsiteX230" fmla="*/ 1189914 w 1878763"/>
              <a:gd name="connsiteY230" fmla="*/ 1382955 h 1720299"/>
              <a:gd name="connsiteX231" fmla="*/ 1162482 w 1878763"/>
              <a:gd name="connsiteY231" fmla="*/ 1382955 h 1720299"/>
              <a:gd name="connsiteX232" fmla="*/ 1042307 w 1878763"/>
              <a:gd name="connsiteY232" fmla="*/ 1355523 h 1720299"/>
              <a:gd name="connsiteX233" fmla="*/ 1069739 w 1878763"/>
              <a:gd name="connsiteY233" fmla="*/ 1355523 h 1720299"/>
              <a:gd name="connsiteX234" fmla="*/ 1069739 w 1878763"/>
              <a:gd name="connsiteY234" fmla="*/ 1382955 h 1720299"/>
              <a:gd name="connsiteX235" fmla="*/ 1042307 w 1878763"/>
              <a:gd name="connsiteY235" fmla="*/ 1382955 h 1720299"/>
              <a:gd name="connsiteX236" fmla="*/ 926798 w 1878763"/>
              <a:gd name="connsiteY236" fmla="*/ 1355523 h 1720299"/>
              <a:gd name="connsiteX237" fmla="*/ 954230 w 1878763"/>
              <a:gd name="connsiteY237" fmla="*/ 1355523 h 1720299"/>
              <a:gd name="connsiteX238" fmla="*/ 954230 w 1878763"/>
              <a:gd name="connsiteY238" fmla="*/ 1382955 h 1720299"/>
              <a:gd name="connsiteX239" fmla="*/ 926798 w 1878763"/>
              <a:gd name="connsiteY239" fmla="*/ 1382955 h 1720299"/>
              <a:gd name="connsiteX240" fmla="*/ 812625 w 1878763"/>
              <a:gd name="connsiteY240" fmla="*/ 1355523 h 1720299"/>
              <a:gd name="connsiteX241" fmla="*/ 840057 w 1878763"/>
              <a:gd name="connsiteY241" fmla="*/ 1355523 h 1720299"/>
              <a:gd name="connsiteX242" fmla="*/ 840057 w 1878763"/>
              <a:gd name="connsiteY242" fmla="*/ 1382955 h 1720299"/>
              <a:gd name="connsiteX243" fmla="*/ 812625 w 1878763"/>
              <a:gd name="connsiteY243" fmla="*/ 1382955 h 1720299"/>
              <a:gd name="connsiteX244" fmla="*/ 692450 w 1878763"/>
              <a:gd name="connsiteY244" fmla="*/ 1355523 h 1720299"/>
              <a:gd name="connsiteX245" fmla="*/ 719882 w 1878763"/>
              <a:gd name="connsiteY245" fmla="*/ 1355523 h 1720299"/>
              <a:gd name="connsiteX246" fmla="*/ 719882 w 1878763"/>
              <a:gd name="connsiteY246" fmla="*/ 1382955 h 1720299"/>
              <a:gd name="connsiteX247" fmla="*/ 692450 w 1878763"/>
              <a:gd name="connsiteY247" fmla="*/ 1382955 h 1720299"/>
              <a:gd name="connsiteX248" fmla="*/ 576340 w 1878763"/>
              <a:gd name="connsiteY248" fmla="*/ 1355523 h 1720299"/>
              <a:gd name="connsiteX249" fmla="*/ 603772 w 1878763"/>
              <a:gd name="connsiteY249" fmla="*/ 1355523 h 1720299"/>
              <a:gd name="connsiteX250" fmla="*/ 603772 w 1878763"/>
              <a:gd name="connsiteY250" fmla="*/ 1382955 h 1720299"/>
              <a:gd name="connsiteX251" fmla="*/ 576340 w 1878763"/>
              <a:gd name="connsiteY251" fmla="*/ 1382955 h 1720299"/>
              <a:gd name="connsiteX252" fmla="*/ 456165 w 1878763"/>
              <a:gd name="connsiteY252" fmla="*/ 1355523 h 1720299"/>
              <a:gd name="connsiteX253" fmla="*/ 483597 w 1878763"/>
              <a:gd name="connsiteY253" fmla="*/ 1355523 h 1720299"/>
              <a:gd name="connsiteX254" fmla="*/ 483597 w 1878763"/>
              <a:gd name="connsiteY254" fmla="*/ 1382955 h 1720299"/>
              <a:gd name="connsiteX255" fmla="*/ 456165 w 1878763"/>
              <a:gd name="connsiteY255" fmla="*/ 1382955 h 1720299"/>
              <a:gd name="connsiteX256" fmla="*/ 340656 w 1878763"/>
              <a:gd name="connsiteY256" fmla="*/ 1355523 h 1720299"/>
              <a:gd name="connsiteX257" fmla="*/ 368088 w 1878763"/>
              <a:gd name="connsiteY257" fmla="*/ 1355523 h 1720299"/>
              <a:gd name="connsiteX258" fmla="*/ 368088 w 1878763"/>
              <a:gd name="connsiteY258" fmla="*/ 1382955 h 1720299"/>
              <a:gd name="connsiteX259" fmla="*/ 340656 w 1878763"/>
              <a:gd name="connsiteY259" fmla="*/ 1382955 h 1720299"/>
              <a:gd name="connsiteX260" fmla="*/ 226483 w 1878763"/>
              <a:gd name="connsiteY260" fmla="*/ 1355523 h 1720299"/>
              <a:gd name="connsiteX261" fmla="*/ 253915 w 1878763"/>
              <a:gd name="connsiteY261" fmla="*/ 1355523 h 1720299"/>
              <a:gd name="connsiteX262" fmla="*/ 253915 w 1878763"/>
              <a:gd name="connsiteY262" fmla="*/ 1382955 h 1720299"/>
              <a:gd name="connsiteX263" fmla="*/ 226483 w 1878763"/>
              <a:gd name="connsiteY263" fmla="*/ 1382955 h 1720299"/>
              <a:gd name="connsiteX264" fmla="*/ 114173 w 1878763"/>
              <a:gd name="connsiteY264" fmla="*/ 1355523 h 1720299"/>
              <a:gd name="connsiteX265" fmla="*/ 141605 w 1878763"/>
              <a:gd name="connsiteY265" fmla="*/ 1355523 h 1720299"/>
              <a:gd name="connsiteX266" fmla="*/ 141605 w 1878763"/>
              <a:gd name="connsiteY266" fmla="*/ 1382955 h 1720299"/>
              <a:gd name="connsiteX267" fmla="*/ 114173 w 1878763"/>
              <a:gd name="connsiteY267" fmla="*/ 1382955 h 1720299"/>
              <a:gd name="connsiteX268" fmla="*/ 0 w 1878763"/>
              <a:gd name="connsiteY268" fmla="*/ 1355523 h 1720299"/>
              <a:gd name="connsiteX269" fmla="*/ 27432 w 1878763"/>
              <a:gd name="connsiteY269" fmla="*/ 1355523 h 1720299"/>
              <a:gd name="connsiteX270" fmla="*/ 27432 w 1878763"/>
              <a:gd name="connsiteY270" fmla="*/ 1382955 h 1720299"/>
              <a:gd name="connsiteX271" fmla="*/ 0 w 1878763"/>
              <a:gd name="connsiteY271" fmla="*/ 1382955 h 1720299"/>
              <a:gd name="connsiteX272" fmla="*/ 1851331 w 1878763"/>
              <a:gd name="connsiteY272" fmla="*/ 1242220 h 1720299"/>
              <a:gd name="connsiteX273" fmla="*/ 1878763 w 1878763"/>
              <a:gd name="connsiteY273" fmla="*/ 1242220 h 1720299"/>
              <a:gd name="connsiteX274" fmla="*/ 1878763 w 1878763"/>
              <a:gd name="connsiteY274" fmla="*/ 1269652 h 1720299"/>
              <a:gd name="connsiteX275" fmla="*/ 1851331 w 1878763"/>
              <a:gd name="connsiteY275" fmla="*/ 1269652 h 1720299"/>
              <a:gd name="connsiteX276" fmla="*/ 1737031 w 1878763"/>
              <a:gd name="connsiteY276" fmla="*/ 1242220 h 1720299"/>
              <a:gd name="connsiteX277" fmla="*/ 1764463 w 1878763"/>
              <a:gd name="connsiteY277" fmla="*/ 1242220 h 1720299"/>
              <a:gd name="connsiteX278" fmla="*/ 1764463 w 1878763"/>
              <a:gd name="connsiteY278" fmla="*/ 1269652 h 1720299"/>
              <a:gd name="connsiteX279" fmla="*/ 1737031 w 1878763"/>
              <a:gd name="connsiteY279" fmla="*/ 1269652 h 1720299"/>
              <a:gd name="connsiteX280" fmla="*/ 1625112 w 1878763"/>
              <a:gd name="connsiteY280" fmla="*/ 1242220 h 1720299"/>
              <a:gd name="connsiteX281" fmla="*/ 1652544 w 1878763"/>
              <a:gd name="connsiteY281" fmla="*/ 1242220 h 1720299"/>
              <a:gd name="connsiteX282" fmla="*/ 1652544 w 1878763"/>
              <a:gd name="connsiteY282" fmla="*/ 1269652 h 1720299"/>
              <a:gd name="connsiteX283" fmla="*/ 1625112 w 1878763"/>
              <a:gd name="connsiteY283" fmla="*/ 1269652 h 1720299"/>
              <a:gd name="connsiteX284" fmla="*/ 1510812 w 1878763"/>
              <a:gd name="connsiteY284" fmla="*/ 1242220 h 1720299"/>
              <a:gd name="connsiteX285" fmla="*/ 1538244 w 1878763"/>
              <a:gd name="connsiteY285" fmla="*/ 1242220 h 1720299"/>
              <a:gd name="connsiteX286" fmla="*/ 1538244 w 1878763"/>
              <a:gd name="connsiteY286" fmla="*/ 1269652 h 1720299"/>
              <a:gd name="connsiteX287" fmla="*/ 1510812 w 1878763"/>
              <a:gd name="connsiteY287" fmla="*/ 1269652 h 1720299"/>
              <a:gd name="connsiteX288" fmla="*/ 1394702 w 1878763"/>
              <a:gd name="connsiteY288" fmla="*/ 1242220 h 1720299"/>
              <a:gd name="connsiteX289" fmla="*/ 1422134 w 1878763"/>
              <a:gd name="connsiteY289" fmla="*/ 1242220 h 1720299"/>
              <a:gd name="connsiteX290" fmla="*/ 1422134 w 1878763"/>
              <a:gd name="connsiteY290" fmla="*/ 1269652 h 1720299"/>
              <a:gd name="connsiteX291" fmla="*/ 1394702 w 1878763"/>
              <a:gd name="connsiteY291" fmla="*/ 1269652 h 1720299"/>
              <a:gd name="connsiteX292" fmla="*/ 1278592 w 1878763"/>
              <a:gd name="connsiteY292" fmla="*/ 1242220 h 1720299"/>
              <a:gd name="connsiteX293" fmla="*/ 1306024 w 1878763"/>
              <a:gd name="connsiteY293" fmla="*/ 1242220 h 1720299"/>
              <a:gd name="connsiteX294" fmla="*/ 1306024 w 1878763"/>
              <a:gd name="connsiteY294" fmla="*/ 1269652 h 1720299"/>
              <a:gd name="connsiteX295" fmla="*/ 1278592 w 1878763"/>
              <a:gd name="connsiteY295" fmla="*/ 1269652 h 1720299"/>
              <a:gd name="connsiteX296" fmla="*/ 1162482 w 1878763"/>
              <a:gd name="connsiteY296" fmla="*/ 1242220 h 1720299"/>
              <a:gd name="connsiteX297" fmla="*/ 1189914 w 1878763"/>
              <a:gd name="connsiteY297" fmla="*/ 1242220 h 1720299"/>
              <a:gd name="connsiteX298" fmla="*/ 1189914 w 1878763"/>
              <a:gd name="connsiteY298" fmla="*/ 1269652 h 1720299"/>
              <a:gd name="connsiteX299" fmla="*/ 1162482 w 1878763"/>
              <a:gd name="connsiteY299" fmla="*/ 1269652 h 1720299"/>
              <a:gd name="connsiteX300" fmla="*/ 1042307 w 1878763"/>
              <a:gd name="connsiteY300" fmla="*/ 1242220 h 1720299"/>
              <a:gd name="connsiteX301" fmla="*/ 1069739 w 1878763"/>
              <a:gd name="connsiteY301" fmla="*/ 1242220 h 1720299"/>
              <a:gd name="connsiteX302" fmla="*/ 1069739 w 1878763"/>
              <a:gd name="connsiteY302" fmla="*/ 1269652 h 1720299"/>
              <a:gd name="connsiteX303" fmla="*/ 1042307 w 1878763"/>
              <a:gd name="connsiteY303" fmla="*/ 1269652 h 1720299"/>
              <a:gd name="connsiteX304" fmla="*/ 926798 w 1878763"/>
              <a:gd name="connsiteY304" fmla="*/ 1242220 h 1720299"/>
              <a:gd name="connsiteX305" fmla="*/ 954230 w 1878763"/>
              <a:gd name="connsiteY305" fmla="*/ 1242220 h 1720299"/>
              <a:gd name="connsiteX306" fmla="*/ 954230 w 1878763"/>
              <a:gd name="connsiteY306" fmla="*/ 1269652 h 1720299"/>
              <a:gd name="connsiteX307" fmla="*/ 926798 w 1878763"/>
              <a:gd name="connsiteY307" fmla="*/ 1269652 h 1720299"/>
              <a:gd name="connsiteX308" fmla="*/ 812625 w 1878763"/>
              <a:gd name="connsiteY308" fmla="*/ 1242220 h 1720299"/>
              <a:gd name="connsiteX309" fmla="*/ 840057 w 1878763"/>
              <a:gd name="connsiteY309" fmla="*/ 1242220 h 1720299"/>
              <a:gd name="connsiteX310" fmla="*/ 840057 w 1878763"/>
              <a:gd name="connsiteY310" fmla="*/ 1269652 h 1720299"/>
              <a:gd name="connsiteX311" fmla="*/ 812625 w 1878763"/>
              <a:gd name="connsiteY311" fmla="*/ 1269652 h 1720299"/>
              <a:gd name="connsiteX312" fmla="*/ 692450 w 1878763"/>
              <a:gd name="connsiteY312" fmla="*/ 1242220 h 1720299"/>
              <a:gd name="connsiteX313" fmla="*/ 719882 w 1878763"/>
              <a:gd name="connsiteY313" fmla="*/ 1242220 h 1720299"/>
              <a:gd name="connsiteX314" fmla="*/ 719882 w 1878763"/>
              <a:gd name="connsiteY314" fmla="*/ 1269652 h 1720299"/>
              <a:gd name="connsiteX315" fmla="*/ 692450 w 1878763"/>
              <a:gd name="connsiteY315" fmla="*/ 1269652 h 1720299"/>
              <a:gd name="connsiteX316" fmla="*/ 576340 w 1878763"/>
              <a:gd name="connsiteY316" fmla="*/ 1242220 h 1720299"/>
              <a:gd name="connsiteX317" fmla="*/ 603772 w 1878763"/>
              <a:gd name="connsiteY317" fmla="*/ 1242220 h 1720299"/>
              <a:gd name="connsiteX318" fmla="*/ 603772 w 1878763"/>
              <a:gd name="connsiteY318" fmla="*/ 1269652 h 1720299"/>
              <a:gd name="connsiteX319" fmla="*/ 576340 w 1878763"/>
              <a:gd name="connsiteY319" fmla="*/ 1269652 h 1720299"/>
              <a:gd name="connsiteX320" fmla="*/ 456165 w 1878763"/>
              <a:gd name="connsiteY320" fmla="*/ 1242220 h 1720299"/>
              <a:gd name="connsiteX321" fmla="*/ 483597 w 1878763"/>
              <a:gd name="connsiteY321" fmla="*/ 1242220 h 1720299"/>
              <a:gd name="connsiteX322" fmla="*/ 483597 w 1878763"/>
              <a:gd name="connsiteY322" fmla="*/ 1269652 h 1720299"/>
              <a:gd name="connsiteX323" fmla="*/ 456165 w 1878763"/>
              <a:gd name="connsiteY323" fmla="*/ 1269652 h 1720299"/>
              <a:gd name="connsiteX324" fmla="*/ 340656 w 1878763"/>
              <a:gd name="connsiteY324" fmla="*/ 1242220 h 1720299"/>
              <a:gd name="connsiteX325" fmla="*/ 368088 w 1878763"/>
              <a:gd name="connsiteY325" fmla="*/ 1242220 h 1720299"/>
              <a:gd name="connsiteX326" fmla="*/ 368088 w 1878763"/>
              <a:gd name="connsiteY326" fmla="*/ 1269652 h 1720299"/>
              <a:gd name="connsiteX327" fmla="*/ 340656 w 1878763"/>
              <a:gd name="connsiteY327" fmla="*/ 1269652 h 1720299"/>
              <a:gd name="connsiteX328" fmla="*/ 226483 w 1878763"/>
              <a:gd name="connsiteY328" fmla="*/ 1242220 h 1720299"/>
              <a:gd name="connsiteX329" fmla="*/ 253915 w 1878763"/>
              <a:gd name="connsiteY329" fmla="*/ 1242220 h 1720299"/>
              <a:gd name="connsiteX330" fmla="*/ 253915 w 1878763"/>
              <a:gd name="connsiteY330" fmla="*/ 1269652 h 1720299"/>
              <a:gd name="connsiteX331" fmla="*/ 226483 w 1878763"/>
              <a:gd name="connsiteY331" fmla="*/ 1269652 h 1720299"/>
              <a:gd name="connsiteX332" fmla="*/ 114173 w 1878763"/>
              <a:gd name="connsiteY332" fmla="*/ 1242220 h 1720299"/>
              <a:gd name="connsiteX333" fmla="*/ 141605 w 1878763"/>
              <a:gd name="connsiteY333" fmla="*/ 1242220 h 1720299"/>
              <a:gd name="connsiteX334" fmla="*/ 141605 w 1878763"/>
              <a:gd name="connsiteY334" fmla="*/ 1269652 h 1720299"/>
              <a:gd name="connsiteX335" fmla="*/ 114173 w 1878763"/>
              <a:gd name="connsiteY335" fmla="*/ 1269652 h 1720299"/>
              <a:gd name="connsiteX336" fmla="*/ 0 w 1878763"/>
              <a:gd name="connsiteY336" fmla="*/ 1242220 h 1720299"/>
              <a:gd name="connsiteX337" fmla="*/ 27432 w 1878763"/>
              <a:gd name="connsiteY337" fmla="*/ 1242220 h 1720299"/>
              <a:gd name="connsiteX338" fmla="*/ 27432 w 1878763"/>
              <a:gd name="connsiteY338" fmla="*/ 1269652 h 1720299"/>
              <a:gd name="connsiteX339" fmla="*/ 0 w 1878763"/>
              <a:gd name="connsiteY339" fmla="*/ 1269652 h 1720299"/>
              <a:gd name="connsiteX340" fmla="*/ 1851331 w 1878763"/>
              <a:gd name="connsiteY340" fmla="*/ 1128713 h 1720299"/>
              <a:gd name="connsiteX341" fmla="*/ 1878763 w 1878763"/>
              <a:gd name="connsiteY341" fmla="*/ 1128713 h 1720299"/>
              <a:gd name="connsiteX342" fmla="*/ 1878763 w 1878763"/>
              <a:gd name="connsiteY342" fmla="*/ 1156145 h 1720299"/>
              <a:gd name="connsiteX343" fmla="*/ 1851331 w 1878763"/>
              <a:gd name="connsiteY343" fmla="*/ 1156145 h 1720299"/>
              <a:gd name="connsiteX344" fmla="*/ 1737031 w 1878763"/>
              <a:gd name="connsiteY344" fmla="*/ 1128713 h 1720299"/>
              <a:gd name="connsiteX345" fmla="*/ 1764463 w 1878763"/>
              <a:gd name="connsiteY345" fmla="*/ 1128713 h 1720299"/>
              <a:gd name="connsiteX346" fmla="*/ 1764463 w 1878763"/>
              <a:gd name="connsiteY346" fmla="*/ 1156145 h 1720299"/>
              <a:gd name="connsiteX347" fmla="*/ 1737031 w 1878763"/>
              <a:gd name="connsiteY347" fmla="*/ 1156145 h 1720299"/>
              <a:gd name="connsiteX348" fmla="*/ 1625112 w 1878763"/>
              <a:gd name="connsiteY348" fmla="*/ 1128713 h 1720299"/>
              <a:gd name="connsiteX349" fmla="*/ 1652544 w 1878763"/>
              <a:gd name="connsiteY349" fmla="*/ 1128713 h 1720299"/>
              <a:gd name="connsiteX350" fmla="*/ 1652544 w 1878763"/>
              <a:gd name="connsiteY350" fmla="*/ 1156145 h 1720299"/>
              <a:gd name="connsiteX351" fmla="*/ 1625112 w 1878763"/>
              <a:gd name="connsiteY351" fmla="*/ 1156145 h 1720299"/>
              <a:gd name="connsiteX352" fmla="*/ 1510812 w 1878763"/>
              <a:gd name="connsiteY352" fmla="*/ 1128713 h 1720299"/>
              <a:gd name="connsiteX353" fmla="*/ 1538244 w 1878763"/>
              <a:gd name="connsiteY353" fmla="*/ 1128713 h 1720299"/>
              <a:gd name="connsiteX354" fmla="*/ 1538244 w 1878763"/>
              <a:gd name="connsiteY354" fmla="*/ 1156145 h 1720299"/>
              <a:gd name="connsiteX355" fmla="*/ 1510812 w 1878763"/>
              <a:gd name="connsiteY355" fmla="*/ 1156145 h 1720299"/>
              <a:gd name="connsiteX356" fmla="*/ 1394702 w 1878763"/>
              <a:gd name="connsiteY356" fmla="*/ 1128713 h 1720299"/>
              <a:gd name="connsiteX357" fmla="*/ 1422134 w 1878763"/>
              <a:gd name="connsiteY357" fmla="*/ 1128713 h 1720299"/>
              <a:gd name="connsiteX358" fmla="*/ 1422134 w 1878763"/>
              <a:gd name="connsiteY358" fmla="*/ 1156145 h 1720299"/>
              <a:gd name="connsiteX359" fmla="*/ 1394702 w 1878763"/>
              <a:gd name="connsiteY359" fmla="*/ 1156145 h 1720299"/>
              <a:gd name="connsiteX360" fmla="*/ 1278592 w 1878763"/>
              <a:gd name="connsiteY360" fmla="*/ 1128713 h 1720299"/>
              <a:gd name="connsiteX361" fmla="*/ 1306024 w 1878763"/>
              <a:gd name="connsiteY361" fmla="*/ 1128713 h 1720299"/>
              <a:gd name="connsiteX362" fmla="*/ 1306024 w 1878763"/>
              <a:gd name="connsiteY362" fmla="*/ 1156145 h 1720299"/>
              <a:gd name="connsiteX363" fmla="*/ 1278592 w 1878763"/>
              <a:gd name="connsiteY363" fmla="*/ 1156145 h 1720299"/>
              <a:gd name="connsiteX364" fmla="*/ 1162482 w 1878763"/>
              <a:gd name="connsiteY364" fmla="*/ 1128713 h 1720299"/>
              <a:gd name="connsiteX365" fmla="*/ 1189914 w 1878763"/>
              <a:gd name="connsiteY365" fmla="*/ 1128713 h 1720299"/>
              <a:gd name="connsiteX366" fmla="*/ 1189914 w 1878763"/>
              <a:gd name="connsiteY366" fmla="*/ 1156145 h 1720299"/>
              <a:gd name="connsiteX367" fmla="*/ 1162482 w 1878763"/>
              <a:gd name="connsiteY367" fmla="*/ 1156145 h 1720299"/>
              <a:gd name="connsiteX368" fmla="*/ 1042307 w 1878763"/>
              <a:gd name="connsiteY368" fmla="*/ 1128713 h 1720299"/>
              <a:gd name="connsiteX369" fmla="*/ 1069739 w 1878763"/>
              <a:gd name="connsiteY369" fmla="*/ 1128713 h 1720299"/>
              <a:gd name="connsiteX370" fmla="*/ 1069739 w 1878763"/>
              <a:gd name="connsiteY370" fmla="*/ 1156145 h 1720299"/>
              <a:gd name="connsiteX371" fmla="*/ 1042307 w 1878763"/>
              <a:gd name="connsiteY371" fmla="*/ 1156145 h 1720299"/>
              <a:gd name="connsiteX372" fmla="*/ 926798 w 1878763"/>
              <a:gd name="connsiteY372" fmla="*/ 1128713 h 1720299"/>
              <a:gd name="connsiteX373" fmla="*/ 954230 w 1878763"/>
              <a:gd name="connsiteY373" fmla="*/ 1128713 h 1720299"/>
              <a:gd name="connsiteX374" fmla="*/ 954230 w 1878763"/>
              <a:gd name="connsiteY374" fmla="*/ 1156145 h 1720299"/>
              <a:gd name="connsiteX375" fmla="*/ 926798 w 1878763"/>
              <a:gd name="connsiteY375" fmla="*/ 1156145 h 1720299"/>
              <a:gd name="connsiteX376" fmla="*/ 812625 w 1878763"/>
              <a:gd name="connsiteY376" fmla="*/ 1128713 h 1720299"/>
              <a:gd name="connsiteX377" fmla="*/ 840057 w 1878763"/>
              <a:gd name="connsiteY377" fmla="*/ 1128713 h 1720299"/>
              <a:gd name="connsiteX378" fmla="*/ 840057 w 1878763"/>
              <a:gd name="connsiteY378" fmla="*/ 1156145 h 1720299"/>
              <a:gd name="connsiteX379" fmla="*/ 812625 w 1878763"/>
              <a:gd name="connsiteY379" fmla="*/ 1156145 h 1720299"/>
              <a:gd name="connsiteX380" fmla="*/ 692450 w 1878763"/>
              <a:gd name="connsiteY380" fmla="*/ 1128713 h 1720299"/>
              <a:gd name="connsiteX381" fmla="*/ 719882 w 1878763"/>
              <a:gd name="connsiteY381" fmla="*/ 1128713 h 1720299"/>
              <a:gd name="connsiteX382" fmla="*/ 719882 w 1878763"/>
              <a:gd name="connsiteY382" fmla="*/ 1156145 h 1720299"/>
              <a:gd name="connsiteX383" fmla="*/ 692450 w 1878763"/>
              <a:gd name="connsiteY383" fmla="*/ 1156145 h 1720299"/>
              <a:gd name="connsiteX384" fmla="*/ 576340 w 1878763"/>
              <a:gd name="connsiteY384" fmla="*/ 1128713 h 1720299"/>
              <a:gd name="connsiteX385" fmla="*/ 603772 w 1878763"/>
              <a:gd name="connsiteY385" fmla="*/ 1128713 h 1720299"/>
              <a:gd name="connsiteX386" fmla="*/ 603772 w 1878763"/>
              <a:gd name="connsiteY386" fmla="*/ 1156145 h 1720299"/>
              <a:gd name="connsiteX387" fmla="*/ 576340 w 1878763"/>
              <a:gd name="connsiteY387" fmla="*/ 1156145 h 1720299"/>
              <a:gd name="connsiteX388" fmla="*/ 456165 w 1878763"/>
              <a:gd name="connsiteY388" fmla="*/ 1128713 h 1720299"/>
              <a:gd name="connsiteX389" fmla="*/ 483597 w 1878763"/>
              <a:gd name="connsiteY389" fmla="*/ 1128713 h 1720299"/>
              <a:gd name="connsiteX390" fmla="*/ 483597 w 1878763"/>
              <a:gd name="connsiteY390" fmla="*/ 1156145 h 1720299"/>
              <a:gd name="connsiteX391" fmla="*/ 456165 w 1878763"/>
              <a:gd name="connsiteY391" fmla="*/ 1156145 h 1720299"/>
              <a:gd name="connsiteX392" fmla="*/ 340656 w 1878763"/>
              <a:gd name="connsiteY392" fmla="*/ 1128713 h 1720299"/>
              <a:gd name="connsiteX393" fmla="*/ 368088 w 1878763"/>
              <a:gd name="connsiteY393" fmla="*/ 1128713 h 1720299"/>
              <a:gd name="connsiteX394" fmla="*/ 368088 w 1878763"/>
              <a:gd name="connsiteY394" fmla="*/ 1156145 h 1720299"/>
              <a:gd name="connsiteX395" fmla="*/ 340656 w 1878763"/>
              <a:gd name="connsiteY395" fmla="*/ 1156145 h 1720299"/>
              <a:gd name="connsiteX396" fmla="*/ 226483 w 1878763"/>
              <a:gd name="connsiteY396" fmla="*/ 1128713 h 1720299"/>
              <a:gd name="connsiteX397" fmla="*/ 253915 w 1878763"/>
              <a:gd name="connsiteY397" fmla="*/ 1128713 h 1720299"/>
              <a:gd name="connsiteX398" fmla="*/ 253915 w 1878763"/>
              <a:gd name="connsiteY398" fmla="*/ 1156145 h 1720299"/>
              <a:gd name="connsiteX399" fmla="*/ 226483 w 1878763"/>
              <a:gd name="connsiteY399" fmla="*/ 1156145 h 1720299"/>
              <a:gd name="connsiteX400" fmla="*/ 114173 w 1878763"/>
              <a:gd name="connsiteY400" fmla="*/ 1128713 h 1720299"/>
              <a:gd name="connsiteX401" fmla="*/ 141605 w 1878763"/>
              <a:gd name="connsiteY401" fmla="*/ 1128713 h 1720299"/>
              <a:gd name="connsiteX402" fmla="*/ 141605 w 1878763"/>
              <a:gd name="connsiteY402" fmla="*/ 1156145 h 1720299"/>
              <a:gd name="connsiteX403" fmla="*/ 114173 w 1878763"/>
              <a:gd name="connsiteY403" fmla="*/ 1156145 h 1720299"/>
              <a:gd name="connsiteX404" fmla="*/ 0 w 1878763"/>
              <a:gd name="connsiteY404" fmla="*/ 1128713 h 1720299"/>
              <a:gd name="connsiteX405" fmla="*/ 27432 w 1878763"/>
              <a:gd name="connsiteY405" fmla="*/ 1128713 h 1720299"/>
              <a:gd name="connsiteX406" fmla="*/ 27432 w 1878763"/>
              <a:gd name="connsiteY406" fmla="*/ 1156145 h 1720299"/>
              <a:gd name="connsiteX407" fmla="*/ 0 w 1878763"/>
              <a:gd name="connsiteY407" fmla="*/ 1156145 h 1720299"/>
              <a:gd name="connsiteX408" fmla="*/ 1851331 w 1878763"/>
              <a:gd name="connsiteY408" fmla="*/ 1018383 h 1720299"/>
              <a:gd name="connsiteX409" fmla="*/ 1878763 w 1878763"/>
              <a:gd name="connsiteY409" fmla="*/ 1018383 h 1720299"/>
              <a:gd name="connsiteX410" fmla="*/ 1878763 w 1878763"/>
              <a:gd name="connsiteY410" fmla="*/ 1045815 h 1720299"/>
              <a:gd name="connsiteX411" fmla="*/ 1851331 w 1878763"/>
              <a:gd name="connsiteY411" fmla="*/ 1045815 h 1720299"/>
              <a:gd name="connsiteX412" fmla="*/ 1737031 w 1878763"/>
              <a:gd name="connsiteY412" fmla="*/ 1018383 h 1720299"/>
              <a:gd name="connsiteX413" fmla="*/ 1764463 w 1878763"/>
              <a:gd name="connsiteY413" fmla="*/ 1018383 h 1720299"/>
              <a:gd name="connsiteX414" fmla="*/ 1764463 w 1878763"/>
              <a:gd name="connsiteY414" fmla="*/ 1045815 h 1720299"/>
              <a:gd name="connsiteX415" fmla="*/ 1737031 w 1878763"/>
              <a:gd name="connsiteY415" fmla="*/ 1045815 h 1720299"/>
              <a:gd name="connsiteX416" fmla="*/ 1625112 w 1878763"/>
              <a:gd name="connsiteY416" fmla="*/ 1018383 h 1720299"/>
              <a:gd name="connsiteX417" fmla="*/ 1652544 w 1878763"/>
              <a:gd name="connsiteY417" fmla="*/ 1018383 h 1720299"/>
              <a:gd name="connsiteX418" fmla="*/ 1652544 w 1878763"/>
              <a:gd name="connsiteY418" fmla="*/ 1045815 h 1720299"/>
              <a:gd name="connsiteX419" fmla="*/ 1625112 w 1878763"/>
              <a:gd name="connsiteY419" fmla="*/ 1045815 h 1720299"/>
              <a:gd name="connsiteX420" fmla="*/ 1510812 w 1878763"/>
              <a:gd name="connsiteY420" fmla="*/ 1018383 h 1720299"/>
              <a:gd name="connsiteX421" fmla="*/ 1538244 w 1878763"/>
              <a:gd name="connsiteY421" fmla="*/ 1018383 h 1720299"/>
              <a:gd name="connsiteX422" fmla="*/ 1538244 w 1878763"/>
              <a:gd name="connsiteY422" fmla="*/ 1045815 h 1720299"/>
              <a:gd name="connsiteX423" fmla="*/ 1510812 w 1878763"/>
              <a:gd name="connsiteY423" fmla="*/ 1045815 h 1720299"/>
              <a:gd name="connsiteX424" fmla="*/ 1394702 w 1878763"/>
              <a:gd name="connsiteY424" fmla="*/ 1018383 h 1720299"/>
              <a:gd name="connsiteX425" fmla="*/ 1422134 w 1878763"/>
              <a:gd name="connsiteY425" fmla="*/ 1018383 h 1720299"/>
              <a:gd name="connsiteX426" fmla="*/ 1422134 w 1878763"/>
              <a:gd name="connsiteY426" fmla="*/ 1045815 h 1720299"/>
              <a:gd name="connsiteX427" fmla="*/ 1394702 w 1878763"/>
              <a:gd name="connsiteY427" fmla="*/ 1045815 h 1720299"/>
              <a:gd name="connsiteX428" fmla="*/ 1278592 w 1878763"/>
              <a:gd name="connsiteY428" fmla="*/ 1018383 h 1720299"/>
              <a:gd name="connsiteX429" fmla="*/ 1306024 w 1878763"/>
              <a:gd name="connsiteY429" fmla="*/ 1018383 h 1720299"/>
              <a:gd name="connsiteX430" fmla="*/ 1306024 w 1878763"/>
              <a:gd name="connsiteY430" fmla="*/ 1045815 h 1720299"/>
              <a:gd name="connsiteX431" fmla="*/ 1278592 w 1878763"/>
              <a:gd name="connsiteY431" fmla="*/ 1045815 h 1720299"/>
              <a:gd name="connsiteX432" fmla="*/ 1162482 w 1878763"/>
              <a:gd name="connsiteY432" fmla="*/ 1018383 h 1720299"/>
              <a:gd name="connsiteX433" fmla="*/ 1189914 w 1878763"/>
              <a:gd name="connsiteY433" fmla="*/ 1018383 h 1720299"/>
              <a:gd name="connsiteX434" fmla="*/ 1189914 w 1878763"/>
              <a:gd name="connsiteY434" fmla="*/ 1045815 h 1720299"/>
              <a:gd name="connsiteX435" fmla="*/ 1162482 w 1878763"/>
              <a:gd name="connsiteY435" fmla="*/ 1045815 h 1720299"/>
              <a:gd name="connsiteX436" fmla="*/ 1042307 w 1878763"/>
              <a:gd name="connsiteY436" fmla="*/ 1018383 h 1720299"/>
              <a:gd name="connsiteX437" fmla="*/ 1069739 w 1878763"/>
              <a:gd name="connsiteY437" fmla="*/ 1018383 h 1720299"/>
              <a:gd name="connsiteX438" fmla="*/ 1069739 w 1878763"/>
              <a:gd name="connsiteY438" fmla="*/ 1045815 h 1720299"/>
              <a:gd name="connsiteX439" fmla="*/ 1042307 w 1878763"/>
              <a:gd name="connsiteY439" fmla="*/ 1045815 h 1720299"/>
              <a:gd name="connsiteX440" fmla="*/ 926798 w 1878763"/>
              <a:gd name="connsiteY440" fmla="*/ 1018383 h 1720299"/>
              <a:gd name="connsiteX441" fmla="*/ 954230 w 1878763"/>
              <a:gd name="connsiteY441" fmla="*/ 1018383 h 1720299"/>
              <a:gd name="connsiteX442" fmla="*/ 954230 w 1878763"/>
              <a:gd name="connsiteY442" fmla="*/ 1045815 h 1720299"/>
              <a:gd name="connsiteX443" fmla="*/ 926798 w 1878763"/>
              <a:gd name="connsiteY443" fmla="*/ 1045815 h 1720299"/>
              <a:gd name="connsiteX444" fmla="*/ 812625 w 1878763"/>
              <a:gd name="connsiteY444" fmla="*/ 1018383 h 1720299"/>
              <a:gd name="connsiteX445" fmla="*/ 840057 w 1878763"/>
              <a:gd name="connsiteY445" fmla="*/ 1018383 h 1720299"/>
              <a:gd name="connsiteX446" fmla="*/ 840057 w 1878763"/>
              <a:gd name="connsiteY446" fmla="*/ 1045815 h 1720299"/>
              <a:gd name="connsiteX447" fmla="*/ 812625 w 1878763"/>
              <a:gd name="connsiteY447" fmla="*/ 1045815 h 1720299"/>
              <a:gd name="connsiteX448" fmla="*/ 692450 w 1878763"/>
              <a:gd name="connsiteY448" fmla="*/ 1018383 h 1720299"/>
              <a:gd name="connsiteX449" fmla="*/ 719882 w 1878763"/>
              <a:gd name="connsiteY449" fmla="*/ 1018383 h 1720299"/>
              <a:gd name="connsiteX450" fmla="*/ 719882 w 1878763"/>
              <a:gd name="connsiteY450" fmla="*/ 1045815 h 1720299"/>
              <a:gd name="connsiteX451" fmla="*/ 692450 w 1878763"/>
              <a:gd name="connsiteY451" fmla="*/ 1045815 h 1720299"/>
              <a:gd name="connsiteX452" fmla="*/ 576340 w 1878763"/>
              <a:gd name="connsiteY452" fmla="*/ 1018383 h 1720299"/>
              <a:gd name="connsiteX453" fmla="*/ 603772 w 1878763"/>
              <a:gd name="connsiteY453" fmla="*/ 1018383 h 1720299"/>
              <a:gd name="connsiteX454" fmla="*/ 603772 w 1878763"/>
              <a:gd name="connsiteY454" fmla="*/ 1045815 h 1720299"/>
              <a:gd name="connsiteX455" fmla="*/ 576340 w 1878763"/>
              <a:gd name="connsiteY455" fmla="*/ 1045815 h 1720299"/>
              <a:gd name="connsiteX456" fmla="*/ 456165 w 1878763"/>
              <a:gd name="connsiteY456" fmla="*/ 1018383 h 1720299"/>
              <a:gd name="connsiteX457" fmla="*/ 483597 w 1878763"/>
              <a:gd name="connsiteY457" fmla="*/ 1018383 h 1720299"/>
              <a:gd name="connsiteX458" fmla="*/ 483597 w 1878763"/>
              <a:gd name="connsiteY458" fmla="*/ 1045815 h 1720299"/>
              <a:gd name="connsiteX459" fmla="*/ 456165 w 1878763"/>
              <a:gd name="connsiteY459" fmla="*/ 1045815 h 1720299"/>
              <a:gd name="connsiteX460" fmla="*/ 340656 w 1878763"/>
              <a:gd name="connsiteY460" fmla="*/ 1018383 h 1720299"/>
              <a:gd name="connsiteX461" fmla="*/ 368088 w 1878763"/>
              <a:gd name="connsiteY461" fmla="*/ 1018383 h 1720299"/>
              <a:gd name="connsiteX462" fmla="*/ 368088 w 1878763"/>
              <a:gd name="connsiteY462" fmla="*/ 1045815 h 1720299"/>
              <a:gd name="connsiteX463" fmla="*/ 340656 w 1878763"/>
              <a:gd name="connsiteY463" fmla="*/ 1045815 h 1720299"/>
              <a:gd name="connsiteX464" fmla="*/ 226483 w 1878763"/>
              <a:gd name="connsiteY464" fmla="*/ 1018383 h 1720299"/>
              <a:gd name="connsiteX465" fmla="*/ 253915 w 1878763"/>
              <a:gd name="connsiteY465" fmla="*/ 1018383 h 1720299"/>
              <a:gd name="connsiteX466" fmla="*/ 253915 w 1878763"/>
              <a:gd name="connsiteY466" fmla="*/ 1045815 h 1720299"/>
              <a:gd name="connsiteX467" fmla="*/ 226483 w 1878763"/>
              <a:gd name="connsiteY467" fmla="*/ 1045815 h 1720299"/>
              <a:gd name="connsiteX468" fmla="*/ 114173 w 1878763"/>
              <a:gd name="connsiteY468" fmla="*/ 1018383 h 1720299"/>
              <a:gd name="connsiteX469" fmla="*/ 141605 w 1878763"/>
              <a:gd name="connsiteY469" fmla="*/ 1018383 h 1720299"/>
              <a:gd name="connsiteX470" fmla="*/ 141605 w 1878763"/>
              <a:gd name="connsiteY470" fmla="*/ 1045815 h 1720299"/>
              <a:gd name="connsiteX471" fmla="*/ 114173 w 1878763"/>
              <a:gd name="connsiteY471" fmla="*/ 1045815 h 1720299"/>
              <a:gd name="connsiteX472" fmla="*/ 0 w 1878763"/>
              <a:gd name="connsiteY472" fmla="*/ 1018383 h 1720299"/>
              <a:gd name="connsiteX473" fmla="*/ 27432 w 1878763"/>
              <a:gd name="connsiteY473" fmla="*/ 1018383 h 1720299"/>
              <a:gd name="connsiteX474" fmla="*/ 27432 w 1878763"/>
              <a:gd name="connsiteY474" fmla="*/ 1045815 h 1720299"/>
              <a:gd name="connsiteX475" fmla="*/ 0 w 1878763"/>
              <a:gd name="connsiteY475" fmla="*/ 1045815 h 1720299"/>
              <a:gd name="connsiteX476" fmla="*/ 1851331 w 1878763"/>
              <a:gd name="connsiteY476" fmla="*/ 904876 h 1720299"/>
              <a:gd name="connsiteX477" fmla="*/ 1878763 w 1878763"/>
              <a:gd name="connsiteY477" fmla="*/ 904876 h 1720299"/>
              <a:gd name="connsiteX478" fmla="*/ 1878763 w 1878763"/>
              <a:gd name="connsiteY478" fmla="*/ 932308 h 1720299"/>
              <a:gd name="connsiteX479" fmla="*/ 1851331 w 1878763"/>
              <a:gd name="connsiteY479" fmla="*/ 932308 h 1720299"/>
              <a:gd name="connsiteX480" fmla="*/ 1737031 w 1878763"/>
              <a:gd name="connsiteY480" fmla="*/ 904876 h 1720299"/>
              <a:gd name="connsiteX481" fmla="*/ 1764463 w 1878763"/>
              <a:gd name="connsiteY481" fmla="*/ 904876 h 1720299"/>
              <a:gd name="connsiteX482" fmla="*/ 1764463 w 1878763"/>
              <a:gd name="connsiteY482" fmla="*/ 932308 h 1720299"/>
              <a:gd name="connsiteX483" fmla="*/ 1737031 w 1878763"/>
              <a:gd name="connsiteY483" fmla="*/ 932308 h 1720299"/>
              <a:gd name="connsiteX484" fmla="*/ 1625112 w 1878763"/>
              <a:gd name="connsiteY484" fmla="*/ 904876 h 1720299"/>
              <a:gd name="connsiteX485" fmla="*/ 1652544 w 1878763"/>
              <a:gd name="connsiteY485" fmla="*/ 904876 h 1720299"/>
              <a:gd name="connsiteX486" fmla="*/ 1652544 w 1878763"/>
              <a:gd name="connsiteY486" fmla="*/ 932308 h 1720299"/>
              <a:gd name="connsiteX487" fmla="*/ 1625112 w 1878763"/>
              <a:gd name="connsiteY487" fmla="*/ 932308 h 1720299"/>
              <a:gd name="connsiteX488" fmla="*/ 1510812 w 1878763"/>
              <a:gd name="connsiteY488" fmla="*/ 904876 h 1720299"/>
              <a:gd name="connsiteX489" fmla="*/ 1538244 w 1878763"/>
              <a:gd name="connsiteY489" fmla="*/ 904876 h 1720299"/>
              <a:gd name="connsiteX490" fmla="*/ 1538244 w 1878763"/>
              <a:gd name="connsiteY490" fmla="*/ 932308 h 1720299"/>
              <a:gd name="connsiteX491" fmla="*/ 1510812 w 1878763"/>
              <a:gd name="connsiteY491" fmla="*/ 932308 h 1720299"/>
              <a:gd name="connsiteX492" fmla="*/ 1394702 w 1878763"/>
              <a:gd name="connsiteY492" fmla="*/ 904876 h 1720299"/>
              <a:gd name="connsiteX493" fmla="*/ 1422134 w 1878763"/>
              <a:gd name="connsiteY493" fmla="*/ 904876 h 1720299"/>
              <a:gd name="connsiteX494" fmla="*/ 1422134 w 1878763"/>
              <a:gd name="connsiteY494" fmla="*/ 932308 h 1720299"/>
              <a:gd name="connsiteX495" fmla="*/ 1394702 w 1878763"/>
              <a:gd name="connsiteY495" fmla="*/ 932308 h 1720299"/>
              <a:gd name="connsiteX496" fmla="*/ 1278592 w 1878763"/>
              <a:gd name="connsiteY496" fmla="*/ 904876 h 1720299"/>
              <a:gd name="connsiteX497" fmla="*/ 1306024 w 1878763"/>
              <a:gd name="connsiteY497" fmla="*/ 904876 h 1720299"/>
              <a:gd name="connsiteX498" fmla="*/ 1306024 w 1878763"/>
              <a:gd name="connsiteY498" fmla="*/ 932308 h 1720299"/>
              <a:gd name="connsiteX499" fmla="*/ 1278592 w 1878763"/>
              <a:gd name="connsiteY499" fmla="*/ 932308 h 1720299"/>
              <a:gd name="connsiteX500" fmla="*/ 1162482 w 1878763"/>
              <a:gd name="connsiteY500" fmla="*/ 904876 h 1720299"/>
              <a:gd name="connsiteX501" fmla="*/ 1189914 w 1878763"/>
              <a:gd name="connsiteY501" fmla="*/ 904876 h 1720299"/>
              <a:gd name="connsiteX502" fmla="*/ 1189914 w 1878763"/>
              <a:gd name="connsiteY502" fmla="*/ 932308 h 1720299"/>
              <a:gd name="connsiteX503" fmla="*/ 1162482 w 1878763"/>
              <a:gd name="connsiteY503" fmla="*/ 932308 h 1720299"/>
              <a:gd name="connsiteX504" fmla="*/ 1042307 w 1878763"/>
              <a:gd name="connsiteY504" fmla="*/ 904876 h 1720299"/>
              <a:gd name="connsiteX505" fmla="*/ 1069739 w 1878763"/>
              <a:gd name="connsiteY505" fmla="*/ 904876 h 1720299"/>
              <a:gd name="connsiteX506" fmla="*/ 1069739 w 1878763"/>
              <a:gd name="connsiteY506" fmla="*/ 932308 h 1720299"/>
              <a:gd name="connsiteX507" fmla="*/ 1042307 w 1878763"/>
              <a:gd name="connsiteY507" fmla="*/ 932308 h 1720299"/>
              <a:gd name="connsiteX508" fmla="*/ 926798 w 1878763"/>
              <a:gd name="connsiteY508" fmla="*/ 904876 h 1720299"/>
              <a:gd name="connsiteX509" fmla="*/ 954230 w 1878763"/>
              <a:gd name="connsiteY509" fmla="*/ 904876 h 1720299"/>
              <a:gd name="connsiteX510" fmla="*/ 954230 w 1878763"/>
              <a:gd name="connsiteY510" fmla="*/ 932308 h 1720299"/>
              <a:gd name="connsiteX511" fmla="*/ 926798 w 1878763"/>
              <a:gd name="connsiteY511" fmla="*/ 932308 h 1720299"/>
              <a:gd name="connsiteX512" fmla="*/ 812625 w 1878763"/>
              <a:gd name="connsiteY512" fmla="*/ 904876 h 1720299"/>
              <a:gd name="connsiteX513" fmla="*/ 840057 w 1878763"/>
              <a:gd name="connsiteY513" fmla="*/ 904876 h 1720299"/>
              <a:gd name="connsiteX514" fmla="*/ 840057 w 1878763"/>
              <a:gd name="connsiteY514" fmla="*/ 932308 h 1720299"/>
              <a:gd name="connsiteX515" fmla="*/ 812625 w 1878763"/>
              <a:gd name="connsiteY515" fmla="*/ 932308 h 1720299"/>
              <a:gd name="connsiteX516" fmla="*/ 692450 w 1878763"/>
              <a:gd name="connsiteY516" fmla="*/ 904876 h 1720299"/>
              <a:gd name="connsiteX517" fmla="*/ 719882 w 1878763"/>
              <a:gd name="connsiteY517" fmla="*/ 904876 h 1720299"/>
              <a:gd name="connsiteX518" fmla="*/ 719882 w 1878763"/>
              <a:gd name="connsiteY518" fmla="*/ 932308 h 1720299"/>
              <a:gd name="connsiteX519" fmla="*/ 692450 w 1878763"/>
              <a:gd name="connsiteY519" fmla="*/ 932308 h 1720299"/>
              <a:gd name="connsiteX520" fmla="*/ 576340 w 1878763"/>
              <a:gd name="connsiteY520" fmla="*/ 904876 h 1720299"/>
              <a:gd name="connsiteX521" fmla="*/ 603772 w 1878763"/>
              <a:gd name="connsiteY521" fmla="*/ 904876 h 1720299"/>
              <a:gd name="connsiteX522" fmla="*/ 603772 w 1878763"/>
              <a:gd name="connsiteY522" fmla="*/ 932308 h 1720299"/>
              <a:gd name="connsiteX523" fmla="*/ 576340 w 1878763"/>
              <a:gd name="connsiteY523" fmla="*/ 932308 h 1720299"/>
              <a:gd name="connsiteX524" fmla="*/ 456165 w 1878763"/>
              <a:gd name="connsiteY524" fmla="*/ 904876 h 1720299"/>
              <a:gd name="connsiteX525" fmla="*/ 483597 w 1878763"/>
              <a:gd name="connsiteY525" fmla="*/ 904876 h 1720299"/>
              <a:gd name="connsiteX526" fmla="*/ 483597 w 1878763"/>
              <a:gd name="connsiteY526" fmla="*/ 932308 h 1720299"/>
              <a:gd name="connsiteX527" fmla="*/ 456165 w 1878763"/>
              <a:gd name="connsiteY527" fmla="*/ 932308 h 1720299"/>
              <a:gd name="connsiteX528" fmla="*/ 340656 w 1878763"/>
              <a:gd name="connsiteY528" fmla="*/ 904876 h 1720299"/>
              <a:gd name="connsiteX529" fmla="*/ 368088 w 1878763"/>
              <a:gd name="connsiteY529" fmla="*/ 904876 h 1720299"/>
              <a:gd name="connsiteX530" fmla="*/ 368088 w 1878763"/>
              <a:gd name="connsiteY530" fmla="*/ 932308 h 1720299"/>
              <a:gd name="connsiteX531" fmla="*/ 340656 w 1878763"/>
              <a:gd name="connsiteY531" fmla="*/ 932308 h 1720299"/>
              <a:gd name="connsiteX532" fmla="*/ 226483 w 1878763"/>
              <a:gd name="connsiteY532" fmla="*/ 904876 h 1720299"/>
              <a:gd name="connsiteX533" fmla="*/ 253915 w 1878763"/>
              <a:gd name="connsiteY533" fmla="*/ 904876 h 1720299"/>
              <a:gd name="connsiteX534" fmla="*/ 253915 w 1878763"/>
              <a:gd name="connsiteY534" fmla="*/ 932308 h 1720299"/>
              <a:gd name="connsiteX535" fmla="*/ 226483 w 1878763"/>
              <a:gd name="connsiteY535" fmla="*/ 932308 h 1720299"/>
              <a:gd name="connsiteX536" fmla="*/ 114173 w 1878763"/>
              <a:gd name="connsiteY536" fmla="*/ 904876 h 1720299"/>
              <a:gd name="connsiteX537" fmla="*/ 141605 w 1878763"/>
              <a:gd name="connsiteY537" fmla="*/ 904876 h 1720299"/>
              <a:gd name="connsiteX538" fmla="*/ 141605 w 1878763"/>
              <a:gd name="connsiteY538" fmla="*/ 932308 h 1720299"/>
              <a:gd name="connsiteX539" fmla="*/ 114173 w 1878763"/>
              <a:gd name="connsiteY539" fmla="*/ 932308 h 1720299"/>
              <a:gd name="connsiteX540" fmla="*/ 0 w 1878763"/>
              <a:gd name="connsiteY540" fmla="*/ 904876 h 1720299"/>
              <a:gd name="connsiteX541" fmla="*/ 27432 w 1878763"/>
              <a:gd name="connsiteY541" fmla="*/ 904876 h 1720299"/>
              <a:gd name="connsiteX542" fmla="*/ 27432 w 1878763"/>
              <a:gd name="connsiteY542" fmla="*/ 932308 h 1720299"/>
              <a:gd name="connsiteX543" fmla="*/ 0 w 1878763"/>
              <a:gd name="connsiteY543" fmla="*/ 932308 h 1720299"/>
              <a:gd name="connsiteX544" fmla="*/ 1851331 w 1878763"/>
              <a:gd name="connsiteY544" fmla="*/ 789782 h 1720299"/>
              <a:gd name="connsiteX545" fmla="*/ 1878763 w 1878763"/>
              <a:gd name="connsiteY545" fmla="*/ 789782 h 1720299"/>
              <a:gd name="connsiteX546" fmla="*/ 1878763 w 1878763"/>
              <a:gd name="connsiteY546" fmla="*/ 817214 h 1720299"/>
              <a:gd name="connsiteX547" fmla="*/ 1851331 w 1878763"/>
              <a:gd name="connsiteY547" fmla="*/ 817214 h 1720299"/>
              <a:gd name="connsiteX548" fmla="*/ 1737031 w 1878763"/>
              <a:gd name="connsiteY548" fmla="*/ 789782 h 1720299"/>
              <a:gd name="connsiteX549" fmla="*/ 1764463 w 1878763"/>
              <a:gd name="connsiteY549" fmla="*/ 789782 h 1720299"/>
              <a:gd name="connsiteX550" fmla="*/ 1764463 w 1878763"/>
              <a:gd name="connsiteY550" fmla="*/ 817214 h 1720299"/>
              <a:gd name="connsiteX551" fmla="*/ 1737031 w 1878763"/>
              <a:gd name="connsiteY551" fmla="*/ 817214 h 1720299"/>
              <a:gd name="connsiteX552" fmla="*/ 1625112 w 1878763"/>
              <a:gd name="connsiteY552" fmla="*/ 789782 h 1720299"/>
              <a:gd name="connsiteX553" fmla="*/ 1652544 w 1878763"/>
              <a:gd name="connsiteY553" fmla="*/ 789782 h 1720299"/>
              <a:gd name="connsiteX554" fmla="*/ 1652544 w 1878763"/>
              <a:gd name="connsiteY554" fmla="*/ 817214 h 1720299"/>
              <a:gd name="connsiteX555" fmla="*/ 1625112 w 1878763"/>
              <a:gd name="connsiteY555" fmla="*/ 817214 h 1720299"/>
              <a:gd name="connsiteX556" fmla="*/ 1510812 w 1878763"/>
              <a:gd name="connsiteY556" fmla="*/ 789782 h 1720299"/>
              <a:gd name="connsiteX557" fmla="*/ 1538244 w 1878763"/>
              <a:gd name="connsiteY557" fmla="*/ 789782 h 1720299"/>
              <a:gd name="connsiteX558" fmla="*/ 1538244 w 1878763"/>
              <a:gd name="connsiteY558" fmla="*/ 817214 h 1720299"/>
              <a:gd name="connsiteX559" fmla="*/ 1510812 w 1878763"/>
              <a:gd name="connsiteY559" fmla="*/ 817214 h 1720299"/>
              <a:gd name="connsiteX560" fmla="*/ 1394702 w 1878763"/>
              <a:gd name="connsiteY560" fmla="*/ 789782 h 1720299"/>
              <a:gd name="connsiteX561" fmla="*/ 1422134 w 1878763"/>
              <a:gd name="connsiteY561" fmla="*/ 789782 h 1720299"/>
              <a:gd name="connsiteX562" fmla="*/ 1422134 w 1878763"/>
              <a:gd name="connsiteY562" fmla="*/ 817214 h 1720299"/>
              <a:gd name="connsiteX563" fmla="*/ 1394702 w 1878763"/>
              <a:gd name="connsiteY563" fmla="*/ 817214 h 1720299"/>
              <a:gd name="connsiteX564" fmla="*/ 1278592 w 1878763"/>
              <a:gd name="connsiteY564" fmla="*/ 789782 h 1720299"/>
              <a:gd name="connsiteX565" fmla="*/ 1306024 w 1878763"/>
              <a:gd name="connsiteY565" fmla="*/ 789782 h 1720299"/>
              <a:gd name="connsiteX566" fmla="*/ 1306024 w 1878763"/>
              <a:gd name="connsiteY566" fmla="*/ 817214 h 1720299"/>
              <a:gd name="connsiteX567" fmla="*/ 1278592 w 1878763"/>
              <a:gd name="connsiteY567" fmla="*/ 817214 h 1720299"/>
              <a:gd name="connsiteX568" fmla="*/ 1162482 w 1878763"/>
              <a:gd name="connsiteY568" fmla="*/ 789782 h 1720299"/>
              <a:gd name="connsiteX569" fmla="*/ 1189914 w 1878763"/>
              <a:gd name="connsiteY569" fmla="*/ 789782 h 1720299"/>
              <a:gd name="connsiteX570" fmla="*/ 1189914 w 1878763"/>
              <a:gd name="connsiteY570" fmla="*/ 817214 h 1720299"/>
              <a:gd name="connsiteX571" fmla="*/ 1162482 w 1878763"/>
              <a:gd name="connsiteY571" fmla="*/ 817214 h 1720299"/>
              <a:gd name="connsiteX572" fmla="*/ 1042307 w 1878763"/>
              <a:gd name="connsiteY572" fmla="*/ 789782 h 1720299"/>
              <a:gd name="connsiteX573" fmla="*/ 1069739 w 1878763"/>
              <a:gd name="connsiteY573" fmla="*/ 789782 h 1720299"/>
              <a:gd name="connsiteX574" fmla="*/ 1069739 w 1878763"/>
              <a:gd name="connsiteY574" fmla="*/ 817214 h 1720299"/>
              <a:gd name="connsiteX575" fmla="*/ 1042307 w 1878763"/>
              <a:gd name="connsiteY575" fmla="*/ 817214 h 1720299"/>
              <a:gd name="connsiteX576" fmla="*/ 926798 w 1878763"/>
              <a:gd name="connsiteY576" fmla="*/ 789782 h 1720299"/>
              <a:gd name="connsiteX577" fmla="*/ 954230 w 1878763"/>
              <a:gd name="connsiteY577" fmla="*/ 789782 h 1720299"/>
              <a:gd name="connsiteX578" fmla="*/ 954230 w 1878763"/>
              <a:gd name="connsiteY578" fmla="*/ 817214 h 1720299"/>
              <a:gd name="connsiteX579" fmla="*/ 926798 w 1878763"/>
              <a:gd name="connsiteY579" fmla="*/ 817214 h 1720299"/>
              <a:gd name="connsiteX580" fmla="*/ 812625 w 1878763"/>
              <a:gd name="connsiteY580" fmla="*/ 789782 h 1720299"/>
              <a:gd name="connsiteX581" fmla="*/ 840057 w 1878763"/>
              <a:gd name="connsiteY581" fmla="*/ 789782 h 1720299"/>
              <a:gd name="connsiteX582" fmla="*/ 840057 w 1878763"/>
              <a:gd name="connsiteY582" fmla="*/ 817214 h 1720299"/>
              <a:gd name="connsiteX583" fmla="*/ 812625 w 1878763"/>
              <a:gd name="connsiteY583" fmla="*/ 817214 h 1720299"/>
              <a:gd name="connsiteX584" fmla="*/ 692450 w 1878763"/>
              <a:gd name="connsiteY584" fmla="*/ 789782 h 1720299"/>
              <a:gd name="connsiteX585" fmla="*/ 719882 w 1878763"/>
              <a:gd name="connsiteY585" fmla="*/ 789782 h 1720299"/>
              <a:gd name="connsiteX586" fmla="*/ 719882 w 1878763"/>
              <a:gd name="connsiteY586" fmla="*/ 817214 h 1720299"/>
              <a:gd name="connsiteX587" fmla="*/ 692450 w 1878763"/>
              <a:gd name="connsiteY587" fmla="*/ 817214 h 1720299"/>
              <a:gd name="connsiteX588" fmla="*/ 576340 w 1878763"/>
              <a:gd name="connsiteY588" fmla="*/ 789782 h 1720299"/>
              <a:gd name="connsiteX589" fmla="*/ 603772 w 1878763"/>
              <a:gd name="connsiteY589" fmla="*/ 789782 h 1720299"/>
              <a:gd name="connsiteX590" fmla="*/ 603772 w 1878763"/>
              <a:gd name="connsiteY590" fmla="*/ 817214 h 1720299"/>
              <a:gd name="connsiteX591" fmla="*/ 576340 w 1878763"/>
              <a:gd name="connsiteY591" fmla="*/ 817214 h 1720299"/>
              <a:gd name="connsiteX592" fmla="*/ 456165 w 1878763"/>
              <a:gd name="connsiteY592" fmla="*/ 789782 h 1720299"/>
              <a:gd name="connsiteX593" fmla="*/ 483597 w 1878763"/>
              <a:gd name="connsiteY593" fmla="*/ 789782 h 1720299"/>
              <a:gd name="connsiteX594" fmla="*/ 483597 w 1878763"/>
              <a:gd name="connsiteY594" fmla="*/ 817214 h 1720299"/>
              <a:gd name="connsiteX595" fmla="*/ 456165 w 1878763"/>
              <a:gd name="connsiteY595" fmla="*/ 817214 h 1720299"/>
              <a:gd name="connsiteX596" fmla="*/ 340656 w 1878763"/>
              <a:gd name="connsiteY596" fmla="*/ 789782 h 1720299"/>
              <a:gd name="connsiteX597" fmla="*/ 368088 w 1878763"/>
              <a:gd name="connsiteY597" fmla="*/ 789782 h 1720299"/>
              <a:gd name="connsiteX598" fmla="*/ 368088 w 1878763"/>
              <a:gd name="connsiteY598" fmla="*/ 817214 h 1720299"/>
              <a:gd name="connsiteX599" fmla="*/ 340656 w 1878763"/>
              <a:gd name="connsiteY599" fmla="*/ 817214 h 1720299"/>
              <a:gd name="connsiteX600" fmla="*/ 226483 w 1878763"/>
              <a:gd name="connsiteY600" fmla="*/ 789782 h 1720299"/>
              <a:gd name="connsiteX601" fmla="*/ 253915 w 1878763"/>
              <a:gd name="connsiteY601" fmla="*/ 789782 h 1720299"/>
              <a:gd name="connsiteX602" fmla="*/ 253915 w 1878763"/>
              <a:gd name="connsiteY602" fmla="*/ 817214 h 1720299"/>
              <a:gd name="connsiteX603" fmla="*/ 226483 w 1878763"/>
              <a:gd name="connsiteY603" fmla="*/ 817214 h 1720299"/>
              <a:gd name="connsiteX604" fmla="*/ 114173 w 1878763"/>
              <a:gd name="connsiteY604" fmla="*/ 789782 h 1720299"/>
              <a:gd name="connsiteX605" fmla="*/ 141605 w 1878763"/>
              <a:gd name="connsiteY605" fmla="*/ 789782 h 1720299"/>
              <a:gd name="connsiteX606" fmla="*/ 141605 w 1878763"/>
              <a:gd name="connsiteY606" fmla="*/ 817214 h 1720299"/>
              <a:gd name="connsiteX607" fmla="*/ 114173 w 1878763"/>
              <a:gd name="connsiteY607" fmla="*/ 817214 h 1720299"/>
              <a:gd name="connsiteX608" fmla="*/ 0 w 1878763"/>
              <a:gd name="connsiteY608" fmla="*/ 789782 h 1720299"/>
              <a:gd name="connsiteX609" fmla="*/ 27432 w 1878763"/>
              <a:gd name="connsiteY609" fmla="*/ 789782 h 1720299"/>
              <a:gd name="connsiteX610" fmla="*/ 27432 w 1878763"/>
              <a:gd name="connsiteY610" fmla="*/ 817214 h 1720299"/>
              <a:gd name="connsiteX611" fmla="*/ 0 w 1878763"/>
              <a:gd name="connsiteY611" fmla="*/ 817214 h 1720299"/>
              <a:gd name="connsiteX612" fmla="*/ 1851331 w 1878763"/>
              <a:gd name="connsiteY612" fmla="*/ 676275 h 1720299"/>
              <a:gd name="connsiteX613" fmla="*/ 1878763 w 1878763"/>
              <a:gd name="connsiteY613" fmla="*/ 676275 h 1720299"/>
              <a:gd name="connsiteX614" fmla="*/ 1878763 w 1878763"/>
              <a:gd name="connsiteY614" fmla="*/ 703707 h 1720299"/>
              <a:gd name="connsiteX615" fmla="*/ 1851331 w 1878763"/>
              <a:gd name="connsiteY615" fmla="*/ 703707 h 1720299"/>
              <a:gd name="connsiteX616" fmla="*/ 1737031 w 1878763"/>
              <a:gd name="connsiteY616" fmla="*/ 676275 h 1720299"/>
              <a:gd name="connsiteX617" fmla="*/ 1764463 w 1878763"/>
              <a:gd name="connsiteY617" fmla="*/ 676275 h 1720299"/>
              <a:gd name="connsiteX618" fmla="*/ 1764463 w 1878763"/>
              <a:gd name="connsiteY618" fmla="*/ 703707 h 1720299"/>
              <a:gd name="connsiteX619" fmla="*/ 1737031 w 1878763"/>
              <a:gd name="connsiteY619" fmla="*/ 703707 h 1720299"/>
              <a:gd name="connsiteX620" fmla="*/ 1625112 w 1878763"/>
              <a:gd name="connsiteY620" fmla="*/ 676275 h 1720299"/>
              <a:gd name="connsiteX621" fmla="*/ 1652544 w 1878763"/>
              <a:gd name="connsiteY621" fmla="*/ 676275 h 1720299"/>
              <a:gd name="connsiteX622" fmla="*/ 1652544 w 1878763"/>
              <a:gd name="connsiteY622" fmla="*/ 703707 h 1720299"/>
              <a:gd name="connsiteX623" fmla="*/ 1625112 w 1878763"/>
              <a:gd name="connsiteY623" fmla="*/ 703707 h 1720299"/>
              <a:gd name="connsiteX624" fmla="*/ 1510812 w 1878763"/>
              <a:gd name="connsiteY624" fmla="*/ 676275 h 1720299"/>
              <a:gd name="connsiteX625" fmla="*/ 1538244 w 1878763"/>
              <a:gd name="connsiteY625" fmla="*/ 676275 h 1720299"/>
              <a:gd name="connsiteX626" fmla="*/ 1538244 w 1878763"/>
              <a:gd name="connsiteY626" fmla="*/ 703707 h 1720299"/>
              <a:gd name="connsiteX627" fmla="*/ 1510812 w 1878763"/>
              <a:gd name="connsiteY627" fmla="*/ 703707 h 1720299"/>
              <a:gd name="connsiteX628" fmla="*/ 1394702 w 1878763"/>
              <a:gd name="connsiteY628" fmla="*/ 676275 h 1720299"/>
              <a:gd name="connsiteX629" fmla="*/ 1422134 w 1878763"/>
              <a:gd name="connsiteY629" fmla="*/ 676275 h 1720299"/>
              <a:gd name="connsiteX630" fmla="*/ 1422134 w 1878763"/>
              <a:gd name="connsiteY630" fmla="*/ 703707 h 1720299"/>
              <a:gd name="connsiteX631" fmla="*/ 1394702 w 1878763"/>
              <a:gd name="connsiteY631" fmla="*/ 703707 h 1720299"/>
              <a:gd name="connsiteX632" fmla="*/ 1278592 w 1878763"/>
              <a:gd name="connsiteY632" fmla="*/ 676275 h 1720299"/>
              <a:gd name="connsiteX633" fmla="*/ 1306024 w 1878763"/>
              <a:gd name="connsiteY633" fmla="*/ 676275 h 1720299"/>
              <a:gd name="connsiteX634" fmla="*/ 1306024 w 1878763"/>
              <a:gd name="connsiteY634" fmla="*/ 703707 h 1720299"/>
              <a:gd name="connsiteX635" fmla="*/ 1278592 w 1878763"/>
              <a:gd name="connsiteY635" fmla="*/ 703707 h 1720299"/>
              <a:gd name="connsiteX636" fmla="*/ 1162482 w 1878763"/>
              <a:gd name="connsiteY636" fmla="*/ 676275 h 1720299"/>
              <a:gd name="connsiteX637" fmla="*/ 1189914 w 1878763"/>
              <a:gd name="connsiteY637" fmla="*/ 676275 h 1720299"/>
              <a:gd name="connsiteX638" fmla="*/ 1189914 w 1878763"/>
              <a:gd name="connsiteY638" fmla="*/ 703707 h 1720299"/>
              <a:gd name="connsiteX639" fmla="*/ 1162482 w 1878763"/>
              <a:gd name="connsiteY639" fmla="*/ 703707 h 1720299"/>
              <a:gd name="connsiteX640" fmla="*/ 1042307 w 1878763"/>
              <a:gd name="connsiteY640" fmla="*/ 676275 h 1720299"/>
              <a:gd name="connsiteX641" fmla="*/ 1069739 w 1878763"/>
              <a:gd name="connsiteY641" fmla="*/ 676275 h 1720299"/>
              <a:gd name="connsiteX642" fmla="*/ 1069739 w 1878763"/>
              <a:gd name="connsiteY642" fmla="*/ 703707 h 1720299"/>
              <a:gd name="connsiteX643" fmla="*/ 1042307 w 1878763"/>
              <a:gd name="connsiteY643" fmla="*/ 703707 h 1720299"/>
              <a:gd name="connsiteX644" fmla="*/ 926798 w 1878763"/>
              <a:gd name="connsiteY644" fmla="*/ 676275 h 1720299"/>
              <a:gd name="connsiteX645" fmla="*/ 954230 w 1878763"/>
              <a:gd name="connsiteY645" fmla="*/ 676275 h 1720299"/>
              <a:gd name="connsiteX646" fmla="*/ 954230 w 1878763"/>
              <a:gd name="connsiteY646" fmla="*/ 703707 h 1720299"/>
              <a:gd name="connsiteX647" fmla="*/ 926798 w 1878763"/>
              <a:gd name="connsiteY647" fmla="*/ 703707 h 1720299"/>
              <a:gd name="connsiteX648" fmla="*/ 812625 w 1878763"/>
              <a:gd name="connsiteY648" fmla="*/ 676275 h 1720299"/>
              <a:gd name="connsiteX649" fmla="*/ 840057 w 1878763"/>
              <a:gd name="connsiteY649" fmla="*/ 676275 h 1720299"/>
              <a:gd name="connsiteX650" fmla="*/ 840057 w 1878763"/>
              <a:gd name="connsiteY650" fmla="*/ 703707 h 1720299"/>
              <a:gd name="connsiteX651" fmla="*/ 812625 w 1878763"/>
              <a:gd name="connsiteY651" fmla="*/ 703707 h 1720299"/>
              <a:gd name="connsiteX652" fmla="*/ 692450 w 1878763"/>
              <a:gd name="connsiteY652" fmla="*/ 676275 h 1720299"/>
              <a:gd name="connsiteX653" fmla="*/ 719882 w 1878763"/>
              <a:gd name="connsiteY653" fmla="*/ 676275 h 1720299"/>
              <a:gd name="connsiteX654" fmla="*/ 719882 w 1878763"/>
              <a:gd name="connsiteY654" fmla="*/ 703707 h 1720299"/>
              <a:gd name="connsiteX655" fmla="*/ 692450 w 1878763"/>
              <a:gd name="connsiteY655" fmla="*/ 703707 h 1720299"/>
              <a:gd name="connsiteX656" fmla="*/ 576340 w 1878763"/>
              <a:gd name="connsiteY656" fmla="*/ 676275 h 1720299"/>
              <a:gd name="connsiteX657" fmla="*/ 603772 w 1878763"/>
              <a:gd name="connsiteY657" fmla="*/ 676275 h 1720299"/>
              <a:gd name="connsiteX658" fmla="*/ 603772 w 1878763"/>
              <a:gd name="connsiteY658" fmla="*/ 703707 h 1720299"/>
              <a:gd name="connsiteX659" fmla="*/ 576340 w 1878763"/>
              <a:gd name="connsiteY659" fmla="*/ 703707 h 1720299"/>
              <a:gd name="connsiteX660" fmla="*/ 456165 w 1878763"/>
              <a:gd name="connsiteY660" fmla="*/ 676275 h 1720299"/>
              <a:gd name="connsiteX661" fmla="*/ 483597 w 1878763"/>
              <a:gd name="connsiteY661" fmla="*/ 676275 h 1720299"/>
              <a:gd name="connsiteX662" fmla="*/ 483597 w 1878763"/>
              <a:gd name="connsiteY662" fmla="*/ 703707 h 1720299"/>
              <a:gd name="connsiteX663" fmla="*/ 456165 w 1878763"/>
              <a:gd name="connsiteY663" fmla="*/ 703707 h 1720299"/>
              <a:gd name="connsiteX664" fmla="*/ 340656 w 1878763"/>
              <a:gd name="connsiteY664" fmla="*/ 676275 h 1720299"/>
              <a:gd name="connsiteX665" fmla="*/ 368088 w 1878763"/>
              <a:gd name="connsiteY665" fmla="*/ 676275 h 1720299"/>
              <a:gd name="connsiteX666" fmla="*/ 368088 w 1878763"/>
              <a:gd name="connsiteY666" fmla="*/ 703707 h 1720299"/>
              <a:gd name="connsiteX667" fmla="*/ 340656 w 1878763"/>
              <a:gd name="connsiteY667" fmla="*/ 703707 h 1720299"/>
              <a:gd name="connsiteX668" fmla="*/ 226483 w 1878763"/>
              <a:gd name="connsiteY668" fmla="*/ 676275 h 1720299"/>
              <a:gd name="connsiteX669" fmla="*/ 253915 w 1878763"/>
              <a:gd name="connsiteY669" fmla="*/ 676275 h 1720299"/>
              <a:gd name="connsiteX670" fmla="*/ 253915 w 1878763"/>
              <a:gd name="connsiteY670" fmla="*/ 703707 h 1720299"/>
              <a:gd name="connsiteX671" fmla="*/ 226483 w 1878763"/>
              <a:gd name="connsiteY671" fmla="*/ 703707 h 1720299"/>
              <a:gd name="connsiteX672" fmla="*/ 114173 w 1878763"/>
              <a:gd name="connsiteY672" fmla="*/ 676275 h 1720299"/>
              <a:gd name="connsiteX673" fmla="*/ 141605 w 1878763"/>
              <a:gd name="connsiteY673" fmla="*/ 676275 h 1720299"/>
              <a:gd name="connsiteX674" fmla="*/ 141605 w 1878763"/>
              <a:gd name="connsiteY674" fmla="*/ 703707 h 1720299"/>
              <a:gd name="connsiteX675" fmla="*/ 114173 w 1878763"/>
              <a:gd name="connsiteY675" fmla="*/ 703707 h 1720299"/>
              <a:gd name="connsiteX676" fmla="*/ 0 w 1878763"/>
              <a:gd name="connsiteY676" fmla="*/ 676275 h 1720299"/>
              <a:gd name="connsiteX677" fmla="*/ 27432 w 1878763"/>
              <a:gd name="connsiteY677" fmla="*/ 676275 h 1720299"/>
              <a:gd name="connsiteX678" fmla="*/ 27432 w 1878763"/>
              <a:gd name="connsiteY678" fmla="*/ 703707 h 1720299"/>
              <a:gd name="connsiteX679" fmla="*/ 0 w 1878763"/>
              <a:gd name="connsiteY679" fmla="*/ 703707 h 1720299"/>
              <a:gd name="connsiteX680" fmla="*/ 1851331 w 1878763"/>
              <a:gd name="connsiteY680" fmla="*/ 565945 h 1720299"/>
              <a:gd name="connsiteX681" fmla="*/ 1878763 w 1878763"/>
              <a:gd name="connsiteY681" fmla="*/ 565945 h 1720299"/>
              <a:gd name="connsiteX682" fmla="*/ 1878763 w 1878763"/>
              <a:gd name="connsiteY682" fmla="*/ 593377 h 1720299"/>
              <a:gd name="connsiteX683" fmla="*/ 1851331 w 1878763"/>
              <a:gd name="connsiteY683" fmla="*/ 593377 h 1720299"/>
              <a:gd name="connsiteX684" fmla="*/ 1737031 w 1878763"/>
              <a:gd name="connsiteY684" fmla="*/ 565945 h 1720299"/>
              <a:gd name="connsiteX685" fmla="*/ 1764463 w 1878763"/>
              <a:gd name="connsiteY685" fmla="*/ 565945 h 1720299"/>
              <a:gd name="connsiteX686" fmla="*/ 1764463 w 1878763"/>
              <a:gd name="connsiteY686" fmla="*/ 593377 h 1720299"/>
              <a:gd name="connsiteX687" fmla="*/ 1737031 w 1878763"/>
              <a:gd name="connsiteY687" fmla="*/ 593377 h 1720299"/>
              <a:gd name="connsiteX688" fmla="*/ 1625112 w 1878763"/>
              <a:gd name="connsiteY688" fmla="*/ 565945 h 1720299"/>
              <a:gd name="connsiteX689" fmla="*/ 1652544 w 1878763"/>
              <a:gd name="connsiteY689" fmla="*/ 565945 h 1720299"/>
              <a:gd name="connsiteX690" fmla="*/ 1652544 w 1878763"/>
              <a:gd name="connsiteY690" fmla="*/ 593377 h 1720299"/>
              <a:gd name="connsiteX691" fmla="*/ 1625112 w 1878763"/>
              <a:gd name="connsiteY691" fmla="*/ 593377 h 1720299"/>
              <a:gd name="connsiteX692" fmla="*/ 1510812 w 1878763"/>
              <a:gd name="connsiteY692" fmla="*/ 565945 h 1720299"/>
              <a:gd name="connsiteX693" fmla="*/ 1538244 w 1878763"/>
              <a:gd name="connsiteY693" fmla="*/ 565945 h 1720299"/>
              <a:gd name="connsiteX694" fmla="*/ 1538244 w 1878763"/>
              <a:gd name="connsiteY694" fmla="*/ 593377 h 1720299"/>
              <a:gd name="connsiteX695" fmla="*/ 1510812 w 1878763"/>
              <a:gd name="connsiteY695" fmla="*/ 593377 h 1720299"/>
              <a:gd name="connsiteX696" fmla="*/ 1394702 w 1878763"/>
              <a:gd name="connsiteY696" fmla="*/ 565945 h 1720299"/>
              <a:gd name="connsiteX697" fmla="*/ 1422134 w 1878763"/>
              <a:gd name="connsiteY697" fmla="*/ 565945 h 1720299"/>
              <a:gd name="connsiteX698" fmla="*/ 1422134 w 1878763"/>
              <a:gd name="connsiteY698" fmla="*/ 593377 h 1720299"/>
              <a:gd name="connsiteX699" fmla="*/ 1394702 w 1878763"/>
              <a:gd name="connsiteY699" fmla="*/ 593377 h 1720299"/>
              <a:gd name="connsiteX700" fmla="*/ 1278592 w 1878763"/>
              <a:gd name="connsiteY700" fmla="*/ 565945 h 1720299"/>
              <a:gd name="connsiteX701" fmla="*/ 1306024 w 1878763"/>
              <a:gd name="connsiteY701" fmla="*/ 565945 h 1720299"/>
              <a:gd name="connsiteX702" fmla="*/ 1306024 w 1878763"/>
              <a:gd name="connsiteY702" fmla="*/ 593377 h 1720299"/>
              <a:gd name="connsiteX703" fmla="*/ 1278592 w 1878763"/>
              <a:gd name="connsiteY703" fmla="*/ 593377 h 1720299"/>
              <a:gd name="connsiteX704" fmla="*/ 1162482 w 1878763"/>
              <a:gd name="connsiteY704" fmla="*/ 565945 h 1720299"/>
              <a:gd name="connsiteX705" fmla="*/ 1189914 w 1878763"/>
              <a:gd name="connsiteY705" fmla="*/ 565945 h 1720299"/>
              <a:gd name="connsiteX706" fmla="*/ 1189914 w 1878763"/>
              <a:gd name="connsiteY706" fmla="*/ 593377 h 1720299"/>
              <a:gd name="connsiteX707" fmla="*/ 1162482 w 1878763"/>
              <a:gd name="connsiteY707" fmla="*/ 593377 h 1720299"/>
              <a:gd name="connsiteX708" fmla="*/ 1042307 w 1878763"/>
              <a:gd name="connsiteY708" fmla="*/ 565945 h 1720299"/>
              <a:gd name="connsiteX709" fmla="*/ 1069739 w 1878763"/>
              <a:gd name="connsiteY709" fmla="*/ 565945 h 1720299"/>
              <a:gd name="connsiteX710" fmla="*/ 1069739 w 1878763"/>
              <a:gd name="connsiteY710" fmla="*/ 593377 h 1720299"/>
              <a:gd name="connsiteX711" fmla="*/ 1042307 w 1878763"/>
              <a:gd name="connsiteY711" fmla="*/ 593377 h 1720299"/>
              <a:gd name="connsiteX712" fmla="*/ 926798 w 1878763"/>
              <a:gd name="connsiteY712" fmla="*/ 565945 h 1720299"/>
              <a:gd name="connsiteX713" fmla="*/ 954230 w 1878763"/>
              <a:gd name="connsiteY713" fmla="*/ 565945 h 1720299"/>
              <a:gd name="connsiteX714" fmla="*/ 954230 w 1878763"/>
              <a:gd name="connsiteY714" fmla="*/ 593377 h 1720299"/>
              <a:gd name="connsiteX715" fmla="*/ 926798 w 1878763"/>
              <a:gd name="connsiteY715" fmla="*/ 593377 h 1720299"/>
              <a:gd name="connsiteX716" fmla="*/ 812625 w 1878763"/>
              <a:gd name="connsiteY716" fmla="*/ 565945 h 1720299"/>
              <a:gd name="connsiteX717" fmla="*/ 840057 w 1878763"/>
              <a:gd name="connsiteY717" fmla="*/ 565945 h 1720299"/>
              <a:gd name="connsiteX718" fmla="*/ 840057 w 1878763"/>
              <a:gd name="connsiteY718" fmla="*/ 593377 h 1720299"/>
              <a:gd name="connsiteX719" fmla="*/ 812625 w 1878763"/>
              <a:gd name="connsiteY719" fmla="*/ 593377 h 1720299"/>
              <a:gd name="connsiteX720" fmla="*/ 692450 w 1878763"/>
              <a:gd name="connsiteY720" fmla="*/ 565945 h 1720299"/>
              <a:gd name="connsiteX721" fmla="*/ 719882 w 1878763"/>
              <a:gd name="connsiteY721" fmla="*/ 565945 h 1720299"/>
              <a:gd name="connsiteX722" fmla="*/ 719882 w 1878763"/>
              <a:gd name="connsiteY722" fmla="*/ 593377 h 1720299"/>
              <a:gd name="connsiteX723" fmla="*/ 692450 w 1878763"/>
              <a:gd name="connsiteY723" fmla="*/ 593377 h 1720299"/>
              <a:gd name="connsiteX724" fmla="*/ 576340 w 1878763"/>
              <a:gd name="connsiteY724" fmla="*/ 565945 h 1720299"/>
              <a:gd name="connsiteX725" fmla="*/ 603772 w 1878763"/>
              <a:gd name="connsiteY725" fmla="*/ 565945 h 1720299"/>
              <a:gd name="connsiteX726" fmla="*/ 603772 w 1878763"/>
              <a:gd name="connsiteY726" fmla="*/ 593377 h 1720299"/>
              <a:gd name="connsiteX727" fmla="*/ 576340 w 1878763"/>
              <a:gd name="connsiteY727" fmla="*/ 593377 h 1720299"/>
              <a:gd name="connsiteX728" fmla="*/ 456165 w 1878763"/>
              <a:gd name="connsiteY728" fmla="*/ 565945 h 1720299"/>
              <a:gd name="connsiteX729" fmla="*/ 483597 w 1878763"/>
              <a:gd name="connsiteY729" fmla="*/ 565945 h 1720299"/>
              <a:gd name="connsiteX730" fmla="*/ 483597 w 1878763"/>
              <a:gd name="connsiteY730" fmla="*/ 593377 h 1720299"/>
              <a:gd name="connsiteX731" fmla="*/ 456165 w 1878763"/>
              <a:gd name="connsiteY731" fmla="*/ 593377 h 1720299"/>
              <a:gd name="connsiteX732" fmla="*/ 340656 w 1878763"/>
              <a:gd name="connsiteY732" fmla="*/ 565945 h 1720299"/>
              <a:gd name="connsiteX733" fmla="*/ 368088 w 1878763"/>
              <a:gd name="connsiteY733" fmla="*/ 565945 h 1720299"/>
              <a:gd name="connsiteX734" fmla="*/ 368088 w 1878763"/>
              <a:gd name="connsiteY734" fmla="*/ 593377 h 1720299"/>
              <a:gd name="connsiteX735" fmla="*/ 340656 w 1878763"/>
              <a:gd name="connsiteY735" fmla="*/ 593377 h 1720299"/>
              <a:gd name="connsiteX736" fmla="*/ 226483 w 1878763"/>
              <a:gd name="connsiteY736" fmla="*/ 565945 h 1720299"/>
              <a:gd name="connsiteX737" fmla="*/ 253915 w 1878763"/>
              <a:gd name="connsiteY737" fmla="*/ 565945 h 1720299"/>
              <a:gd name="connsiteX738" fmla="*/ 253915 w 1878763"/>
              <a:gd name="connsiteY738" fmla="*/ 593377 h 1720299"/>
              <a:gd name="connsiteX739" fmla="*/ 226483 w 1878763"/>
              <a:gd name="connsiteY739" fmla="*/ 593377 h 1720299"/>
              <a:gd name="connsiteX740" fmla="*/ 114173 w 1878763"/>
              <a:gd name="connsiteY740" fmla="*/ 565945 h 1720299"/>
              <a:gd name="connsiteX741" fmla="*/ 141605 w 1878763"/>
              <a:gd name="connsiteY741" fmla="*/ 565945 h 1720299"/>
              <a:gd name="connsiteX742" fmla="*/ 141605 w 1878763"/>
              <a:gd name="connsiteY742" fmla="*/ 593377 h 1720299"/>
              <a:gd name="connsiteX743" fmla="*/ 114173 w 1878763"/>
              <a:gd name="connsiteY743" fmla="*/ 593377 h 1720299"/>
              <a:gd name="connsiteX744" fmla="*/ 0 w 1878763"/>
              <a:gd name="connsiteY744" fmla="*/ 565945 h 1720299"/>
              <a:gd name="connsiteX745" fmla="*/ 27432 w 1878763"/>
              <a:gd name="connsiteY745" fmla="*/ 565945 h 1720299"/>
              <a:gd name="connsiteX746" fmla="*/ 27432 w 1878763"/>
              <a:gd name="connsiteY746" fmla="*/ 593377 h 1720299"/>
              <a:gd name="connsiteX747" fmla="*/ 0 w 1878763"/>
              <a:gd name="connsiteY747" fmla="*/ 593377 h 1720299"/>
              <a:gd name="connsiteX748" fmla="*/ 1851331 w 1878763"/>
              <a:gd name="connsiteY748" fmla="*/ 452438 h 1720299"/>
              <a:gd name="connsiteX749" fmla="*/ 1878763 w 1878763"/>
              <a:gd name="connsiteY749" fmla="*/ 452438 h 1720299"/>
              <a:gd name="connsiteX750" fmla="*/ 1878763 w 1878763"/>
              <a:gd name="connsiteY750" fmla="*/ 479870 h 1720299"/>
              <a:gd name="connsiteX751" fmla="*/ 1851331 w 1878763"/>
              <a:gd name="connsiteY751" fmla="*/ 479870 h 1720299"/>
              <a:gd name="connsiteX752" fmla="*/ 1737031 w 1878763"/>
              <a:gd name="connsiteY752" fmla="*/ 452438 h 1720299"/>
              <a:gd name="connsiteX753" fmla="*/ 1764463 w 1878763"/>
              <a:gd name="connsiteY753" fmla="*/ 452438 h 1720299"/>
              <a:gd name="connsiteX754" fmla="*/ 1764463 w 1878763"/>
              <a:gd name="connsiteY754" fmla="*/ 479870 h 1720299"/>
              <a:gd name="connsiteX755" fmla="*/ 1737031 w 1878763"/>
              <a:gd name="connsiteY755" fmla="*/ 479870 h 1720299"/>
              <a:gd name="connsiteX756" fmla="*/ 1625112 w 1878763"/>
              <a:gd name="connsiteY756" fmla="*/ 452438 h 1720299"/>
              <a:gd name="connsiteX757" fmla="*/ 1652544 w 1878763"/>
              <a:gd name="connsiteY757" fmla="*/ 452438 h 1720299"/>
              <a:gd name="connsiteX758" fmla="*/ 1652544 w 1878763"/>
              <a:gd name="connsiteY758" fmla="*/ 479870 h 1720299"/>
              <a:gd name="connsiteX759" fmla="*/ 1625112 w 1878763"/>
              <a:gd name="connsiteY759" fmla="*/ 479870 h 1720299"/>
              <a:gd name="connsiteX760" fmla="*/ 1510812 w 1878763"/>
              <a:gd name="connsiteY760" fmla="*/ 452438 h 1720299"/>
              <a:gd name="connsiteX761" fmla="*/ 1538244 w 1878763"/>
              <a:gd name="connsiteY761" fmla="*/ 452438 h 1720299"/>
              <a:gd name="connsiteX762" fmla="*/ 1538244 w 1878763"/>
              <a:gd name="connsiteY762" fmla="*/ 479870 h 1720299"/>
              <a:gd name="connsiteX763" fmla="*/ 1510812 w 1878763"/>
              <a:gd name="connsiteY763" fmla="*/ 479870 h 1720299"/>
              <a:gd name="connsiteX764" fmla="*/ 1394702 w 1878763"/>
              <a:gd name="connsiteY764" fmla="*/ 452438 h 1720299"/>
              <a:gd name="connsiteX765" fmla="*/ 1422134 w 1878763"/>
              <a:gd name="connsiteY765" fmla="*/ 452438 h 1720299"/>
              <a:gd name="connsiteX766" fmla="*/ 1422134 w 1878763"/>
              <a:gd name="connsiteY766" fmla="*/ 479870 h 1720299"/>
              <a:gd name="connsiteX767" fmla="*/ 1394702 w 1878763"/>
              <a:gd name="connsiteY767" fmla="*/ 479870 h 1720299"/>
              <a:gd name="connsiteX768" fmla="*/ 1278592 w 1878763"/>
              <a:gd name="connsiteY768" fmla="*/ 452438 h 1720299"/>
              <a:gd name="connsiteX769" fmla="*/ 1306024 w 1878763"/>
              <a:gd name="connsiteY769" fmla="*/ 452438 h 1720299"/>
              <a:gd name="connsiteX770" fmla="*/ 1306024 w 1878763"/>
              <a:gd name="connsiteY770" fmla="*/ 479870 h 1720299"/>
              <a:gd name="connsiteX771" fmla="*/ 1278592 w 1878763"/>
              <a:gd name="connsiteY771" fmla="*/ 479870 h 1720299"/>
              <a:gd name="connsiteX772" fmla="*/ 1162482 w 1878763"/>
              <a:gd name="connsiteY772" fmla="*/ 452438 h 1720299"/>
              <a:gd name="connsiteX773" fmla="*/ 1189914 w 1878763"/>
              <a:gd name="connsiteY773" fmla="*/ 452438 h 1720299"/>
              <a:gd name="connsiteX774" fmla="*/ 1189914 w 1878763"/>
              <a:gd name="connsiteY774" fmla="*/ 479870 h 1720299"/>
              <a:gd name="connsiteX775" fmla="*/ 1162482 w 1878763"/>
              <a:gd name="connsiteY775" fmla="*/ 479870 h 1720299"/>
              <a:gd name="connsiteX776" fmla="*/ 1042307 w 1878763"/>
              <a:gd name="connsiteY776" fmla="*/ 452438 h 1720299"/>
              <a:gd name="connsiteX777" fmla="*/ 1069739 w 1878763"/>
              <a:gd name="connsiteY777" fmla="*/ 452438 h 1720299"/>
              <a:gd name="connsiteX778" fmla="*/ 1069739 w 1878763"/>
              <a:gd name="connsiteY778" fmla="*/ 479870 h 1720299"/>
              <a:gd name="connsiteX779" fmla="*/ 1042307 w 1878763"/>
              <a:gd name="connsiteY779" fmla="*/ 479870 h 1720299"/>
              <a:gd name="connsiteX780" fmla="*/ 926798 w 1878763"/>
              <a:gd name="connsiteY780" fmla="*/ 452438 h 1720299"/>
              <a:gd name="connsiteX781" fmla="*/ 954230 w 1878763"/>
              <a:gd name="connsiteY781" fmla="*/ 452438 h 1720299"/>
              <a:gd name="connsiteX782" fmla="*/ 954230 w 1878763"/>
              <a:gd name="connsiteY782" fmla="*/ 479870 h 1720299"/>
              <a:gd name="connsiteX783" fmla="*/ 926798 w 1878763"/>
              <a:gd name="connsiteY783" fmla="*/ 479870 h 1720299"/>
              <a:gd name="connsiteX784" fmla="*/ 812625 w 1878763"/>
              <a:gd name="connsiteY784" fmla="*/ 452438 h 1720299"/>
              <a:gd name="connsiteX785" fmla="*/ 840057 w 1878763"/>
              <a:gd name="connsiteY785" fmla="*/ 452438 h 1720299"/>
              <a:gd name="connsiteX786" fmla="*/ 840057 w 1878763"/>
              <a:gd name="connsiteY786" fmla="*/ 479870 h 1720299"/>
              <a:gd name="connsiteX787" fmla="*/ 812625 w 1878763"/>
              <a:gd name="connsiteY787" fmla="*/ 479870 h 1720299"/>
              <a:gd name="connsiteX788" fmla="*/ 692450 w 1878763"/>
              <a:gd name="connsiteY788" fmla="*/ 452438 h 1720299"/>
              <a:gd name="connsiteX789" fmla="*/ 719882 w 1878763"/>
              <a:gd name="connsiteY789" fmla="*/ 452438 h 1720299"/>
              <a:gd name="connsiteX790" fmla="*/ 719882 w 1878763"/>
              <a:gd name="connsiteY790" fmla="*/ 479870 h 1720299"/>
              <a:gd name="connsiteX791" fmla="*/ 692450 w 1878763"/>
              <a:gd name="connsiteY791" fmla="*/ 479870 h 1720299"/>
              <a:gd name="connsiteX792" fmla="*/ 576340 w 1878763"/>
              <a:gd name="connsiteY792" fmla="*/ 452438 h 1720299"/>
              <a:gd name="connsiteX793" fmla="*/ 603772 w 1878763"/>
              <a:gd name="connsiteY793" fmla="*/ 452438 h 1720299"/>
              <a:gd name="connsiteX794" fmla="*/ 603772 w 1878763"/>
              <a:gd name="connsiteY794" fmla="*/ 479870 h 1720299"/>
              <a:gd name="connsiteX795" fmla="*/ 576340 w 1878763"/>
              <a:gd name="connsiteY795" fmla="*/ 479870 h 1720299"/>
              <a:gd name="connsiteX796" fmla="*/ 456165 w 1878763"/>
              <a:gd name="connsiteY796" fmla="*/ 452438 h 1720299"/>
              <a:gd name="connsiteX797" fmla="*/ 483597 w 1878763"/>
              <a:gd name="connsiteY797" fmla="*/ 452438 h 1720299"/>
              <a:gd name="connsiteX798" fmla="*/ 483597 w 1878763"/>
              <a:gd name="connsiteY798" fmla="*/ 479870 h 1720299"/>
              <a:gd name="connsiteX799" fmla="*/ 456165 w 1878763"/>
              <a:gd name="connsiteY799" fmla="*/ 479870 h 1720299"/>
              <a:gd name="connsiteX800" fmla="*/ 340656 w 1878763"/>
              <a:gd name="connsiteY800" fmla="*/ 452438 h 1720299"/>
              <a:gd name="connsiteX801" fmla="*/ 368088 w 1878763"/>
              <a:gd name="connsiteY801" fmla="*/ 452438 h 1720299"/>
              <a:gd name="connsiteX802" fmla="*/ 368088 w 1878763"/>
              <a:gd name="connsiteY802" fmla="*/ 479870 h 1720299"/>
              <a:gd name="connsiteX803" fmla="*/ 340656 w 1878763"/>
              <a:gd name="connsiteY803" fmla="*/ 479870 h 1720299"/>
              <a:gd name="connsiteX804" fmla="*/ 226483 w 1878763"/>
              <a:gd name="connsiteY804" fmla="*/ 452438 h 1720299"/>
              <a:gd name="connsiteX805" fmla="*/ 253915 w 1878763"/>
              <a:gd name="connsiteY805" fmla="*/ 452438 h 1720299"/>
              <a:gd name="connsiteX806" fmla="*/ 253915 w 1878763"/>
              <a:gd name="connsiteY806" fmla="*/ 479870 h 1720299"/>
              <a:gd name="connsiteX807" fmla="*/ 226483 w 1878763"/>
              <a:gd name="connsiteY807" fmla="*/ 479870 h 1720299"/>
              <a:gd name="connsiteX808" fmla="*/ 114173 w 1878763"/>
              <a:gd name="connsiteY808" fmla="*/ 452438 h 1720299"/>
              <a:gd name="connsiteX809" fmla="*/ 141605 w 1878763"/>
              <a:gd name="connsiteY809" fmla="*/ 452438 h 1720299"/>
              <a:gd name="connsiteX810" fmla="*/ 141605 w 1878763"/>
              <a:gd name="connsiteY810" fmla="*/ 479870 h 1720299"/>
              <a:gd name="connsiteX811" fmla="*/ 114173 w 1878763"/>
              <a:gd name="connsiteY811" fmla="*/ 479870 h 1720299"/>
              <a:gd name="connsiteX812" fmla="*/ 0 w 1878763"/>
              <a:gd name="connsiteY812" fmla="*/ 452438 h 1720299"/>
              <a:gd name="connsiteX813" fmla="*/ 27432 w 1878763"/>
              <a:gd name="connsiteY813" fmla="*/ 452438 h 1720299"/>
              <a:gd name="connsiteX814" fmla="*/ 27432 w 1878763"/>
              <a:gd name="connsiteY814" fmla="*/ 479870 h 1720299"/>
              <a:gd name="connsiteX815" fmla="*/ 0 w 1878763"/>
              <a:gd name="connsiteY815" fmla="*/ 479870 h 1720299"/>
              <a:gd name="connsiteX816" fmla="*/ 1851331 w 1878763"/>
              <a:gd name="connsiteY816" fmla="*/ 337344 h 1720299"/>
              <a:gd name="connsiteX817" fmla="*/ 1878763 w 1878763"/>
              <a:gd name="connsiteY817" fmla="*/ 337344 h 1720299"/>
              <a:gd name="connsiteX818" fmla="*/ 1878763 w 1878763"/>
              <a:gd name="connsiteY818" fmla="*/ 364776 h 1720299"/>
              <a:gd name="connsiteX819" fmla="*/ 1851331 w 1878763"/>
              <a:gd name="connsiteY819" fmla="*/ 364776 h 1720299"/>
              <a:gd name="connsiteX820" fmla="*/ 1737031 w 1878763"/>
              <a:gd name="connsiteY820" fmla="*/ 337344 h 1720299"/>
              <a:gd name="connsiteX821" fmla="*/ 1764463 w 1878763"/>
              <a:gd name="connsiteY821" fmla="*/ 337344 h 1720299"/>
              <a:gd name="connsiteX822" fmla="*/ 1764463 w 1878763"/>
              <a:gd name="connsiteY822" fmla="*/ 364776 h 1720299"/>
              <a:gd name="connsiteX823" fmla="*/ 1737031 w 1878763"/>
              <a:gd name="connsiteY823" fmla="*/ 364776 h 1720299"/>
              <a:gd name="connsiteX824" fmla="*/ 1625112 w 1878763"/>
              <a:gd name="connsiteY824" fmla="*/ 337344 h 1720299"/>
              <a:gd name="connsiteX825" fmla="*/ 1652544 w 1878763"/>
              <a:gd name="connsiteY825" fmla="*/ 337344 h 1720299"/>
              <a:gd name="connsiteX826" fmla="*/ 1652544 w 1878763"/>
              <a:gd name="connsiteY826" fmla="*/ 364776 h 1720299"/>
              <a:gd name="connsiteX827" fmla="*/ 1625112 w 1878763"/>
              <a:gd name="connsiteY827" fmla="*/ 364776 h 1720299"/>
              <a:gd name="connsiteX828" fmla="*/ 1510812 w 1878763"/>
              <a:gd name="connsiteY828" fmla="*/ 337344 h 1720299"/>
              <a:gd name="connsiteX829" fmla="*/ 1538244 w 1878763"/>
              <a:gd name="connsiteY829" fmla="*/ 337344 h 1720299"/>
              <a:gd name="connsiteX830" fmla="*/ 1538244 w 1878763"/>
              <a:gd name="connsiteY830" fmla="*/ 364776 h 1720299"/>
              <a:gd name="connsiteX831" fmla="*/ 1510812 w 1878763"/>
              <a:gd name="connsiteY831" fmla="*/ 364776 h 1720299"/>
              <a:gd name="connsiteX832" fmla="*/ 1394702 w 1878763"/>
              <a:gd name="connsiteY832" fmla="*/ 337344 h 1720299"/>
              <a:gd name="connsiteX833" fmla="*/ 1422134 w 1878763"/>
              <a:gd name="connsiteY833" fmla="*/ 337344 h 1720299"/>
              <a:gd name="connsiteX834" fmla="*/ 1422134 w 1878763"/>
              <a:gd name="connsiteY834" fmla="*/ 364776 h 1720299"/>
              <a:gd name="connsiteX835" fmla="*/ 1394702 w 1878763"/>
              <a:gd name="connsiteY835" fmla="*/ 364776 h 1720299"/>
              <a:gd name="connsiteX836" fmla="*/ 1278592 w 1878763"/>
              <a:gd name="connsiteY836" fmla="*/ 337344 h 1720299"/>
              <a:gd name="connsiteX837" fmla="*/ 1306024 w 1878763"/>
              <a:gd name="connsiteY837" fmla="*/ 337344 h 1720299"/>
              <a:gd name="connsiteX838" fmla="*/ 1306024 w 1878763"/>
              <a:gd name="connsiteY838" fmla="*/ 364776 h 1720299"/>
              <a:gd name="connsiteX839" fmla="*/ 1278592 w 1878763"/>
              <a:gd name="connsiteY839" fmla="*/ 364776 h 1720299"/>
              <a:gd name="connsiteX840" fmla="*/ 1162482 w 1878763"/>
              <a:gd name="connsiteY840" fmla="*/ 337344 h 1720299"/>
              <a:gd name="connsiteX841" fmla="*/ 1189914 w 1878763"/>
              <a:gd name="connsiteY841" fmla="*/ 337344 h 1720299"/>
              <a:gd name="connsiteX842" fmla="*/ 1189914 w 1878763"/>
              <a:gd name="connsiteY842" fmla="*/ 364776 h 1720299"/>
              <a:gd name="connsiteX843" fmla="*/ 1162482 w 1878763"/>
              <a:gd name="connsiteY843" fmla="*/ 364776 h 1720299"/>
              <a:gd name="connsiteX844" fmla="*/ 1042307 w 1878763"/>
              <a:gd name="connsiteY844" fmla="*/ 337344 h 1720299"/>
              <a:gd name="connsiteX845" fmla="*/ 1069739 w 1878763"/>
              <a:gd name="connsiteY845" fmla="*/ 337344 h 1720299"/>
              <a:gd name="connsiteX846" fmla="*/ 1069739 w 1878763"/>
              <a:gd name="connsiteY846" fmla="*/ 364776 h 1720299"/>
              <a:gd name="connsiteX847" fmla="*/ 1042307 w 1878763"/>
              <a:gd name="connsiteY847" fmla="*/ 364776 h 1720299"/>
              <a:gd name="connsiteX848" fmla="*/ 926798 w 1878763"/>
              <a:gd name="connsiteY848" fmla="*/ 337344 h 1720299"/>
              <a:gd name="connsiteX849" fmla="*/ 954230 w 1878763"/>
              <a:gd name="connsiteY849" fmla="*/ 337344 h 1720299"/>
              <a:gd name="connsiteX850" fmla="*/ 954230 w 1878763"/>
              <a:gd name="connsiteY850" fmla="*/ 364776 h 1720299"/>
              <a:gd name="connsiteX851" fmla="*/ 926798 w 1878763"/>
              <a:gd name="connsiteY851" fmla="*/ 364776 h 1720299"/>
              <a:gd name="connsiteX852" fmla="*/ 812625 w 1878763"/>
              <a:gd name="connsiteY852" fmla="*/ 337344 h 1720299"/>
              <a:gd name="connsiteX853" fmla="*/ 840057 w 1878763"/>
              <a:gd name="connsiteY853" fmla="*/ 337344 h 1720299"/>
              <a:gd name="connsiteX854" fmla="*/ 840057 w 1878763"/>
              <a:gd name="connsiteY854" fmla="*/ 364776 h 1720299"/>
              <a:gd name="connsiteX855" fmla="*/ 812625 w 1878763"/>
              <a:gd name="connsiteY855" fmla="*/ 364776 h 1720299"/>
              <a:gd name="connsiteX856" fmla="*/ 692450 w 1878763"/>
              <a:gd name="connsiteY856" fmla="*/ 337344 h 1720299"/>
              <a:gd name="connsiteX857" fmla="*/ 719882 w 1878763"/>
              <a:gd name="connsiteY857" fmla="*/ 337344 h 1720299"/>
              <a:gd name="connsiteX858" fmla="*/ 719882 w 1878763"/>
              <a:gd name="connsiteY858" fmla="*/ 364776 h 1720299"/>
              <a:gd name="connsiteX859" fmla="*/ 692450 w 1878763"/>
              <a:gd name="connsiteY859" fmla="*/ 364776 h 1720299"/>
              <a:gd name="connsiteX860" fmla="*/ 576340 w 1878763"/>
              <a:gd name="connsiteY860" fmla="*/ 337344 h 1720299"/>
              <a:gd name="connsiteX861" fmla="*/ 603772 w 1878763"/>
              <a:gd name="connsiteY861" fmla="*/ 337344 h 1720299"/>
              <a:gd name="connsiteX862" fmla="*/ 603772 w 1878763"/>
              <a:gd name="connsiteY862" fmla="*/ 364776 h 1720299"/>
              <a:gd name="connsiteX863" fmla="*/ 576340 w 1878763"/>
              <a:gd name="connsiteY863" fmla="*/ 364776 h 1720299"/>
              <a:gd name="connsiteX864" fmla="*/ 456165 w 1878763"/>
              <a:gd name="connsiteY864" fmla="*/ 337344 h 1720299"/>
              <a:gd name="connsiteX865" fmla="*/ 483597 w 1878763"/>
              <a:gd name="connsiteY865" fmla="*/ 337344 h 1720299"/>
              <a:gd name="connsiteX866" fmla="*/ 483597 w 1878763"/>
              <a:gd name="connsiteY866" fmla="*/ 364776 h 1720299"/>
              <a:gd name="connsiteX867" fmla="*/ 456165 w 1878763"/>
              <a:gd name="connsiteY867" fmla="*/ 364776 h 1720299"/>
              <a:gd name="connsiteX868" fmla="*/ 340656 w 1878763"/>
              <a:gd name="connsiteY868" fmla="*/ 337344 h 1720299"/>
              <a:gd name="connsiteX869" fmla="*/ 368088 w 1878763"/>
              <a:gd name="connsiteY869" fmla="*/ 337344 h 1720299"/>
              <a:gd name="connsiteX870" fmla="*/ 368088 w 1878763"/>
              <a:gd name="connsiteY870" fmla="*/ 364776 h 1720299"/>
              <a:gd name="connsiteX871" fmla="*/ 340656 w 1878763"/>
              <a:gd name="connsiteY871" fmla="*/ 364776 h 1720299"/>
              <a:gd name="connsiteX872" fmla="*/ 226483 w 1878763"/>
              <a:gd name="connsiteY872" fmla="*/ 337344 h 1720299"/>
              <a:gd name="connsiteX873" fmla="*/ 253915 w 1878763"/>
              <a:gd name="connsiteY873" fmla="*/ 337344 h 1720299"/>
              <a:gd name="connsiteX874" fmla="*/ 253915 w 1878763"/>
              <a:gd name="connsiteY874" fmla="*/ 364776 h 1720299"/>
              <a:gd name="connsiteX875" fmla="*/ 226483 w 1878763"/>
              <a:gd name="connsiteY875" fmla="*/ 364776 h 1720299"/>
              <a:gd name="connsiteX876" fmla="*/ 114173 w 1878763"/>
              <a:gd name="connsiteY876" fmla="*/ 337344 h 1720299"/>
              <a:gd name="connsiteX877" fmla="*/ 141605 w 1878763"/>
              <a:gd name="connsiteY877" fmla="*/ 337344 h 1720299"/>
              <a:gd name="connsiteX878" fmla="*/ 141605 w 1878763"/>
              <a:gd name="connsiteY878" fmla="*/ 364776 h 1720299"/>
              <a:gd name="connsiteX879" fmla="*/ 114173 w 1878763"/>
              <a:gd name="connsiteY879" fmla="*/ 364776 h 1720299"/>
              <a:gd name="connsiteX880" fmla="*/ 0 w 1878763"/>
              <a:gd name="connsiteY880" fmla="*/ 337344 h 1720299"/>
              <a:gd name="connsiteX881" fmla="*/ 27432 w 1878763"/>
              <a:gd name="connsiteY881" fmla="*/ 337344 h 1720299"/>
              <a:gd name="connsiteX882" fmla="*/ 27432 w 1878763"/>
              <a:gd name="connsiteY882" fmla="*/ 364776 h 1720299"/>
              <a:gd name="connsiteX883" fmla="*/ 0 w 1878763"/>
              <a:gd name="connsiteY883" fmla="*/ 364776 h 1720299"/>
              <a:gd name="connsiteX884" fmla="*/ 1851331 w 1878763"/>
              <a:gd name="connsiteY884" fmla="*/ 223837 h 1720299"/>
              <a:gd name="connsiteX885" fmla="*/ 1878763 w 1878763"/>
              <a:gd name="connsiteY885" fmla="*/ 223837 h 1720299"/>
              <a:gd name="connsiteX886" fmla="*/ 1878763 w 1878763"/>
              <a:gd name="connsiteY886" fmla="*/ 251269 h 1720299"/>
              <a:gd name="connsiteX887" fmla="*/ 1851331 w 1878763"/>
              <a:gd name="connsiteY887" fmla="*/ 251269 h 1720299"/>
              <a:gd name="connsiteX888" fmla="*/ 1737031 w 1878763"/>
              <a:gd name="connsiteY888" fmla="*/ 223837 h 1720299"/>
              <a:gd name="connsiteX889" fmla="*/ 1764463 w 1878763"/>
              <a:gd name="connsiteY889" fmla="*/ 223837 h 1720299"/>
              <a:gd name="connsiteX890" fmla="*/ 1764463 w 1878763"/>
              <a:gd name="connsiteY890" fmla="*/ 251269 h 1720299"/>
              <a:gd name="connsiteX891" fmla="*/ 1737031 w 1878763"/>
              <a:gd name="connsiteY891" fmla="*/ 251269 h 1720299"/>
              <a:gd name="connsiteX892" fmla="*/ 1625112 w 1878763"/>
              <a:gd name="connsiteY892" fmla="*/ 223837 h 1720299"/>
              <a:gd name="connsiteX893" fmla="*/ 1652544 w 1878763"/>
              <a:gd name="connsiteY893" fmla="*/ 223837 h 1720299"/>
              <a:gd name="connsiteX894" fmla="*/ 1652544 w 1878763"/>
              <a:gd name="connsiteY894" fmla="*/ 251269 h 1720299"/>
              <a:gd name="connsiteX895" fmla="*/ 1625112 w 1878763"/>
              <a:gd name="connsiteY895" fmla="*/ 251269 h 1720299"/>
              <a:gd name="connsiteX896" fmla="*/ 1510812 w 1878763"/>
              <a:gd name="connsiteY896" fmla="*/ 223837 h 1720299"/>
              <a:gd name="connsiteX897" fmla="*/ 1538244 w 1878763"/>
              <a:gd name="connsiteY897" fmla="*/ 223837 h 1720299"/>
              <a:gd name="connsiteX898" fmla="*/ 1538244 w 1878763"/>
              <a:gd name="connsiteY898" fmla="*/ 251269 h 1720299"/>
              <a:gd name="connsiteX899" fmla="*/ 1510812 w 1878763"/>
              <a:gd name="connsiteY899" fmla="*/ 251269 h 1720299"/>
              <a:gd name="connsiteX900" fmla="*/ 1394702 w 1878763"/>
              <a:gd name="connsiteY900" fmla="*/ 223837 h 1720299"/>
              <a:gd name="connsiteX901" fmla="*/ 1422134 w 1878763"/>
              <a:gd name="connsiteY901" fmla="*/ 223837 h 1720299"/>
              <a:gd name="connsiteX902" fmla="*/ 1422134 w 1878763"/>
              <a:gd name="connsiteY902" fmla="*/ 251269 h 1720299"/>
              <a:gd name="connsiteX903" fmla="*/ 1394702 w 1878763"/>
              <a:gd name="connsiteY903" fmla="*/ 251269 h 1720299"/>
              <a:gd name="connsiteX904" fmla="*/ 1278592 w 1878763"/>
              <a:gd name="connsiteY904" fmla="*/ 223837 h 1720299"/>
              <a:gd name="connsiteX905" fmla="*/ 1306024 w 1878763"/>
              <a:gd name="connsiteY905" fmla="*/ 223837 h 1720299"/>
              <a:gd name="connsiteX906" fmla="*/ 1306024 w 1878763"/>
              <a:gd name="connsiteY906" fmla="*/ 251269 h 1720299"/>
              <a:gd name="connsiteX907" fmla="*/ 1278592 w 1878763"/>
              <a:gd name="connsiteY907" fmla="*/ 251269 h 1720299"/>
              <a:gd name="connsiteX908" fmla="*/ 1162482 w 1878763"/>
              <a:gd name="connsiteY908" fmla="*/ 223837 h 1720299"/>
              <a:gd name="connsiteX909" fmla="*/ 1189914 w 1878763"/>
              <a:gd name="connsiteY909" fmla="*/ 223837 h 1720299"/>
              <a:gd name="connsiteX910" fmla="*/ 1189914 w 1878763"/>
              <a:gd name="connsiteY910" fmla="*/ 251269 h 1720299"/>
              <a:gd name="connsiteX911" fmla="*/ 1162482 w 1878763"/>
              <a:gd name="connsiteY911" fmla="*/ 251269 h 1720299"/>
              <a:gd name="connsiteX912" fmla="*/ 1042307 w 1878763"/>
              <a:gd name="connsiteY912" fmla="*/ 223837 h 1720299"/>
              <a:gd name="connsiteX913" fmla="*/ 1069739 w 1878763"/>
              <a:gd name="connsiteY913" fmla="*/ 223837 h 1720299"/>
              <a:gd name="connsiteX914" fmla="*/ 1069739 w 1878763"/>
              <a:gd name="connsiteY914" fmla="*/ 251269 h 1720299"/>
              <a:gd name="connsiteX915" fmla="*/ 1042307 w 1878763"/>
              <a:gd name="connsiteY915" fmla="*/ 251269 h 1720299"/>
              <a:gd name="connsiteX916" fmla="*/ 926798 w 1878763"/>
              <a:gd name="connsiteY916" fmla="*/ 223837 h 1720299"/>
              <a:gd name="connsiteX917" fmla="*/ 954230 w 1878763"/>
              <a:gd name="connsiteY917" fmla="*/ 223837 h 1720299"/>
              <a:gd name="connsiteX918" fmla="*/ 954230 w 1878763"/>
              <a:gd name="connsiteY918" fmla="*/ 251269 h 1720299"/>
              <a:gd name="connsiteX919" fmla="*/ 926798 w 1878763"/>
              <a:gd name="connsiteY919" fmla="*/ 251269 h 1720299"/>
              <a:gd name="connsiteX920" fmla="*/ 812625 w 1878763"/>
              <a:gd name="connsiteY920" fmla="*/ 223837 h 1720299"/>
              <a:gd name="connsiteX921" fmla="*/ 840057 w 1878763"/>
              <a:gd name="connsiteY921" fmla="*/ 223837 h 1720299"/>
              <a:gd name="connsiteX922" fmla="*/ 840057 w 1878763"/>
              <a:gd name="connsiteY922" fmla="*/ 251269 h 1720299"/>
              <a:gd name="connsiteX923" fmla="*/ 812625 w 1878763"/>
              <a:gd name="connsiteY923" fmla="*/ 251269 h 1720299"/>
              <a:gd name="connsiteX924" fmla="*/ 692450 w 1878763"/>
              <a:gd name="connsiteY924" fmla="*/ 223837 h 1720299"/>
              <a:gd name="connsiteX925" fmla="*/ 719882 w 1878763"/>
              <a:gd name="connsiteY925" fmla="*/ 223837 h 1720299"/>
              <a:gd name="connsiteX926" fmla="*/ 719882 w 1878763"/>
              <a:gd name="connsiteY926" fmla="*/ 251269 h 1720299"/>
              <a:gd name="connsiteX927" fmla="*/ 692450 w 1878763"/>
              <a:gd name="connsiteY927" fmla="*/ 251269 h 1720299"/>
              <a:gd name="connsiteX928" fmla="*/ 576340 w 1878763"/>
              <a:gd name="connsiteY928" fmla="*/ 223837 h 1720299"/>
              <a:gd name="connsiteX929" fmla="*/ 603772 w 1878763"/>
              <a:gd name="connsiteY929" fmla="*/ 223837 h 1720299"/>
              <a:gd name="connsiteX930" fmla="*/ 603772 w 1878763"/>
              <a:gd name="connsiteY930" fmla="*/ 251269 h 1720299"/>
              <a:gd name="connsiteX931" fmla="*/ 576340 w 1878763"/>
              <a:gd name="connsiteY931" fmla="*/ 251269 h 1720299"/>
              <a:gd name="connsiteX932" fmla="*/ 456165 w 1878763"/>
              <a:gd name="connsiteY932" fmla="*/ 223837 h 1720299"/>
              <a:gd name="connsiteX933" fmla="*/ 483597 w 1878763"/>
              <a:gd name="connsiteY933" fmla="*/ 223837 h 1720299"/>
              <a:gd name="connsiteX934" fmla="*/ 483597 w 1878763"/>
              <a:gd name="connsiteY934" fmla="*/ 251269 h 1720299"/>
              <a:gd name="connsiteX935" fmla="*/ 456165 w 1878763"/>
              <a:gd name="connsiteY935" fmla="*/ 251269 h 1720299"/>
              <a:gd name="connsiteX936" fmla="*/ 340656 w 1878763"/>
              <a:gd name="connsiteY936" fmla="*/ 223837 h 1720299"/>
              <a:gd name="connsiteX937" fmla="*/ 368088 w 1878763"/>
              <a:gd name="connsiteY937" fmla="*/ 223837 h 1720299"/>
              <a:gd name="connsiteX938" fmla="*/ 368088 w 1878763"/>
              <a:gd name="connsiteY938" fmla="*/ 251269 h 1720299"/>
              <a:gd name="connsiteX939" fmla="*/ 340656 w 1878763"/>
              <a:gd name="connsiteY939" fmla="*/ 251269 h 1720299"/>
              <a:gd name="connsiteX940" fmla="*/ 226483 w 1878763"/>
              <a:gd name="connsiteY940" fmla="*/ 223837 h 1720299"/>
              <a:gd name="connsiteX941" fmla="*/ 253915 w 1878763"/>
              <a:gd name="connsiteY941" fmla="*/ 223837 h 1720299"/>
              <a:gd name="connsiteX942" fmla="*/ 253915 w 1878763"/>
              <a:gd name="connsiteY942" fmla="*/ 251269 h 1720299"/>
              <a:gd name="connsiteX943" fmla="*/ 226483 w 1878763"/>
              <a:gd name="connsiteY943" fmla="*/ 251269 h 1720299"/>
              <a:gd name="connsiteX944" fmla="*/ 114173 w 1878763"/>
              <a:gd name="connsiteY944" fmla="*/ 223837 h 1720299"/>
              <a:gd name="connsiteX945" fmla="*/ 141605 w 1878763"/>
              <a:gd name="connsiteY945" fmla="*/ 223837 h 1720299"/>
              <a:gd name="connsiteX946" fmla="*/ 141605 w 1878763"/>
              <a:gd name="connsiteY946" fmla="*/ 251269 h 1720299"/>
              <a:gd name="connsiteX947" fmla="*/ 114173 w 1878763"/>
              <a:gd name="connsiteY947" fmla="*/ 251269 h 1720299"/>
              <a:gd name="connsiteX948" fmla="*/ 0 w 1878763"/>
              <a:gd name="connsiteY948" fmla="*/ 223837 h 1720299"/>
              <a:gd name="connsiteX949" fmla="*/ 27432 w 1878763"/>
              <a:gd name="connsiteY949" fmla="*/ 223837 h 1720299"/>
              <a:gd name="connsiteX950" fmla="*/ 27432 w 1878763"/>
              <a:gd name="connsiteY950" fmla="*/ 251269 h 1720299"/>
              <a:gd name="connsiteX951" fmla="*/ 0 w 1878763"/>
              <a:gd name="connsiteY951" fmla="*/ 251269 h 1720299"/>
              <a:gd name="connsiteX952" fmla="*/ 1851331 w 1878763"/>
              <a:gd name="connsiteY952" fmla="*/ 113507 h 1720299"/>
              <a:gd name="connsiteX953" fmla="*/ 1878763 w 1878763"/>
              <a:gd name="connsiteY953" fmla="*/ 113507 h 1720299"/>
              <a:gd name="connsiteX954" fmla="*/ 1878763 w 1878763"/>
              <a:gd name="connsiteY954" fmla="*/ 140939 h 1720299"/>
              <a:gd name="connsiteX955" fmla="*/ 1851331 w 1878763"/>
              <a:gd name="connsiteY955" fmla="*/ 140939 h 1720299"/>
              <a:gd name="connsiteX956" fmla="*/ 1737031 w 1878763"/>
              <a:gd name="connsiteY956" fmla="*/ 113507 h 1720299"/>
              <a:gd name="connsiteX957" fmla="*/ 1764463 w 1878763"/>
              <a:gd name="connsiteY957" fmla="*/ 113507 h 1720299"/>
              <a:gd name="connsiteX958" fmla="*/ 1764463 w 1878763"/>
              <a:gd name="connsiteY958" fmla="*/ 140939 h 1720299"/>
              <a:gd name="connsiteX959" fmla="*/ 1737031 w 1878763"/>
              <a:gd name="connsiteY959" fmla="*/ 140939 h 1720299"/>
              <a:gd name="connsiteX960" fmla="*/ 1625112 w 1878763"/>
              <a:gd name="connsiteY960" fmla="*/ 113507 h 1720299"/>
              <a:gd name="connsiteX961" fmla="*/ 1652544 w 1878763"/>
              <a:gd name="connsiteY961" fmla="*/ 113507 h 1720299"/>
              <a:gd name="connsiteX962" fmla="*/ 1652544 w 1878763"/>
              <a:gd name="connsiteY962" fmla="*/ 140939 h 1720299"/>
              <a:gd name="connsiteX963" fmla="*/ 1625112 w 1878763"/>
              <a:gd name="connsiteY963" fmla="*/ 140939 h 1720299"/>
              <a:gd name="connsiteX964" fmla="*/ 1510812 w 1878763"/>
              <a:gd name="connsiteY964" fmla="*/ 113507 h 1720299"/>
              <a:gd name="connsiteX965" fmla="*/ 1538244 w 1878763"/>
              <a:gd name="connsiteY965" fmla="*/ 113507 h 1720299"/>
              <a:gd name="connsiteX966" fmla="*/ 1538244 w 1878763"/>
              <a:gd name="connsiteY966" fmla="*/ 140939 h 1720299"/>
              <a:gd name="connsiteX967" fmla="*/ 1510812 w 1878763"/>
              <a:gd name="connsiteY967" fmla="*/ 140939 h 1720299"/>
              <a:gd name="connsiteX968" fmla="*/ 1394702 w 1878763"/>
              <a:gd name="connsiteY968" fmla="*/ 113507 h 1720299"/>
              <a:gd name="connsiteX969" fmla="*/ 1422134 w 1878763"/>
              <a:gd name="connsiteY969" fmla="*/ 113507 h 1720299"/>
              <a:gd name="connsiteX970" fmla="*/ 1422134 w 1878763"/>
              <a:gd name="connsiteY970" fmla="*/ 140939 h 1720299"/>
              <a:gd name="connsiteX971" fmla="*/ 1394702 w 1878763"/>
              <a:gd name="connsiteY971" fmla="*/ 140939 h 1720299"/>
              <a:gd name="connsiteX972" fmla="*/ 1278592 w 1878763"/>
              <a:gd name="connsiteY972" fmla="*/ 113507 h 1720299"/>
              <a:gd name="connsiteX973" fmla="*/ 1306024 w 1878763"/>
              <a:gd name="connsiteY973" fmla="*/ 113507 h 1720299"/>
              <a:gd name="connsiteX974" fmla="*/ 1306024 w 1878763"/>
              <a:gd name="connsiteY974" fmla="*/ 140939 h 1720299"/>
              <a:gd name="connsiteX975" fmla="*/ 1278592 w 1878763"/>
              <a:gd name="connsiteY975" fmla="*/ 140939 h 1720299"/>
              <a:gd name="connsiteX976" fmla="*/ 1162482 w 1878763"/>
              <a:gd name="connsiteY976" fmla="*/ 113507 h 1720299"/>
              <a:gd name="connsiteX977" fmla="*/ 1189914 w 1878763"/>
              <a:gd name="connsiteY977" fmla="*/ 113507 h 1720299"/>
              <a:gd name="connsiteX978" fmla="*/ 1189914 w 1878763"/>
              <a:gd name="connsiteY978" fmla="*/ 140939 h 1720299"/>
              <a:gd name="connsiteX979" fmla="*/ 1162482 w 1878763"/>
              <a:gd name="connsiteY979" fmla="*/ 140939 h 1720299"/>
              <a:gd name="connsiteX980" fmla="*/ 1042307 w 1878763"/>
              <a:gd name="connsiteY980" fmla="*/ 113507 h 1720299"/>
              <a:gd name="connsiteX981" fmla="*/ 1069739 w 1878763"/>
              <a:gd name="connsiteY981" fmla="*/ 113507 h 1720299"/>
              <a:gd name="connsiteX982" fmla="*/ 1069739 w 1878763"/>
              <a:gd name="connsiteY982" fmla="*/ 140939 h 1720299"/>
              <a:gd name="connsiteX983" fmla="*/ 1042307 w 1878763"/>
              <a:gd name="connsiteY983" fmla="*/ 140939 h 1720299"/>
              <a:gd name="connsiteX984" fmla="*/ 926798 w 1878763"/>
              <a:gd name="connsiteY984" fmla="*/ 113507 h 1720299"/>
              <a:gd name="connsiteX985" fmla="*/ 954230 w 1878763"/>
              <a:gd name="connsiteY985" fmla="*/ 113507 h 1720299"/>
              <a:gd name="connsiteX986" fmla="*/ 954230 w 1878763"/>
              <a:gd name="connsiteY986" fmla="*/ 140939 h 1720299"/>
              <a:gd name="connsiteX987" fmla="*/ 926798 w 1878763"/>
              <a:gd name="connsiteY987" fmla="*/ 140939 h 1720299"/>
              <a:gd name="connsiteX988" fmla="*/ 812625 w 1878763"/>
              <a:gd name="connsiteY988" fmla="*/ 113507 h 1720299"/>
              <a:gd name="connsiteX989" fmla="*/ 840057 w 1878763"/>
              <a:gd name="connsiteY989" fmla="*/ 113507 h 1720299"/>
              <a:gd name="connsiteX990" fmla="*/ 840057 w 1878763"/>
              <a:gd name="connsiteY990" fmla="*/ 140939 h 1720299"/>
              <a:gd name="connsiteX991" fmla="*/ 812625 w 1878763"/>
              <a:gd name="connsiteY991" fmla="*/ 140939 h 1720299"/>
              <a:gd name="connsiteX992" fmla="*/ 692450 w 1878763"/>
              <a:gd name="connsiteY992" fmla="*/ 113507 h 1720299"/>
              <a:gd name="connsiteX993" fmla="*/ 719882 w 1878763"/>
              <a:gd name="connsiteY993" fmla="*/ 113507 h 1720299"/>
              <a:gd name="connsiteX994" fmla="*/ 719882 w 1878763"/>
              <a:gd name="connsiteY994" fmla="*/ 140939 h 1720299"/>
              <a:gd name="connsiteX995" fmla="*/ 692450 w 1878763"/>
              <a:gd name="connsiteY995" fmla="*/ 140939 h 1720299"/>
              <a:gd name="connsiteX996" fmla="*/ 576340 w 1878763"/>
              <a:gd name="connsiteY996" fmla="*/ 113507 h 1720299"/>
              <a:gd name="connsiteX997" fmla="*/ 603772 w 1878763"/>
              <a:gd name="connsiteY997" fmla="*/ 113507 h 1720299"/>
              <a:gd name="connsiteX998" fmla="*/ 603772 w 1878763"/>
              <a:gd name="connsiteY998" fmla="*/ 140939 h 1720299"/>
              <a:gd name="connsiteX999" fmla="*/ 576340 w 1878763"/>
              <a:gd name="connsiteY999" fmla="*/ 140939 h 1720299"/>
              <a:gd name="connsiteX1000" fmla="*/ 456165 w 1878763"/>
              <a:gd name="connsiteY1000" fmla="*/ 113507 h 1720299"/>
              <a:gd name="connsiteX1001" fmla="*/ 483597 w 1878763"/>
              <a:gd name="connsiteY1001" fmla="*/ 113507 h 1720299"/>
              <a:gd name="connsiteX1002" fmla="*/ 483597 w 1878763"/>
              <a:gd name="connsiteY1002" fmla="*/ 140939 h 1720299"/>
              <a:gd name="connsiteX1003" fmla="*/ 456165 w 1878763"/>
              <a:gd name="connsiteY1003" fmla="*/ 140939 h 1720299"/>
              <a:gd name="connsiteX1004" fmla="*/ 340656 w 1878763"/>
              <a:gd name="connsiteY1004" fmla="*/ 113507 h 1720299"/>
              <a:gd name="connsiteX1005" fmla="*/ 368088 w 1878763"/>
              <a:gd name="connsiteY1005" fmla="*/ 113507 h 1720299"/>
              <a:gd name="connsiteX1006" fmla="*/ 368088 w 1878763"/>
              <a:gd name="connsiteY1006" fmla="*/ 140939 h 1720299"/>
              <a:gd name="connsiteX1007" fmla="*/ 340656 w 1878763"/>
              <a:gd name="connsiteY1007" fmla="*/ 140939 h 1720299"/>
              <a:gd name="connsiteX1008" fmla="*/ 226483 w 1878763"/>
              <a:gd name="connsiteY1008" fmla="*/ 113507 h 1720299"/>
              <a:gd name="connsiteX1009" fmla="*/ 253915 w 1878763"/>
              <a:gd name="connsiteY1009" fmla="*/ 113507 h 1720299"/>
              <a:gd name="connsiteX1010" fmla="*/ 253915 w 1878763"/>
              <a:gd name="connsiteY1010" fmla="*/ 140939 h 1720299"/>
              <a:gd name="connsiteX1011" fmla="*/ 226483 w 1878763"/>
              <a:gd name="connsiteY1011" fmla="*/ 140939 h 1720299"/>
              <a:gd name="connsiteX1012" fmla="*/ 114173 w 1878763"/>
              <a:gd name="connsiteY1012" fmla="*/ 113507 h 1720299"/>
              <a:gd name="connsiteX1013" fmla="*/ 141605 w 1878763"/>
              <a:gd name="connsiteY1013" fmla="*/ 113507 h 1720299"/>
              <a:gd name="connsiteX1014" fmla="*/ 141605 w 1878763"/>
              <a:gd name="connsiteY1014" fmla="*/ 140939 h 1720299"/>
              <a:gd name="connsiteX1015" fmla="*/ 114173 w 1878763"/>
              <a:gd name="connsiteY1015" fmla="*/ 140939 h 1720299"/>
              <a:gd name="connsiteX1016" fmla="*/ 0 w 1878763"/>
              <a:gd name="connsiteY1016" fmla="*/ 113507 h 1720299"/>
              <a:gd name="connsiteX1017" fmla="*/ 27432 w 1878763"/>
              <a:gd name="connsiteY1017" fmla="*/ 113507 h 1720299"/>
              <a:gd name="connsiteX1018" fmla="*/ 27432 w 1878763"/>
              <a:gd name="connsiteY1018" fmla="*/ 140939 h 1720299"/>
              <a:gd name="connsiteX1019" fmla="*/ 0 w 1878763"/>
              <a:gd name="connsiteY1019" fmla="*/ 140939 h 1720299"/>
              <a:gd name="connsiteX1020" fmla="*/ 1851331 w 1878763"/>
              <a:gd name="connsiteY1020" fmla="*/ 0 h 1720299"/>
              <a:gd name="connsiteX1021" fmla="*/ 1878763 w 1878763"/>
              <a:gd name="connsiteY1021" fmla="*/ 0 h 1720299"/>
              <a:gd name="connsiteX1022" fmla="*/ 1878763 w 1878763"/>
              <a:gd name="connsiteY1022" fmla="*/ 27432 h 1720299"/>
              <a:gd name="connsiteX1023" fmla="*/ 1851331 w 1878763"/>
              <a:gd name="connsiteY1023" fmla="*/ 27432 h 1720299"/>
              <a:gd name="connsiteX1024" fmla="*/ 1737031 w 1878763"/>
              <a:gd name="connsiteY1024" fmla="*/ 0 h 1720299"/>
              <a:gd name="connsiteX1025" fmla="*/ 1764463 w 1878763"/>
              <a:gd name="connsiteY1025" fmla="*/ 0 h 1720299"/>
              <a:gd name="connsiteX1026" fmla="*/ 1764463 w 1878763"/>
              <a:gd name="connsiteY1026" fmla="*/ 27432 h 1720299"/>
              <a:gd name="connsiteX1027" fmla="*/ 1737031 w 1878763"/>
              <a:gd name="connsiteY1027" fmla="*/ 27432 h 1720299"/>
              <a:gd name="connsiteX1028" fmla="*/ 1625112 w 1878763"/>
              <a:gd name="connsiteY1028" fmla="*/ 0 h 1720299"/>
              <a:gd name="connsiteX1029" fmla="*/ 1652544 w 1878763"/>
              <a:gd name="connsiteY1029" fmla="*/ 0 h 1720299"/>
              <a:gd name="connsiteX1030" fmla="*/ 1652544 w 1878763"/>
              <a:gd name="connsiteY1030" fmla="*/ 27432 h 1720299"/>
              <a:gd name="connsiteX1031" fmla="*/ 1625112 w 1878763"/>
              <a:gd name="connsiteY1031" fmla="*/ 27432 h 1720299"/>
              <a:gd name="connsiteX1032" fmla="*/ 1510812 w 1878763"/>
              <a:gd name="connsiteY1032" fmla="*/ 0 h 1720299"/>
              <a:gd name="connsiteX1033" fmla="*/ 1538244 w 1878763"/>
              <a:gd name="connsiteY1033" fmla="*/ 0 h 1720299"/>
              <a:gd name="connsiteX1034" fmla="*/ 1538244 w 1878763"/>
              <a:gd name="connsiteY1034" fmla="*/ 27432 h 1720299"/>
              <a:gd name="connsiteX1035" fmla="*/ 1510812 w 1878763"/>
              <a:gd name="connsiteY1035" fmla="*/ 27432 h 1720299"/>
              <a:gd name="connsiteX1036" fmla="*/ 1394702 w 1878763"/>
              <a:gd name="connsiteY1036" fmla="*/ 0 h 1720299"/>
              <a:gd name="connsiteX1037" fmla="*/ 1422134 w 1878763"/>
              <a:gd name="connsiteY1037" fmla="*/ 0 h 1720299"/>
              <a:gd name="connsiteX1038" fmla="*/ 1422134 w 1878763"/>
              <a:gd name="connsiteY1038" fmla="*/ 27432 h 1720299"/>
              <a:gd name="connsiteX1039" fmla="*/ 1394702 w 1878763"/>
              <a:gd name="connsiteY1039" fmla="*/ 27432 h 1720299"/>
              <a:gd name="connsiteX1040" fmla="*/ 1278592 w 1878763"/>
              <a:gd name="connsiteY1040" fmla="*/ 0 h 1720299"/>
              <a:gd name="connsiteX1041" fmla="*/ 1306024 w 1878763"/>
              <a:gd name="connsiteY1041" fmla="*/ 0 h 1720299"/>
              <a:gd name="connsiteX1042" fmla="*/ 1306024 w 1878763"/>
              <a:gd name="connsiteY1042" fmla="*/ 27432 h 1720299"/>
              <a:gd name="connsiteX1043" fmla="*/ 1278592 w 1878763"/>
              <a:gd name="connsiteY1043" fmla="*/ 27432 h 1720299"/>
              <a:gd name="connsiteX1044" fmla="*/ 1162482 w 1878763"/>
              <a:gd name="connsiteY1044" fmla="*/ 0 h 1720299"/>
              <a:gd name="connsiteX1045" fmla="*/ 1189914 w 1878763"/>
              <a:gd name="connsiteY1045" fmla="*/ 0 h 1720299"/>
              <a:gd name="connsiteX1046" fmla="*/ 1189914 w 1878763"/>
              <a:gd name="connsiteY1046" fmla="*/ 27432 h 1720299"/>
              <a:gd name="connsiteX1047" fmla="*/ 1162482 w 1878763"/>
              <a:gd name="connsiteY1047" fmla="*/ 27432 h 1720299"/>
              <a:gd name="connsiteX1048" fmla="*/ 1042307 w 1878763"/>
              <a:gd name="connsiteY1048" fmla="*/ 0 h 1720299"/>
              <a:gd name="connsiteX1049" fmla="*/ 1069739 w 1878763"/>
              <a:gd name="connsiteY1049" fmla="*/ 0 h 1720299"/>
              <a:gd name="connsiteX1050" fmla="*/ 1069739 w 1878763"/>
              <a:gd name="connsiteY1050" fmla="*/ 27432 h 1720299"/>
              <a:gd name="connsiteX1051" fmla="*/ 1042307 w 1878763"/>
              <a:gd name="connsiteY1051" fmla="*/ 27432 h 1720299"/>
              <a:gd name="connsiteX1052" fmla="*/ 926798 w 1878763"/>
              <a:gd name="connsiteY1052" fmla="*/ 0 h 1720299"/>
              <a:gd name="connsiteX1053" fmla="*/ 954230 w 1878763"/>
              <a:gd name="connsiteY1053" fmla="*/ 0 h 1720299"/>
              <a:gd name="connsiteX1054" fmla="*/ 954230 w 1878763"/>
              <a:gd name="connsiteY1054" fmla="*/ 27432 h 1720299"/>
              <a:gd name="connsiteX1055" fmla="*/ 926798 w 1878763"/>
              <a:gd name="connsiteY1055" fmla="*/ 27432 h 1720299"/>
              <a:gd name="connsiteX1056" fmla="*/ 812625 w 1878763"/>
              <a:gd name="connsiteY1056" fmla="*/ 0 h 1720299"/>
              <a:gd name="connsiteX1057" fmla="*/ 840057 w 1878763"/>
              <a:gd name="connsiteY1057" fmla="*/ 0 h 1720299"/>
              <a:gd name="connsiteX1058" fmla="*/ 840057 w 1878763"/>
              <a:gd name="connsiteY1058" fmla="*/ 27432 h 1720299"/>
              <a:gd name="connsiteX1059" fmla="*/ 812625 w 1878763"/>
              <a:gd name="connsiteY1059" fmla="*/ 27432 h 1720299"/>
              <a:gd name="connsiteX1060" fmla="*/ 692450 w 1878763"/>
              <a:gd name="connsiteY1060" fmla="*/ 0 h 1720299"/>
              <a:gd name="connsiteX1061" fmla="*/ 719882 w 1878763"/>
              <a:gd name="connsiteY1061" fmla="*/ 0 h 1720299"/>
              <a:gd name="connsiteX1062" fmla="*/ 719882 w 1878763"/>
              <a:gd name="connsiteY1062" fmla="*/ 27432 h 1720299"/>
              <a:gd name="connsiteX1063" fmla="*/ 692450 w 1878763"/>
              <a:gd name="connsiteY1063" fmla="*/ 27432 h 1720299"/>
              <a:gd name="connsiteX1064" fmla="*/ 576340 w 1878763"/>
              <a:gd name="connsiteY1064" fmla="*/ 0 h 1720299"/>
              <a:gd name="connsiteX1065" fmla="*/ 603772 w 1878763"/>
              <a:gd name="connsiteY1065" fmla="*/ 0 h 1720299"/>
              <a:gd name="connsiteX1066" fmla="*/ 603772 w 1878763"/>
              <a:gd name="connsiteY1066" fmla="*/ 27432 h 1720299"/>
              <a:gd name="connsiteX1067" fmla="*/ 576340 w 1878763"/>
              <a:gd name="connsiteY1067" fmla="*/ 27432 h 1720299"/>
              <a:gd name="connsiteX1068" fmla="*/ 456165 w 1878763"/>
              <a:gd name="connsiteY1068" fmla="*/ 0 h 1720299"/>
              <a:gd name="connsiteX1069" fmla="*/ 483597 w 1878763"/>
              <a:gd name="connsiteY1069" fmla="*/ 0 h 1720299"/>
              <a:gd name="connsiteX1070" fmla="*/ 483597 w 1878763"/>
              <a:gd name="connsiteY1070" fmla="*/ 27432 h 1720299"/>
              <a:gd name="connsiteX1071" fmla="*/ 456165 w 1878763"/>
              <a:gd name="connsiteY1071" fmla="*/ 27432 h 1720299"/>
              <a:gd name="connsiteX1072" fmla="*/ 340656 w 1878763"/>
              <a:gd name="connsiteY1072" fmla="*/ 0 h 1720299"/>
              <a:gd name="connsiteX1073" fmla="*/ 368088 w 1878763"/>
              <a:gd name="connsiteY1073" fmla="*/ 0 h 1720299"/>
              <a:gd name="connsiteX1074" fmla="*/ 368088 w 1878763"/>
              <a:gd name="connsiteY1074" fmla="*/ 27432 h 1720299"/>
              <a:gd name="connsiteX1075" fmla="*/ 340656 w 1878763"/>
              <a:gd name="connsiteY1075" fmla="*/ 27432 h 1720299"/>
              <a:gd name="connsiteX1076" fmla="*/ 226483 w 1878763"/>
              <a:gd name="connsiteY1076" fmla="*/ 0 h 1720299"/>
              <a:gd name="connsiteX1077" fmla="*/ 253915 w 1878763"/>
              <a:gd name="connsiteY1077" fmla="*/ 0 h 1720299"/>
              <a:gd name="connsiteX1078" fmla="*/ 253915 w 1878763"/>
              <a:gd name="connsiteY1078" fmla="*/ 27432 h 1720299"/>
              <a:gd name="connsiteX1079" fmla="*/ 226483 w 1878763"/>
              <a:gd name="connsiteY1079" fmla="*/ 27432 h 1720299"/>
              <a:gd name="connsiteX1080" fmla="*/ 114173 w 1878763"/>
              <a:gd name="connsiteY1080" fmla="*/ 0 h 1720299"/>
              <a:gd name="connsiteX1081" fmla="*/ 141605 w 1878763"/>
              <a:gd name="connsiteY1081" fmla="*/ 0 h 1720299"/>
              <a:gd name="connsiteX1082" fmla="*/ 141605 w 1878763"/>
              <a:gd name="connsiteY1082" fmla="*/ 27432 h 1720299"/>
              <a:gd name="connsiteX1083" fmla="*/ 114173 w 1878763"/>
              <a:gd name="connsiteY1083" fmla="*/ 27432 h 1720299"/>
              <a:gd name="connsiteX1084" fmla="*/ 0 w 1878763"/>
              <a:gd name="connsiteY1084" fmla="*/ 0 h 1720299"/>
              <a:gd name="connsiteX1085" fmla="*/ 27432 w 1878763"/>
              <a:gd name="connsiteY1085" fmla="*/ 0 h 1720299"/>
              <a:gd name="connsiteX1086" fmla="*/ 27432 w 1878763"/>
              <a:gd name="connsiteY1086" fmla="*/ 27432 h 1720299"/>
              <a:gd name="connsiteX1087" fmla="*/ 0 w 1878763"/>
              <a:gd name="connsiteY1087" fmla="*/ 27432 h 1720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</a:cxnLst>
            <a:rect l="l" t="t" r="r" b="b"/>
            <a:pathLst>
              <a:path w="1878763" h="1720299">
                <a:moveTo>
                  <a:pt x="1851331" y="1692867"/>
                </a:moveTo>
                <a:lnTo>
                  <a:pt x="1878763" y="1692867"/>
                </a:lnTo>
                <a:lnTo>
                  <a:pt x="1878763" y="1720299"/>
                </a:lnTo>
                <a:lnTo>
                  <a:pt x="1851331" y="1720299"/>
                </a:lnTo>
                <a:close/>
                <a:moveTo>
                  <a:pt x="1737031" y="1692867"/>
                </a:moveTo>
                <a:lnTo>
                  <a:pt x="1764463" y="1692867"/>
                </a:lnTo>
                <a:lnTo>
                  <a:pt x="1764463" y="1720299"/>
                </a:lnTo>
                <a:lnTo>
                  <a:pt x="1737031" y="1720299"/>
                </a:lnTo>
                <a:close/>
                <a:moveTo>
                  <a:pt x="1625112" y="1692867"/>
                </a:moveTo>
                <a:lnTo>
                  <a:pt x="1652544" y="1692867"/>
                </a:lnTo>
                <a:lnTo>
                  <a:pt x="1652544" y="1720299"/>
                </a:lnTo>
                <a:lnTo>
                  <a:pt x="1625112" y="1720299"/>
                </a:lnTo>
                <a:close/>
                <a:moveTo>
                  <a:pt x="1510812" y="1692867"/>
                </a:moveTo>
                <a:lnTo>
                  <a:pt x="1538244" y="1692867"/>
                </a:lnTo>
                <a:lnTo>
                  <a:pt x="1538244" y="1720299"/>
                </a:lnTo>
                <a:lnTo>
                  <a:pt x="1510812" y="1720299"/>
                </a:lnTo>
                <a:close/>
                <a:moveTo>
                  <a:pt x="1394702" y="1692867"/>
                </a:moveTo>
                <a:lnTo>
                  <a:pt x="1422134" y="1692867"/>
                </a:lnTo>
                <a:lnTo>
                  <a:pt x="1422134" y="1720299"/>
                </a:lnTo>
                <a:lnTo>
                  <a:pt x="1394702" y="1720299"/>
                </a:lnTo>
                <a:close/>
                <a:moveTo>
                  <a:pt x="1278592" y="1692867"/>
                </a:moveTo>
                <a:lnTo>
                  <a:pt x="1306024" y="1692867"/>
                </a:lnTo>
                <a:lnTo>
                  <a:pt x="1306024" y="1720299"/>
                </a:lnTo>
                <a:lnTo>
                  <a:pt x="1278592" y="1720299"/>
                </a:lnTo>
                <a:close/>
                <a:moveTo>
                  <a:pt x="1162482" y="1692867"/>
                </a:moveTo>
                <a:lnTo>
                  <a:pt x="1189914" y="1692867"/>
                </a:lnTo>
                <a:lnTo>
                  <a:pt x="1189914" y="1720299"/>
                </a:lnTo>
                <a:lnTo>
                  <a:pt x="1162482" y="1720299"/>
                </a:lnTo>
                <a:close/>
                <a:moveTo>
                  <a:pt x="1042307" y="1692867"/>
                </a:moveTo>
                <a:lnTo>
                  <a:pt x="1069739" y="1692867"/>
                </a:lnTo>
                <a:lnTo>
                  <a:pt x="1069739" y="1720299"/>
                </a:lnTo>
                <a:lnTo>
                  <a:pt x="1042307" y="1720299"/>
                </a:lnTo>
                <a:close/>
                <a:moveTo>
                  <a:pt x="926798" y="1692867"/>
                </a:moveTo>
                <a:lnTo>
                  <a:pt x="954230" y="1692867"/>
                </a:lnTo>
                <a:lnTo>
                  <a:pt x="954230" y="1720299"/>
                </a:lnTo>
                <a:lnTo>
                  <a:pt x="926798" y="1720299"/>
                </a:lnTo>
                <a:close/>
                <a:moveTo>
                  <a:pt x="812625" y="1692867"/>
                </a:moveTo>
                <a:lnTo>
                  <a:pt x="840057" y="1692867"/>
                </a:lnTo>
                <a:lnTo>
                  <a:pt x="840057" y="1720299"/>
                </a:lnTo>
                <a:lnTo>
                  <a:pt x="812625" y="1720299"/>
                </a:lnTo>
                <a:close/>
                <a:moveTo>
                  <a:pt x="692450" y="1692867"/>
                </a:moveTo>
                <a:lnTo>
                  <a:pt x="719882" y="1692867"/>
                </a:lnTo>
                <a:lnTo>
                  <a:pt x="719882" y="1720299"/>
                </a:lnTo>
                <a:lnTo>
                  <a:pt x="692450" y="1720299"/>
                </a:lnTo>
                <a:close/>
                <a:moveTo>
                  <a:pt x="576340" y="1692867"/>
                </a:moveTo>
                <a:lnTo>
                  <a:pt x="603772" y="1692867"/>
                </a:lnTo>
                <a:lnTo>
                  <a:pt x="603772" y="1720299"/>
                </a:lnTo>
                <a:lnTo>
                  <a:pt x="576340" y="1720299"/>
                </a:lnTo>
                <a:close/>
                <a:moveTo>
                  <a:pt x="456165" y="1692867"/>
                </a:moveTo>
                <a:lnTo>
                  <a:pt x="483597" y="1692867"/>
                </a:lnTo>
                <a:lnTo>
                  <a:pt x="483597" y="1720299"/>
                </a:lnTo>
                <a:lnTo>
                  <a:pt x="456165" y="1720299"/>
                </a:lnTo>
                <a:close/>
                <a:moveTo>
                  <a:pt x="340656" y="1692867"/>
                </a:moveTo>
                <a:lnTo>
                  <a:pt x="368088" y="1692867"/>
                </a:lnTo>
                <a:lnTo>
                  <a:pt x="368088" y="1720299"/>
                </a:lnTo>
                <a:lnTo>
                  <a:pt x="340656" y="1720299"/>
                </a:lnTo>
                <a:close/>
                <a:moveTo>
                  <a:pt x="226483" y="1692867"/>
                </a:moveTo>
                <a:lnTo>
                  <a:pt x="253915" y="1692867"/>
                </a:lnTo>
                <a:lnTo>
                  <a:pt x="253915" y="1720299"/>
                </a:lnTo>
                <a:lnTo>
                  <a:pt x="226483" y="1720299"/>
                </a:lnTo>
                <a:close/>
                <a:moveTo>
                  <a:pt x="114173" y="1692867"/>
                </a:moveTo>
                <a:lnTo>
                  <a:pt x="141605" y="1692867"/>
                </a:lnTo>
                <a:lnTo>
                  <a:pt x="141605" y="1720299"/>
                </a:lnTo>
                <a:lnTo>
                  <a:pt x="114173" y="1720299"/>
                </a:lnTo>
                <a:close/>
                <a:moveTo>
                  <a:pt x="0" y="1692867"/>
                </a:moveTo>
                <a:lnTo>
                  <a:pt x="27432" y="1692867"/>
                </a:lnTo>
                <a:lnTo>
                  <a:pt x="27432" y="1720299"/>
                </a:lnTo>
                <a:lnTo>
                  <a:pt x="0" y="1720299"/>
                </a:lnTo>
                <a:close/>
                <a:moveTo>
                  <a:pt x="1851331" y="1579360"/>
                </a:moveTo>
                <a:lnTo>
                  <a:pt x="1878763" y="1579360"/>
                </a:lnTo>
                <a:lnTo>
                  <a:pt x="1878763" y="1606792"/>
                </a:lnTo>
                <a:lnTo>
                  <a:pt x="1851331" y="1606792"/>
                </a:lnTo>
                <a:close/>
                <a:moveTo>
                  <a:pt x="1737031" y="1579360"/>
                </a:moveTo>
                <a:lnTo>
                  <a:pt x="1764463" y="1579360"/>
                </a:lnTo>
                <a:lnTo>
                  <a:pt x="1764463" y="1606792"/>
                </a:lnTo>
                <a:lnTo>
                  <a:pt x="1737031" y="1606792"/>
                </a:lnTo>
                <a:close/>
                <a:moveTo>
                  <a:pt x="1625112" y="1579360"/>
                </a:moveTo>
                <a:lnTo>
                  <a:pt x="1652544" y="1579360"/>
                </a:lnTo>
                <a:lnTo>
                  <a:pt x="1652544" y="1606792"/>
                </a:lnTo>
                <a:lnTo>
                  <a:pt x="1625112" y="1606792"/>
                </a:lnTo>
                <a:close/>
                <a:moveTo>
                  <a:pt x="1510812" y="1579360"/>
                </a:moveTo>
                <a:lnTo>
                  <a:pt x="1538244" y="1579360"/>
                </a:lnTo>
                <a:lnTo>
                  <a:pt x="1538244" y="1606792"/>
                </a:lnTo>
                <a:lnTo>
                  <a:pt x="1510812" y="1606792"/>
                </a:lnTo>
                <a:close/>
                <a:moveTo>
                  <a:pt x="1394702" y="1579360"/>
                </a:moveTo>
                <a:lnTo>
                  <a:pt x="1422134" y="1579360"/>
                </a:lnTo>
                <a:lnTo>
                  <a:pt x="1422134" y="1606792"/>
                </a:lnTo>
                <a:lnTo>
                  <a:pt x="1394702" y="1606792"/>
                </a:lnTo>
                <a:close/>
                <a:moveTo>
                  <a:pt x="1278592" y="1579360"/>
                </a:moveTo>
                <a:lnTo>
                  <a:pt x="1306024" y="1579360"/>
                </a:lnTo>
                <a:lnTo>
                  <a:pt x="1306024" y="1606792"/>
                </a:lnTo>
                <a:lnTo>
                  <a:pt x="1278592" y="1606792"/>
                </a:lnTo>
                <a:close/>
                <a:moveTo>
                  <a:pt x="1162482" y="1579360"/>
                </a:moveTo>
                <a:lnTo>
                  <a:pt x="1189914" y="1579360"/>
                </a:lnTo>
                <a:lnTo>
                  <a:pt x="1189914" y="1606792"/>
                </a:lnTo>
                <a:lnTo>
                  <a:pt x="1162482" y="1606792"/>
                </a:lnTo>
                <a:close/>
                <a:moveTo>
                  <a:pt x="1042307" y="1579360"/>
                </a:moveTo>
                <a:lnTo>
                  <a:pt x="1069739" y="1579360"/>
                </a:lnTo>
                <a:lnTo>
                  <a:pt x="1069739" y="1606792"/>
                </a:lnTo>
                <a:lnTo>
                  <a:pt x="1042307" y="1606792"/>
                </a:lnTo>
                <a:close/>
                <a:moveTo>
                  <a:pt x="926798" y="1579360"/>
                </a:moveTo>
                <a:lnTo>
                  <a:pt x="954230" y="1579360"/>
                </a:lnTo>
                <a:lnTo>
                  <a:pt x="954230" y="1606792"/>
                </a:lnTo>
                <a:lnTo>
                  <a:pt x="926798" y="1606792"/>
                </a:lnTo>
                <a:close/>
                <a:moveTo>
                  <a:pt x="812625" y="1579360"/>
                </a:moveTo>
                <a:lnTo>
                  <a:pt x="840057" y="1579360"/>
                </a:lnTo>
                <a:lnTo>
                  <a:pt x="840057" y="1606792"/>
                </a:lnTo>
                <a:lnTo>
                  <a:pt x="812625" y="1606792"/>
                </a:lnTo>
                <a:close/>
                <a:moveTo>
                  <a:pt x="692450" y="1579360"/>
                </a:moveTo>
                <a:lnTo>
                  <a:pt x="719882" y="1579360"/>
                </a:lnTo>
                <a:lnTo>
                  <a:pt x="719882" y="1606792"/>
                </a:lnTo>
                <a:lnTo>
                  <a:pt x="692450" y="1606792"/>
                </a:lnTo>
                <a:close/>
                <a:moveTo>
                  <a:pt x="576340" y="1579360"/>
                </a:moveTo>
                <a:lnTo>
                  <a:pt x="603772" y="1579360"/>
                </a:lnTo>
                <a:lnTo>
                  <a:pt x="603772" y="1606792"/>
                </a:lnTo>
                <a:lnTo>
                  <a:pt x="576340" y="1606792"/>
                </a:lnTo>
                <a:close/>
                <a:moveTo>
                  <a:pt x="456165" y="1579360"/>
                </a:moveTo>
                <a:lnTo>
                  <a:pt x="483597" y="1579360"/>
                </a:lnTo>
                <a:lnTo>
                  <a:pt x="483597" y="1606792"/>
                </a:lnTo>
                <a:lnTo>
                  <a:pt x="456165" y="1606792"/>
                </a:lnTo>
                <a:close/>
                <a:moveTo>
                  <a:pt x="340656" y="1579360"/>
                </a:moveTo>
                <a:lnTo>
                  <a:pt x="368088" y="1579360"/>
                </a:lnTo>
                <a:lnTo>
                  <a:pt x="368088" y="1606792"/>
                </a:lnTo>
                <a:lnTo>
                  <a:pt x="340656" y="1606792"/>
                </a:lnTo>
                <a:close/>
                <a:moveTo>
                  <a:pt x="226483" y="1579360"/>
                </a:moveTo>
                <a:lnTo>
                  <a:pt x="253915" y="1579360"/>
                </a:lnTo>
                <a:lnTo>
                  <a:pt x="253915" y="1606792"/>
                </a:lnTo>
                <a:lnTo>
                  <a:pt x="226483" y="1606792"/>
                </a:lnTo>
                <a:close/>
                <a:moveTo>
                  <a:pt x="114173" y="1579360"/>
                </a:moveTo>
                <a:lnTo>
                  <a:pt x="141605" y="1579360"/>
                </a:lnTo>
                <a:lnTo>
                  <a:pt x="141605" y="1606792"/>
                </a:lnTo>
                <a:lnTo>
                  <a:pt x="114173" y="1606792"/>
                </a:lnTo>
                <a:close/>
                <a:moveTo>
                  <a:pt x="0" y="1579360"/>
                </a:moveTo>
                <a:lnTo>
                  <a:pt x="27432" y="1579360"/>
                </a:lnTo>
                <a:lnTo>
                  <a:pt x="27432" y="1606792"/>
                </a:lnTo>
                <a:lnTo>
                  <a:pt x="0" y="1606792"/>
                </a:lnTo>
                <a:close/>
                <a:moveTo>
                  <a:pt x="1851331" y="1469030"/>
                </a:moveTo>
                <a:lnTo>
                  <a:pt x="1878763" y="1469030"/>
                </a:lnTo>
                <a:lnTo>
                  <a:pt x="1878763" y="1496462"/>
                </a:lnTo>
                <a:lnTo>
                  <a:pt x="1851331" y="1496462"/>
                </a:lnTo>
                <a:close/>
                <a:moveTo>
                  <a:pt x="1737031" y="1469030"/>
                </a:moveTo>
                <a:lnTo>
                  <a:pt x="1764463" y="1469030"/>
                </a:lnTo>
                <a:lnTo>
                  <a:pt x="1764463" y="1496462"/>
                </a:lnTo>
                <a:lnTo>
                  <a:pt x="1737031" y="1496462"/>
                </a:lnTo>
                <a:close/>
                <a:moveTo>
                  <a:pt x="1625112" y="1469030"/>
                </a:moveTo>
                <a:lnTo>
                  <a:pt x="1652544" y="1469030"/>
                </a:lnTo>
                <a:lnTo>
                  <a:pt x="1652544" y="1496462"/>
                </a:lnTo>
                <a:lnTo>
                  <a:pt x="1625112" y="1496462"/>
                </a:lnTo>
                <a:close/>
                <a:moveTo>
                  <a:pt x="1510812" y="1469030"/>
                </a:moveTo>
                <a:lnTo>
                  <a:pt x="1538244" y="1469030"/>
                </a:lnTo>
                <a:lnTo>
                  <a:pt x="1538244" y="1496462"/>
                </a:lnTo>
                <a:lnTo>
                  <a:pt x="1510812" y="1496462"/>
                </a:lnTo>
                <a:close/>
                <a:moveTo>
                  <a:pt x="1394702" y="1469030"/>
                </a:moveTo>
                <a:lnTo>
                  <a:pt x="1422134" y="1469030"/>
                </a:lnTo>
                <a:lnTo>
                  <a:pt x="1422134" y="1496462"/>
                </a:lnTo>
                <a:lnTo>
                  <a:pt x="1394702" y="1496462"/>
                </a:lnTo>
                <a:close/>
                <a:moveTo>
                  <a:pt x="1278592" y="1469030"/>
                </a:moveTo>
                <a:lnTo>
                  <a:pt x="1306024" y="1469030"/>
                </a:lnTo>
                <a:lnTo>
                  <a:pt x="1306024" y="1496462"/>
                </a:lnTo>
                <a:lnTo>
                  <a:pt x="1278592" y="1496462"/>
                </a:lnTo>
                <a:close/>
                <a:moveTo>
                  <a:pt x="1162482" y="1469030"/>
                </a:moveTo>
                <a:lnTo>
                  <a:pt x="1189914" y="1469030"/>
                </a:lnTo>
                <a:lnTo>
                  <a:pt x="1189914" y="1496462"/>
                </a:lnTo>
                <a:lnTo>
                  <a:pt x="1162482" y="1496462"/>
                </a:lnTo>
                <a:close/>
                <a:moveTo>
                  <a:pt x="1042307" y="1469030"/>
                </a:moveTo>
                <a:lnTo>
                  <a:pt x="1069739" y="1469030"/>
                </a:lnTo>
                <a:lnTo>
                  <a:pt x="1069739" y="1496462"/>
                </a:lnTo>
                <a:lnTo>
                  <a:pt x="1042307" y="1496462"/>
                </a:lnTo>
                <a:close/>
                <a:moveTo>
                  <a:pt x="926798" y="1469030"/>
                </a:moveTo>
                <a:lnTo>
                  <a:pt x="954230" y="1469030"/>
                </a:lnTo>
                <a:lnTo>
                  <a:pt x="954230" y="1496462"/>
                </a:lnTo>
                <a:lnTo>
                  <a:pt x="926798" y="1496462"/>
                </a:lnTo>
                <a:close/>
                <a:moveTo>
                  <a:pt x="812625" y="1469030"/>
                </a:moveTo>
                <a:lnTo>
                  <a:pt x="840057" y="1469030"/>
                </a:lnTo>
                <a:lnTo>
                  <a:pt x="840057" y="1496462"/>
                </a:lnTo>
                <a:lnTo>
                  <a:pt x="812625" y="1496462"/>
                </a:lnTo>
                <a:close/>
                <a:moveTo>
                  <a:pt x="692450" y="1469030"/>
                </a:moveTo>
                <a:lnTo>
                  <a:pt x="719882" y="1469030"/>
                </a:lnTo>
                <a:lnTo>
                  <a:pt x="719882" y="1496462"/>
                </a:lnTo>
                <a:lnTo>
                  <a:pt x="692450" y="1496462"/>
                </a:lnTo>
                <a:close/>
                <a:moveTo>
                  <a:pt x="576340" y="1469030"/>
                </a:moveTo>
                <a:lnTo>
                  <a:pt x="603772" y="1469030"/>
                </a:lnTo>
                <a:lnTo>
                  <a:pt x="603772" y="1496462"/>
                </a:lnTo>
                <a:lnTo>
                  <a:pt x="576340" y="1496462"/>
                </a:lnTo>
                <a:close/>
                <a:moveTo>
                  <a:pt x="456165" y="1469030"/>
                </a:moveTo>
                <a:lnTo>
                  <a:pt x="483597" y="1469030"/>
                </a:lnTo>
                <a:lnTo>
                  <a:pt x="483597" y="1496462"/>
                </a:lnTo>
                <a:lnTo>
                  <a:pt x="456165" y="1496462"/>
                </a:lnTo>
                <a:close/>
                <a:moveTo>
                  <a:pt x="340656" y="1469030"/>
                </a:moveTo>
                <a:lnTo>
                  <a:pt x="368088" y="1469030"/>
                </a:lnTo>
                <a:lnTo>
                  <a:pt x="368088" y="1496462"/>
                </a:lnTo>
                <a:lnTo>
                  <a:pt x="340656" y="1496462"/>
                </a:lnTo>
                <a:close/>
                <a:moveTo>
                  <a:pt x="226483" y="1469030"/>
                </a:moveTo>
                <a:lnTo>
                  <a:pt x="253915" y="1469030"/>
                </a:lnTo>
                <a:lnTo>
                  <a:pt x="253915" y="1496462"/>
                </a:lnTo>
                <a:lnTo>
                  <a:pt x="226483" y="1496462"/>
                </a:lnTo>
                <a:close/>
                <a:moveTo>
                  <a:pt x="114173" y="1469030"/>
                </a:moveTo>
                <a:lnTo>
                  <a:pt x="141605" y="1469030"/>
                </a:lnTo>
                <a:lnTo>
                  <a:pt x="141605" y="1496462"/>
                </a:lnTo>
                <a:lnTo>
                  <a:pt x="114173" y="1496462"/>
                </a:lnTo>
                <a:close/>
                <a:moveTo>
                  <a:pt x="0" y="1469030"/>
                </a:moveTo>
                <a:lnTo>
                  <a:pt x="27432" y="1469030"/>
                </a:lnTo>
                <a:lnTo>
                  <a:pt x="27432" y="1496462"/>
                </a:lnTo>
                <a:lnTo>
                  <a:pt x="0" y="1496462"/>
                </a:lnTo>
                <a:close/>
                <a:moveTo>
                  <a:pt x="1851331" y="1355523"/>
                </a:moveTo>
                <a:lnTo>
                  <a:pt x="1878763" y="1355523"/>
                </a:lnTo>
                <a:lnTo>
                  <a:pt x="1878763" y="1382955"/>
                </a:lnTo>
                <a:lnTo>
                  <a:pt x="1851331" y="1382955"/>
                </a:lnTo>
                <a:close/>
                <a:moveTo>
                  <a:pt x="1737031" y="1355523"/>
                </a:moveTo>
                <a:lnTo>
                  <a:pt x="1764463" y="1355523"/>
                </a:lnTo>
                <a:lnTo>
                  <a:pt x="1764463" y="1382955"/>
                </a:lnTo>
                <a:lnTo>
                  <a:pt x="1737031" y="1382955"/>
                </a:lnTo>
                <a:close/>
                <a:moveTo>
                  <a:pt x="1625112" y="1355523"/>
                </a:moveTo>
                <a:lnTo>
                  <a:pt x="1652544" y="1355523"/>
                </a:lnTo>
                <a:lnTo>
                  <a:pt x="1652544" y="1382955"/>
                </a:lnTo>
                <a:lnTo>
                  <a:pt x="1625112" y="1382955"/>
                </a:lnTo>
                <a:close/>
                <a:moveTo>
                  <a:pt x="1510812" y="1355523"/>
                </a:moveTo>
                <a:lnTo>
                  <a:pt x="1538244" y="1355523"/>
                </a:lnTo>
                <a:lnTo>
                  <a:pt x="1538244" y="1382955"/>
                </a:lnTo>
                <a:lnTo>
                  <a:pt x="1510812" y="1382955"/>
                </a:lnTo>
                <a:close/>
                <a:moveTo>
                  <a:pt x="1394702" y="1355523"/>
                </a:moveTo>
                <a:lnTo>
                  <a:pt x="1422134" y="1355523"/>
                </a:lnTo>
                <a:lnTo>
                  <a:pt x="1422134" y="1382955"/>
                </a:lnTo>
                <a:lnTo>
                  <a:pt x="1394702" y="1382955"/>
                </a:lnTo>
                <a:close/>
                <a:moveTo>
                  <a:pt x="1278592" y="1355523"/>
                </a:moveTo>
                <a:lnTo>
                  <a:pt x="1306024" y="1355523"/>
                </a:lnTo>
                <a:lnTo>
                  <a:pt x="1306024" y="1382955"/>
                </a:lnTo>
                <a:lnTo>
                  <a:pt x="1278592" y="1382955"/>
                </a:lnTo>
                <a:close/>
                <a:moveTo>
                  <a:pt x="1162482" y="1355523"/>
                </a:moveTo>
                <a:lnTo>
                  <a:pt x="1189914" y="1355523"/>
                </a:lnTo>
                <a:lnTo>
                  <a:pt x="1189914" y="1382955"/>
                </a:lnTo>
                <a:lnTo>
                  <a:pt x="1162482" y="1382955"/>
                </a:lnTo>
                <a:close/>
                <a:moveTo>
                  <a:pt x="1042307" y="1355523"/>
                </a:moveTo>
                <a:lnTo>
                  <a:pt x="1069739" y="1355523"/>
                </a:lnTo>
                <a:lnTo>
                  <a:pt x="1069739" y="1382955"/>
                </a:lnTo>
                <a:lnTo>
                  <a:pt x="1042307" y="1382955"/>
                </a:lnTo>
                <a:close/>
                <a:moveTo>
                  <a:pt x="926798" y="1355523"/>
                </a:moveTo>
                <a:lnTo>
                  <a:pt x="954230" y="1355523"/>
                </a:lnTo>
                <a:lnTo>
                  <a:pt x="954230" y="1382955"/>
                </a:lnTo>
                <a:lnTo>
                  <a:pt x="926798" y="1382955"/>
                </a:lnTo>
                <a:close/>
                <a:moveTo>
                  <a:pt x="812625" y="1355523"/>
                </a:moveTo>
                <a:lnTo>
                  <a:pt x="840057" y="1355523"/>
                </a:lnTo>
                <a:lnTo>
                  <a:pt x="840057" y="1382955"/>
                </a:lnTo>
                <a:lnTo>
                  <a:pt x="812625" y="1382955"/>
                </a:lnTo>
                <a:close/>
                <a:moveTo>
                  <a:pt x="692450" y="1355523"/>
                </a:moveTo>
                <a:lnTo>
                  <a:pt x="719882" y="1355523"/>
                </a:lnTo>
                <a:lnTo>
                  <a:pt x="719882" y="1382955"/>
                </a:lnTo>
                <a:lnTo>
                  <a:pt x="692450" y="1382955"/>
                </a:lnTo>
                <a:close/>
                <a:moveTo>
                  <a:pt x="576340" y="1355523"/>
                </a:moveTo>
                <a:lnTo>
                  <a:pt x="603772" y="1355523"/>
                </a:lnTo>
                <a:lnTo>
                  <a:pt x="603772" y="1382955"/>
                </a:lnTo>
                <a:lnTo>
                  <a:pt x="576340" y="1382955"/>
                </a:lnTo>
                <a:close/>
                <a:moveTo>
                  <a:pt x="456165" y="1355523"/>
                </a:moveTo>
                <a:lnTo>
                  <a:pt x="483597" y="1355523"/>
                </a:lnTo>
                <a:lnTo>
                  <a:pt x="483597" y="1382955"/>
                </a:lnTo>
                <a:lnTo>
                  <a:pt x="456165" y="1382955"/>
                </a:lnTo>
                <a:close/>
                <a:moveTo>
                  <a:pt x="340656" y="1355523"/>
                </a:moveTo>
                <a:lnTo>
                  <a:pt x="368088" y="1355523"/>
                </a:lnTo>
                <a:lnTo>
                  <a:pt x="368088" y="1382955"/>
                </a:lnTo>
                <a:lnTo>
                  <a:pt x="340656" y="1382955"/>
                </a:lnTo>
                <a:close/>
                <a:moveTo>
                  <a:pt x="226483" y="1355523"/>
                </a:moveTo>
                <a:lnTo>
                  <a:pt x="253915" y="1355523"/>
                </a:lnTo>
                <a:lnTo>
                  <a:pt x="253915" y="1382955"/>
                </a:lnTo>
                <a:lnTo>
                  <a:pt x="226483" y="1382955"/>
                </a:lnTo>
                <a:close/>
                <a:moveTo>
                  <a:pt x="114173" y="1355523"/>
                </a:moveTo>
                <a:lnTo>
                  <a:pt x="141605" y="1355523"/>
                </a:lnTo>
                <a:lnTo>
                  <a:pt x="141605" y="1382955"/>
                </a:lnTo>
                <a:lnTo>
                  <a:pt x="114173" y="1382955"/>
                </a:lnTo>
                <a:close/>
                <a:moveTo>
                  <a:pt x="0" y="1355523"/>
                </a:moveTo>
                <a:lnTo>
                  <a:pt x="27432" y="1355523"/>
                </a:lnTo>
                <a:lnTo>
                  <a:pt x="27432" y="1382955"/>
                </a:lnTo>
                <a:lnTo>
                  <a:pt x="0" y="1382955"/>
                </a:lnTo>
                <a:close/>
                <a:moveTo>
                  <a:pt x="1851331" y="1242220"/>
                </a:moveTo>
                <a:lnTo>
                  <a:pt x="1878763" y="1242220"/>
                </a:lnTo>
                <a:lnTo>
                  <a:pt x="1878763" y="1269652"/>
                </a:lnTo>
                <a:lnTo>
                  <a:pt x="1851331" y="1269652"/>
                </a:lnTo>
                <a:close/>
                <a:moveTo>
                  <a:pt x="1737031" y="1242220"/>
                </a:moveTo>
                <a:lnTo>
                  <a:pt x="1764463" y="1242220"/>
                </a:lnTo>
                <a:lnTo>
                  <a:pt x="1764463" y="1269652"/>
                </a:lnTo>
                <a:lnTo>
                  <a:pt x="1737031" y="1269652"/>
                </a:lnTo>
                <a:close/>
                <a:moveTo>
                  <a:pt x="1625112" y="1242220"/>
                </a:moveTo>
                <a:lnTo>
                  <a:pt x="1652544" y="1242220"/>
                </a:lnTo>
                <a:lnTo>
                  <a:pt x="1652544" y="1269652"/>
                </a:lnTo>
                <a:lnTo>
                  <a:pt x="1625112" y="1269652"/>
                </a:lnTo>
                <a:close/>
                <a:moveTo>
                  <a:pt x="1510812" y="1242220"/>
                </a:moveTo>
                <a:lnTo>
                  <a:pt x="1538244" y="1242220"/>
                </a:lnTo>
                <a:lnTo>
                  <a:pt x="1538244" y="1269652"/>
                </a:lnTo>
                <a:lnTo>
                  <a:pt x="1510812" y="1269652"/>
                </a:lnTo>
                <a:close/>
                <a:moveTo>
                  <a:pt x="1394702" y="1242220"/>
                </a:moveTo>
                <a:lnTo>
                  <a:pt x="1422134" y="1242220"/>
                </a:lnTo>
                <a:lnTo>
                  <a:pt x="1422134" y="1269652"/>
                </a:lnTo>
                <a:lnTo>
                  <a:pt x="1394702" y="1269652"/>
                </a:lnTo>
                <a:close/>
                <a:moveTo>
                  <a:pt x="1278592" y="1242220"/>
                </a:moveTo>
                <a:lnTo>
                  <a:pt x="1306024" y="1242220"/>
                </a:lnTo>
                <a:lnTo>
                  <a:pt x="1306024" y="1269652"/>
                </a:lnTo>
                <a:lnTo>
                  <a:pt x="1278592" y="1269652"/>
                </a:lnTo>
                <a:close/>
                <a:moveTo>
                  <a:pt x="1162482" y="1242220"/>
                </a:moveTo>
                <a:lnTo>
                  <a:pt x="1189914" y="1242220"/>
                </a:lnTo>
                <a:lnTo>
                  <a:pt x="1189914" y="1269652"/>
                </a:lnTo>
                <a:lnTo>
                  <a:pt x="1162482" y="1269652"/>
                </a:lnTo>
                <a:close/>
                <a:moveTo>
                  <a:pt x="1042307" y="1242220"/>
                </a:moveTo>
                <a:lnTo>
                  <a:pt x="1069739" y="1242220"/>
                </a:lnTo>
                <a:lnTo>
                  <a:pt x="1069739" y="1269652"/>
                </a:lnTo>
                <a:lnTo>
                  <a:pt x="1042307" y="1269652"/>
                </a:lnTo>
                <a:close/>
                <a:moveTo>
                  <a:pt x="926798" y="1242220"/>
                </a:moveTo>
                <a:lnTo>
                  <a:pt x="954230" y="1242220"/>
                </a:lnTo>
                <a:lnTo>
                  <a:pt x="954230" y="1269652"/>
                </a:lnTo>
                <a:lnTo>
                  <a:pt x="926798" y="1269652"/>
                </a:lnTo>
                <a:close/>
                <a:moveTo>
                  <a:pt x="812625" y="1242220"/>
                </a:moveTo>
                <a:lnTo>
                  <a:pt x="840057" y="1242220"/>
                </a:lnTo>
                <a:lnTo>
                  <a:pt x="840057" y="1269652"/>
                </a:lnTo>
                <a:lnTo>
                  <a:pt x="812625" y="1269652"/>
                </a:lnTo>
                <a:close/>
                <a:moveTo>
                  <a:pt x="692450" y="1242220"/>
                </a:moveTo>
                <a:lnTo>
                  <a:pt x="719882" y="1242220"/>
                </a:lnTo>
                <a:lnTo>
                  <a:pt x="719882" y="1269652"/>
                </a:lnTo>
                <a:lnTo>
                  <a:pt x="692450" y="1269652"/>
                </a:lnTo>
                <a:close/>
                <a:moveTo>
                  <a:pt x="576340" y="1242220"/>
                </a:moveTo>
                <a:lnTo>
                  <a:pt x="603772" y="1242220"/>
                </a:lnTo>
                <a:lnTo>
                  <a:pt x="603772" y="1269652"/>
                </a:lnTo>
                <a:lnTo>
                  <a:pt x="576340" y="1269652"/>
                </a:lnTo>
                <a:close/>
                <a:moveTo>
                  <a:pt x="456165" y="1242220"/>
                </a:moveTo>
                <a:lnTo>
                  <a:pt x="483597" y="1242220"/>
                </a:lnTo>
                <a:lnTo>
                  <a:pt x="483597" y="1269652"/>
                </a:lnTo>
                <a:lnTo>
                  <a:pt x="456165" y="1269652"/>
                </a:lnTo>
                <a:close/>
                <a:moveTo>
                  <a:pt x="340656" y="1242220"/>
                </a:moveTo>
                <a:lnTo>
                  <a:pt x="368088" y="1242220"/>
                </a:lnTo>
                <a:lnTo>
                  <a:pt x="368088" y="1269652"/>
                </a:lnTo>
                <a:lnTo>
                  <a:pt x="340656" y="1269652"/>
                </a:lnTo>
                <a:close/>
                <a:moveTo>
                  <a:pt x="226483" y="1242220"/>
                </a:moveTo>
                <a:lnTo>
                  <a:pt x="253915" y="1242220"/>
                </a:lnTo>
                <a:lnTo>
                  <a:pt x="253915" y="1269652"/>
                </a:lnTo>
                <a:lnTo>
                  <a:pt x="226483" y="1269652"/>
                </a:lnTo>
                <a:close/>
                <a:moveTo>
                  <a:pt x="114173" y="1242220"/>
                </a:moveTo>
                <a:lnTo>
                  <a:pt x="141605" y="1242220"/>
                </a:lnTo>
                <a:lnTo>
                  <a:pt x="141605" y="1269652"/>
                </a:lnTo>
                <a:lnTo>
                  <a:pt x="114173" y="1269652"/>
                </a:lnTo>
                <a:close/>
                <a:moveTo>
                  <a:pt x="0" y="1242220"/>
                </a:moveTo>
                <a:lnTo>
                  <a:pt x="27432" y="1242220"/>
                </a:lnTo>
                <a:lnTo>
                  <a:pt x="27432" y="1269652"/>
                </a:lnTo>
                <a:lnTo>
                  <a:pt x="0" y="1269652"/>
                </a:lnTo>
                <a:close/>
                <a:moveTo>
                  <a:pt x="1851331" y="1128713"/>
                </a:moveTo>
                <a:lnTo>
                  <a:pt x="1878763" y="1128713"/>
                </a:lnTo>
                <a:lnTo>
                  <a:pt x="1878763" y="1156145"/>
                </a:lnTo>
                <a:lnTo>
                  <a:pt x="1851331" y="1156145"/>
                </a:lnTo>
                <a:close/>
                <a:moveTo>
                  <a:pt x="1737031" y="1128713"/>
                </a:moveTo>
                <a:lnTo>
                  <a:pt x="1764463" y="1128713"/>
                </a:lnTo>
                <a:lnTo>
                  <a:pt x="1764463" y="1156145"/>
                </a:lnTo>
                <a:lnTo>
                  <a:pt x="1737031" y="1156145"/>
                </a:lnTo>
                <a:close/>
                <a:moveTo>
                  <a:pt x="1625112" y="1128713"/>
                </a:moveTo>
                <a:lnTo>
                  <a:pt x="1652544" y="1128713"/>
                </a:lnTo>
                <a:lnTo>
                  <a:pt x="1652544" y="1156145"/>
                </a:lnTo>
                <a:lnTo>
                  <a:pt x="1625112" y="1156145"/>
                </a:lnTo>
                <a:close/>
                <a:moveTo>
                  <a:pt x="1510812" y="1128713"/>
                </a:moveTo>
                <a:lnTo>
                  <a:pt x="1538244" y="1128713"/>
                </a:lnTo>
                <a:lnTo>
                  <a:pt x="1538244" y="1156145"/>
                </a:lnTo>
                <a:lnTo>
                  <a:pt x="1510812" y="1156145"/>
                </a:lnTo>
                <a:close/>
                <a:moveTo>
                  <a:pt x="1394702" y="1128713"/>
                </a:moveTo>
                <a:lnTo>
                  <a:pt x="1422134" y="1128713"/>
                </a:lnTo>
                <a:lnTo>
                  <a:pt x="1422134" y="1156145"/>
                </a:lnTo>
                <a:lnTo>
                  <a:pt x="1394702" y="1156145"/>
                </a:lnTo>
                <a:close/>
                <a:moveTo>
                  <a:pt x="1278592" y="1128713"/>
                </a:moveTo>
                <a:lnTo>
                  <a:pt x="1306024" y="1128713"/>
                </a:lnTo>
                <a:lnTo>
                  <a:pt x="1306024" y="1156145"/>
                </a:lnTo>
                <a:lnTo>
                  <a:pt x="1278592" y="1156145"/>
                </a:lnTo>
                <a:close/>
                <a:moveTo>
                  <a:pt x="1162482" y="1128713"/>
                </a:moveTo>
                <a:lnTo>
                  <a:pt x="1189914" y="1128713"/>
                </a:lnTo>
                <a:lnTo>
                  <a:pt x="1189914" y="1156145"/>
                </a:lnTo>
                <a:lnTo>
                  <a:pt x="1162482" y="1156145"/>
                </a:lnTo>
                <a:close/>
                <a:moveTo>
                  <a:pt x="1042307" y="1128713"/>
                </a:moveTo>
                <a:lnTo>
                  <a:pt x="1069739" y="1128713"/>
                </a:lnTo>
                <a:lnTo>
                  <a:pt x="1069739" y="1156145"/>
                </a:lnTo>
                <a:lnTo>
                  <a:pt x="1042307" y="1156145"/>
                </a:lnTo>
                <a:close/>
                <a:moveTo>
                  <a:pt x="926798" y="1128713"/>
                </a:moveTo>
                <a:lnTo>
                  <a:pt x="954230" y="1128713"/>
                </a:lnTo>
                <a:lnTo>
                  <a:pt x="954230" y="1156145"/>
                </a:lnTo>
                <a:lnTo>
                  <a:pt x="926798" y="1156145"/>
                </a:lnTo>
                <a:close/>
                <a:moveTo>
                  <a:pt x="812625" y="1128713"/>
                </a:moveTo>
                <a:lnTo>
                  <a:pt x="840057" y="1128713"/>
                </a:lnTo>
                <a:lnTo>
                  <a:pt x="840057" y="1156145"/>
                </a:lnTo>
                <a:lnTo>
                  <a:pt x="812625" y="1156145"/>
                </a:lnTo>
                <a:close/>
                <a:moveTo>
                  <a:pt x="692450" y="1128713"/>
                </a:moveTo>
                <a:lnTo>
                  <a:pt x="719882" y="1128713"/>
                </a:lnTo>
                <a:lnTo>
                  <a:pt x="719882" y="1156145"/>
                </a:lnTo>
                <a:lnTo>
                  <a:pt x="692450" y="1156145"/>
                </a:lnTo>
                <a:close/>
                <a:moveTo>
                  <a:pt x="576340" y="1128713"/>
                </a:moveTo>
                <a:lnTo>
                  <a:pt x="603772" y="1128713"/>
                </a:lnTo>
                <a:lnTo>
                  <a:pt x="603772" y="1156145"/>
                </a:lnTo>
                <a:lnTo>
                  <a:pt x="576340" y="1156145"/>
                </a:lnTo>
                <a:close/>
                <a:moveTo>
                  <a:pt x="456165" y="1128713"/>
                </a:moveTo>
                <a:lnTo>
                  <a:pt x="483597" y="1128713"/>
                </a:lnTo>
                <a:lnTo>
                  <a:pt x="483597" y="1156145"/>
                </a:lnTo>
                <a:lnTo>
                  <a:pt x="456165" y="1156145"/>
                </a:lnTo>
                <a:close/>
                <a:moveTo>
                  <a:pt x="340656" y="1128713"/>
                </a:moveTo>
                <a:lnTo>
                  <a:pt x="368088" y="1128713"/>
                </a:lnTo>
                <a:lnTo>
                  <a:pt x="368088" y="1156145"/>
                </a:lnTo>
                <a:lnTo>
                  <a:pt x="340656" y="1156145"/>
                </a:lnTo>
                <a:close/>
                <a:moveTo>
                  <a:pt x="226483" y="1128713"/>
                </a:moveTo>
                <a:lnTo>
                  <a:pt x="253915" y="1128713"/>
                </a:lnTo>
                <a:lnTo>
                  <a:pt x="253915" y="1156145"/>
                </a:lnTo>
                <a:lnTo>
                  <a:pt x="226483" y="1156145"/>
                </a:lnTo>
                <a:close/>
                <a:moveTo>
                  <a:pt x="114173" y="1128713"/>
                </a:moveTo>
                <a:lnTo>
                  <a:pt x="141605" y="1128713"/>
                </a:lnTo>
                <a:lnTo>
                  <a:pt x="141605" y="1156145"/>
                </a:lnTo>
                <a:lnTo>
                  <a:pt x="114173" y="1156145"/>
                </a:lnTo>
                <a:close/>
                <a:moveTo>
                  <a:pt x="0" y="1128713"/>
                </a:moveTo>
                <a:lnTo>
                  <a:pt x="27432" y="1128713"/>
                </a:lnTo>
                <a:lnTo>
                  <a:pt x="27432" y="1156145"/>
                </a:lnTo>
                <a:lnTo>
                  <a:pt x="0" y="1156145"/>
                </a:lnTo>
                <a:close/>
                <a:moveTo>
                  <a:pt x="1851331" y="1018383"/>
                </a:moveTo>
                <a:lnTo>
                  <a:pt x="1878763" y="1018383"/>
                </a:lnTo>
                <a:lnTo>
                  <a:pt x="1878763" y="1045815"/>
                </a:lnTo>
                <a:lnTo>
                  <a:pt x="1851331" y="1045815"/>
                </a:lnTo>
                <a:close/>
                <a:moveTo>
                  <a:pt x="1737031" y="1018383"/>
                </a:moveTo>
                <a:lnTo>
                  <a:pt x="1764463" y="1018383"/>
                </a:lnTo>
                <a:lnTo>
                  <a:pt x="1764463" y="1045815"/>
                </a:lnTo>
                <a:lnTo>
                  <a:pt x="1737031" y="1045815"/>
                </a:lnTo>
                <a:close/>
                <a:moveTo>
                  <a:pt x="1625112" y="1018383"/>
                </a:moveTo>
                <a:lnTo>
                  <a:pt x="1652544" y="1018383"/>
                </a:lnTo>
                <a:lnTo>
                  <a:pt x="1652544" y="1045815"/>
                </a:lnTo>
                <a:lnTo>
                  <a:pt x="1625112" y="1045815"/>
                </a:lnTo>
                <a:close/>
                <a:moveTo>
                  <a:pt x="1510812" y="1018383"/>
                </a:moveTo>
                <a:lnTo>
                  <a:pt x="1538244" y="1018383"/>
                </a:lnTo>
                <a:lnTo>
                  <a:pt x="1538244" y="1045815"/>
                </a:lnTo>
                <a:lnTo>
                  <a:pt x="1510812" y="1045815"/>
                </a:lnTo>
                <a:close/>
                <a:moveTo>
                  <a:pt x="1394702" y="1018383"/>
                </a:moveTo>
                <a:lnTo>
                  <a:pt x="1422134" y="1018383"/>
                </a:lnTo>
                <a:lnTo>
                  <a:pt x="1422134" y="1045815"/>
                </a:lnTo>
                <a:lnTo>
                  <a:pt x="1394702" y="1045815"/>
                </a:lnTo>
                <a:close/>
                <a:moveTo>
                  <a:pt x="1278592" y="1018383"/>
                </a:moveTo>
                <a:lnTo>
                  <a:pt x="1306024" y="1018383"/>
                </a:lnTo>
                <a:lnTo>
                  <a:pt x="1306024" y="1045815"/>
                </a:lnTo>
                <a:lnTo>
                  <a:pt x="1278592" y="1045815"/>
                </a:lnTo>
                <a:close/>
                <a:moveTo>
                  <a:pt x="1162482" y="1018383"/>
                </a:moveTo>
                <a:lnTo>
                  <a:pt x="1189914" y="1018383"/>
                </a:lnTo>
                <a:lnTo>
                  <a:pt x="1189914" y="1045815"/>
                </a:lnTo>
                <a:lnTo>
                  <a:pt x="1162482" y="1045815"/>
                </a:lnTo>
                <a:close/>
                <a:moveTo>
                  <a:pt x="1042307" y="1018383"/>
                </a:moveTo>
                <a:lnTo>
                  <a:pt x="1069739" y="1018383"/>
                </a:lnTo>
                <a:lnTo>
                  <a:pt x="1069739" y="1045815"/>
                </a:lnTo>
                <a:lnTo>
                  <a:pt x="1042307" y="1045815"/>
                </a:lnTo>
                <a:close/>
                <a:moveTo>
                  <a:pt x="926798" y="1018383"/>
                </a:moveTo>
                <a:lnTo>
                  <a:pt x="954230" y="1018383"/>
                </a:lnTo>
                <a:lnTo>
                  <a:pt x="954230" y="1045815"/>
                </a:lnTo>
                <a:lnTo>
                  <a:pt x="926798" y="1045815"/>
                </a:lnTo>
                <a:close/>
                <a:moveTo>
                  <a:pt x="812625" y="1018383"/>
                </a:moveTo>
                <a:lnTo>
                  <a:pt x="840057" y="1018383"/>
                </a:lnTo>
                <a:lnTo>
                  <a:pt x="840057" y="1045815"/>
                </a:lnTo>
                <a:lnTo>
                  <a:pt x="812625" y="1045815"/>
                </a:lnTo>
                <a:close/>
                <a:moveTo>
                  <a:pt x="692450" y="1018383"/>
                </a:moveTo>
                <a:lnTo>
                  <a:pt x="719882" y="1018383"/>
                </a:lnTo>
                <a:lnTo>
                  <a:pt x="719882" y="1045815"/>
                </a:lnTo>
                <a:lnTo>
                  <a:pt x="692450" y="1045815"/>
                </a:lnTo>
                <a:close/>
                <a:moveTo>
                  <a:pt x="576340" y="1018383"/>
                </a:moveTo>
                <a:lnTo>
                  <a:pt x="603772" y="1018383"/>
                </a:lnTo>
                <a:lnTo>
                  <a:pt x="603772" y="1045815"/>
                </a:lnTo>
                <a:lnTo>
                  <a:pt x="576340" y="1045815"/>
                </a:lnTo>
                <a:close/>
                <a:moveTo>
                  <a:pt x="456165" y="1018383"/>
                </a:moveTo>
                <a:lnTo>
                  <a:pt x="483597" y="1018383"/>
                </a:lnTo>
                <a:lnTo>
                  <a:pt x="483597" y="1045815"/>
                </a:lnTo>
                <a:lnTo>
                  <a:pt x="456165" y="1045815"/>
                </a:lnTo>
                <a:close/>
                <a:moveTo>
                  <a:pt x="340656" y="1018383"/>
                </a:moveTo>
                <a:lnTo>
                  <a:pt x="368088" y="1018383"/>
                </a:lnTo>
                <a:lnTo>
                  <a:pt x="368088" y="1045815"/>
                </a:lnTo>
                <a:lnTo>
                  <a:pt x="340656" y="1045815"/>
                </a:lnTo>
                <a:close/>
                <a:moveTo>
                  <a:pt x="226483" y="1018383"/>
                </a:moveTo>
                <a:lnTo>
                  <a:pt x="253915" y="1018383"/>
                </a:lnTo>
                <a:lnTo>
                  <a:pt x="253915" y="1045815"/>
                </a:lnTo>
                <a:lnTo>
                  <a:pt x="226483" y="1045815"/>
                </a:lnTo>
                <a:close/>
                <a:moveTo>
                  <a:pt x="114173" y="1018383"/>
                </a:moveTo>
                <a:lnTo>
                  <a:pt x="141605" y="1018383"/>
                </a:lnTo>
                <a:lnTo>
                  <a:pt x="141605" y="1045815"/>
                </a:lnTo>
                <a:lnTo>
                  <a:pt x="114173" y="1045815"/>
                </a:lnTo>
                <a:close/>
                <a:moveTo>
                  <a:pt x="0" y="1018383"/>
                </a:moveTo>
                <a:lnTo>
                  <a:pt x="27432" y="1018383"/>
                </a:lnTo>
                <a:lnTo>
                  <a:pt x="27432" y="1045815"/>
                </a:lnTo>
                <a:lnTo>
                  <a:pt x="0" y="1045815"/>
                </a:lnTo>
                <a:close/>
                <a:moveTo>
                  <a:pt x="1851331" y="904876"/>
                </a:moveTo>
                <a:lnTo>
                  <a:pt x="1878763" y="904876"/>
                </a:lnTo>
                <a:lnTo>
                  <a:pt x="1878763" y="932308"/>
                </a:lnTo>
                <a:lnTo>
                  <a:pt x="1851331" y="932308"/>
                </a:lnTo>
                <a:close/>
                <a:moveTo>
                  <a:pt x="1737031" y="904876"/>
                </a:moveTo>
                <a:lnTo>
                  <a:pt x="1764463" y="904876"/>
                </a:lnTo>
                <a:lnTo>
                  <a:pt x="1764463" y="932308"/>
                </a:lnTo>
                <a:lnTo>
                  <a:pt x="1737031" y="932308"/>
                </a:lnTo>
                <a:close/>
                <a:moveTo>
                  <a:pt x="1625112" y="904876"/>
                </a:moveTo>
                <a:lnTo>
                  <a:pt x="1652544" y="904876"/>
                </a:lnTo>
                <a:lnTo>
                  <a:pt x="1652544" y="932308"/>
                </a:lnTo>
                <a:lnTo>
                  <a:pt x="1625112" y="932308"/>
                </a:lnTo>
                <a:close/>
                <a:moveTo>
                  <a:pt x="1510812" y="904876"/>
                </a:moveTo>
                <a:lnTo>
                  <a:pt x="1538244" y="904876"/>
                </a:lnTo>
                <a:lnTo>
                  <a:pt x="1538244" y="932308"/>
                </a:lnTo>
                <a:lnTo>
                  <a:pt x="1510812" y="932308"/>
                </a:lnTo>
                <a:close/>
                <a:moveTo>
                  <a:pt x="1394702" y="904876"/>
                </a:moveTo>
                <a:lnTo>
                  <a:pt x="1422134" y="904876"/>
                </a:lnTo>
                <a:lnTo>
                  <a:pt x="1422134" y="932308"/>
                </a:lnTo>
                <a:lnTo>
                  <a:pt x="1394702" y="932308"/>
                </a:lnTo>
                <a:close/>
                <a:moveTo>
                  <a:pt x="1278592" y="904876"/>
                </a:moveTo>
                <a:lnTo>
                  <a:pt x="1306024" y="904876"/>
                </a:lnTo>
                <a:lnTo>
                  <a:pt x="1306024" y="932308"/>
                </a:lnTo>
                <a:lnTo>
                  <a:pt x="1278592" y="932308"/>
                </a:lnTo>
                <a:close/>
                <a:moveTo>
                  <a:pt x="1162482" y="904876"/>
                </a:moveTo>
                <a:lnTo>
                  <a:pt x="1189914" y="904876"/>
                </a:lnTo>
                <a:lnTo>
                  <a:pt x="1189914" y="932308"/>
                </a:lnTo>
                <a:lnTo>
                  <a:pt x="1162482" y="932308"/>
                </a:lnTo>
                <a:close/>
                <a:moveTo>
                  <a:pt x="1042307" y="904876"/>
                </a:moveTo>
                <a:lnTo>
                  <a:pt x="1069739" y="904876"/>
                </a:lnTo>
                <a:lnTo>
                  <a:pt x="1069739" y="932308"/>
                </a:lnTo>
                <a:lnTo>
                  <a:pt x="1042307" y="932308"/>
                </a:lnTo>
                <a:close/>
                <a:moveTo>
                  <a:pt x="926798" y="904876"/>
                </a:moveTo>
                <a:lnTo>
                  <a:pt x="954230" y="904876"/>
                </a:lnTo>
                <a:lnTo>
                  <a:pt x="954230" y="932308"/>
                </a:lnTo>
                <a:lnTo>
                  <a:pt x="926798" y="932308"/>
                </a:lnTo>
                <a:close/>
                <a:moveTo>
                  <a:pt x="812625" y="904876"/>
                </a:moveTo>
                <a:lnTo>
                  <a:pt x="840057" y="904876"/>
                </a:lnTo>
                <a:lnTo>
                  <a:pt x="840057" y="932308"/>
                </a:lnTo>
                <a:lnTo>
                  <a:pt x="812625" y="932308"/>
                </a:lnTo>
                <a:close/>
                <a:moveTo>
                  <a:pt x="692450" y="904876"/>
                </a:moveTo>
                <a:lnTo>
                  <a:pt x="719882" y="904876"/>
                </a:lnTo>
                <a:lnTo>
                  <a:pt x="719882" y="932308"/>
                </a:lnTo>
                <a:lnTo>
                  <a:pt x="692450" y="932308"/>
                </a:lnTo>
                <a:close/>
                <a:moveTo>
                  <a:pt x="576340" y="904876"/>
                </a:moveTo>
                <a:lnTo>
                  <a:pt x="603772" y="904876"/>
                </a:lnTo>
                <a:lnTo>
                  <a:pt x="603772" y="932308"/>
                </a:lnTo>
                <a:lnTo>
                  <a:pt x="576340" y="932308"/>
                </a:lnTo>
                <a:close/>
                <a:moveTo>
                  <a:pt x="456165" y="904876"/>
                </a:moveTo>
                <a:lnTo>
                  <a:pt x="483597" y="904876"/>
                </a:lnTo>
                <a:lnTo>
                  <a:pt x="483597" y="932308"/>
                </a:lnTo>
                <a:lnTo>
                  <a:pt x="456165" y="932308"/>
                </a:lnTo>
                <a:close/>
                <a:moveTo>
                  <a:pt x="340656" y="904876"/>
                </a:moveTo>
                <a:lnTo>
                  <a:pt x="368088" y="904876"/>
                </a:lnTo>
                <a:lnTo>
                  <a:pt x="368088" y="932308"/>
                </a:lnTo>
                <a:lnTo>
                  <a:pt x="340656" y="932308"/>
                </a:lnTo>
                <a:close/>
                <a:moveTo>
                  <a:pt x="226483" y="904876"/>
                </a:moveTo>
                <a:lnTo>
                  <a:pt x="253915" y="904876"/>
                </a:lnTo>
                <a:lnTo>
                  <a:pt x="253915" y="932308"/>
                </a:lnTo>
                <a:lnTo>
                  <a:pt x="226483" y="932308"/>
                </a:lnTo>
                <a:close/>
                <a:moveTo>
                  <a:pt x="114173" y="904876"/>
                </a:moveTo>
                <a:lnTo>
                  <a:pt x="141605" y="904876"/>
                </a:lnTo>
                <a:lnTo>
                  <a:pt x="141605" y="932308"/>
                </a:lnTo>
                <a:lnTo>
                  <a:pt x="114173" y="932308"/>
                </a:lnTo>
                <a:close/>
                <a:moveTo>
                  <a:pt x="0" y="904876"/>
                </a:moveTo>
                <a:lnTo>
                  <a:pt x="27432" y="904876"/>
                </a:lnTo>
                <a:lnTo>
                  <a:pt x="27432" y="932308"/>
                </a:lnTo>
                <a:lnTo>
                  <a:pt x="0" y="932308"/>
                </a:lnTo>
                <a:close/>
                <a:moveTo>
                  <a:pt x="1851331" y="789782"/>
                </a:moveTo>
                <a:lnTo>
                  <a:pt x="1878763" y="789782"/>
                </a:lnTo>
                <a:lnTo>
                  <a:pt x="1878763" y="817214"/>
                </a:lnTo>
                <a:lnTo>
                  <a:pt x="1851331" y="817214"/>
                </a:lnTo>
                <a:close/>
                <a:moveTo>
                  <a:pt x="1737031" y="789782"/>
                </a:moveTo>
                <a:lnTo>
                  <a:pt x="1764463" y="789782"/>
                </a:lnTo>
                <a:lnTo>
                  <a:pt x="1764463" y="817214"/>
                </a:lnTo>
                <a:lnTo>
                  <a:pt x="1737031" y="817214"/>
                </a:lnTo>
                <a:close/>
                <a:moveTo>
                  <a:pt x="1625112" y="789782"/>
                </a:moveTo>
                <a:lnTo>
                  <a:pt x="1652544" y="789782"/>
                </a:lnTo>
                <a:lnTo>
                  <a:pt x="1652544" y="817214"/>
                </a:lnTo>
                <a:lnTo>
                  <a:pt x="1625112" y="817214"/>
                </a:lnTo>
                <a:close/>
                <a:moveTo>
                  <a:pt x="1510812" y="789782"/>
                </a:moveTo>
                <a:lnTo>
                  <a:pt x="1538244" y="789782"/>
                </a:lnTo>
                <a:lnTo>
                  <a:pt x="1538244" y="817214"/>
                </a:lnTo>
                <a:lnTo>
                  <a:pt x="1510812" y="817214"/>
                </a:lnTo>
                <a:close/>
                <a:moveTo>
                  <a:pt x="1394702" y="789782"/>
                </a:moveTo>
                <a:lnTo>
                  <a:pt x="1422134" y="789782"/>
                </a:lnTo>
                <a:lnTo>
                  <a:pt x="1422134" y="817214"/>
                </a:lnTo>
                <a:lnTo>
                  <a:pt x="1394702" y="817214"/>
                </a:lnTo>
                <a:close/>
                <a:moveTo>
                  <a:pt x="1278592" y="789782"/>
                </a:moveTo>
                <a:lnTo>
                  <a:pt x="1306024" y="789782"/>
                </a:lnTo>
                <a:lnTo>
                  <a:pt x="1306024" y="817214"/>
                </a:lnTo>
                <a:lnTo>
                  <a:pt x="1278592" y="817214"/>
                </a:lnTo>
                <a:close/>
                <a:moveTo>
                  <a:pt x="1162482" y="789782"/>
                </a:moveTo>
                <a:lnTo>
                  <a:pt x="1189914" y="789782"/>
                </a:lnTo>
                <a:lnTo>
                  <a:pt x="1189914" y="817214"/>
                </a:lnTo>
                <a:lnTo>
                  <a:pt x="1162482" y="817214"/>
                </a:lnTo>
                <a:close/>
                <a:moveTo>
                  <a:pt x="1042307" y="789782"/>
                </a:moveTo>
                <a:lnTo>
                  <a:pt x="1069739" y="789782"/>
                </a:lnTo>
                <a:lnTo>
                  <a:pt x="1069739" y="817214"/>
                </a:lnTo>
                <a:lnTo>
                  <a:pt x="1042307" y="817214"/>
                </a:lnTo>
                <a:close/>
                <a:moveTo>
                  <a:pt x="926798" y="789782"/>
                </a:moveTo>
                <a:lnTo>
                  <a:pt x="954230" y="789782"/>
                </a:lnTo>
                <a:lnTo>
                  <a:pt x="954230" y="817214"/>
                </a:lnTo>
                <a:lnTo>
                  <a:pt x="926798" y="817214"/>
                </a:lnTo>
                <a:close/>
                <a:moveTo>
                  <a:pt x="812625" y="789782"/>
                </a:moveTo>
                <a:lnTo>
                  <a:pt x="840057" y="789782"/>
                </a:lnTo>
                <a:lnTo>
                  <a:pt x="840057" y="817214"/>
                </a:lnTo>
                <a:lnTo>
                  <a:pt x="812625" y="817214"/>
                </a:lnTo>
                <a:close/>
                <a:moveTo>
                  <a:pt x="692450" y="789782"/>
                </a:moveTo>
                <a:lnTo>
                  <a:pt x="719882" y="789782"/>
                </a:lnTo>
                <a:lnTo>
                  <a:pt x="719882" y="817214"/>
                </a:lnTo>
                <a:lnTo>
                  <a:pt x="692450" y="817214"/>
                </a:lnTo>
                <a:close/>
                <a:moveTo>
                  <a:pt x="576340" y="789782"/>
                </a:moveTo>
                <a:lnTo>
                  <a:pt x="603772" y="789782"/>
                </a:lnTo>
                <a:lnTo>
                  <a:pt x="603772" y="817214"/>
                </a:lnTo>
                <a:lnTo>
                  <a:pt x="576340" y="817214"/>
                </a:lnTo>
                <a:close/>
                <a:moveTo>
                  <a:pt x="456165" y="789782"/>
                </a:moveTo>
                <a:lnTo>
                  <a:pt x="483597" y="789782"/>
                </a:lnTo>
                <a:lnTo>
                  <a:pt x="483597" y="817214"/>
                </a:lnTo>
                <a:lnTo>
                  <a:pt x="456165" y="817214"/>
                </a:lnTo>
                <a:close/>
                <a:moveTo>
                  <a:pt x="340656" y="789782"/>
                </a:moveTo>
                <a:lnTo>
                  <a:pt x="368088" y="789782"/>
                </a:lnTo>
                <a:lnTo>
                  <a:pt x="368088" y="817214"/>
                </a:lnTo>
                <a:lnTo>
                  <a:pt x="340656" y="817214"/>
                </a:lnTo>
                <a:close/>
                <a:moveTo>
                  <a:pt x="226483" y="789782"/>
                </a:moveTo>
                <a:lnTo>
                  <a:pt x="253915" y="789782"/>
                </a:lnTo>
                <a:lnTo>
                  <a:pt x="253915" y="817214"/>
                </a:lnTo>
                <a:lnTo>
                  <a:pt x="226483" y="817214"/>
                </a:lnTo>
                <a:close/>
                <a:moveTo>
                  <a:pt x="114173" y="789782"/>
                </a:moveTo>
                <a:lnTo>
                  <a:pt x="141605" y="789782"/>
                </a:lnTo>
                <a:lnTo>
                  <a:pt x="141605" y="817214"/>
                </a:lnTo>
                <a:lnTo>
                  <a:pt x="114173" y="817214"/>
                </a:lnTo>
                <a:close/>
                <a:moveTo>
                  <a:pt x="0" y="789782"/>
                </a:moveTo>
                <a:lnTo>
                  <a:pt x="27432" y="789782"/>
                </a:lnTo>
                <a:lnTo>
                  <a:pt x="27432" y="817214"/>
                </a:lnTo>
                <a:lnTo>
                  <a:pt x="0" y="817214"/>
                </a:lnTo>
                <a:close/>
                <a:moveTo>
                  <a:pt x="1851331" y="676275"/>
                </a:moveTo>
                <a:lnTo>
                  <a:pt x="1878763" y="676275"/>
                </a:lnTo>
                <a:lnTo>
                  <a:pt x="1878763" y="703707"/>
                </a:lnTo>
                <a:lnTo>
                  <a:pt x="1851331" y="703707"/>
                </a:lnTo>
                <a:close/>
                <a:moveTo>
                  <a:pt x="1737031" y="676275"/>
                </a:moveTo>
                <a:lnTo>
                  <a:pt x="1764463" y="676275"/>
                </a:lnTo>
                <a:lnTo>
                  <a:pt x="1764463" y="703707"/>
                </a:lnTo>
                <a:lnTo>
                  <a:pt x="1737031" y="703707"/>
                </a:lnTo>
                <a:close/>
                <a:moveTo>
                  <a:pt x="1625112" y="676275"/>
                </a:moveTo>
                <a:lnTo>
                  <a:pt x="1652544" y="676275"/>
                </a:lnTo>
                <a:lnTo>
                  <a:pt x="1652544" y="703707"/>
                </a:lnTo>
                <a:lnTo>
                  <a:pt x="1625112" y="703707"/>
                </a:lnTo>
                <a:close/>
                <a:moveTo>
                  <a:pt x="1510812" y="676275"/>
                </a:moveTo>
                <a:lnTo>
                  <a:pt x="1538244" y="676275"/>
                </a:lnTo>
                <a:lnTo>
                  <a:pt x="1538244" y="703707"/>
                </a:lnTo>
                <a:lnTo>
                  <a:pt x="1510812" y="703707"/>
                </a:lnTo>
                <a:close/>
                <a:moveTo>
                  <a:pt x="1394702" y="676275"/>
                </a:moveTo>
                <a:lnTo>
                  <a:pt x="1422134" y="676275"/>
                </a:lnTo>
                <a:lnTo>
                  <a:pt x="1422134" y="703707"/>
                </a:lnTo>
                <a:lnTo>
                  <a:pt x="1394702" y="703707"/>
                </a:lnTo>
                <a:close/>
                <a:moveTo>
                  <a:pt x="1278592" y="676275"/>
                </a:moveTo>
                <a:lnTo>
                  <a:pt x="1306024" y="676275"/>
                </a:lnTo>
                <a:lnTo>
                  <a:pt x="1306024" y="703707"/>
                </a:lnTo>
                <a:lnTo>
                  <a:pt x="1278592" y="703707"/>
                </a:lnTo>
                <a:close/>
                <a:moveTo>
                  <a:pt x="1162482" y="676275"/>
                </a:moveTo>
                <a:lnTo>
                  <a:pt x="1189914" y="676275"/>
                </a:lnTo>
                <a:lnTo>
                  <a:pt x="1189914" y="703707"/>
                </a:lnTo>
                <a:lnTo>
                  <a:pt x="1162482" y="703707"/>
                </a:lnTo>
                <a:close/>
                <a:moveTo>
                  <a:pt x="1042307" y="676275"/>
                </a:moveTo>
                <a:lnTo>
                  <a:pt x="1069739" y="676275"/>
                </a:lnTo>
                <a:lnTo>
                  <a:pt x="1069739" y="703707"/>
                </a:lnTo>
                <a:lnTo>
                  <a:pt x="1042307" y="703707"/>
                </a:lnTo>
                <a:close/>
                <a:moveTo>
                  <a:pt x="926798" y="676275"/>
                </a:moveTo>
                <a:lnTo>
                  <a:pt x="954230" y="676275"/>
                </a:lnTo>
                <a:lnTo>
                  <a:pt x="954230" y="703707"/>
                </a:lnTo>
                <a:lnTo>
                  <a:pt x="926798" y="703707"/>
                </a:lnTo>
                <a:close/>
                <a:moveTo>
                  <a:pt x="812625" y="676275"/>
                </a:moveTo>
                <a:lnTo>
                  <a:pt x="840057" y="676275"/>
                </a:lnTo>
                <a:lnTo>
                  <a:pt x="840057" y="703707"/>
                </a:lnTo>
                <a:lnTo>
                  <a:pt x="812625" y="703707"/>
                </a:lnTo>
                <a:close/>
                <a:moveTo>
                  <a:pt x="692450" y="676275"/>
                </a:moveTo>
                <a:lnTo>
                  <a:pt x="719882" y="676275"/>
                </a:lnTo>
                <a:lnTo>
                  <a:pt x="719882" y="703707"/>
                </a:lnTo>
                <a:lnTo>
                  <a:pt x="692450" y="703707"/>
                </a:lnTo>
                <a:close/>
                <a:moveTo>
                  <a:pt x="576340" y="676275"/>
                </a:moveTo>
                <a:lnTo>
                  <a:pt x="603772" y="676275"/>
                </a:lnTo>
                <a:lnTo>
                  <a:pt x="603772" y="703707"/>
                </a:lnTo>
                <a:lnTo>
                  <a:pt x="576340" y="703707"/>
                </a:lnTo>
                <a:close/>
                <a:moveTo>
                  <a:pt x="456165" y="676275"/>
                </a:moveTo>
                <a:lnTo>
                  <a:pt x="483597" y="676275"/>
                </a:lnTo>
                <a:lnTo>
                  <a:pt x="483597" y="703707"/>
                </a:lnTo>
                <a:lnTo>
                  <a:pt x="456165" y="703707"/>
                </a:lnTo>
                <a:close/>
                <a:moveTo>
                  <a:pt x="340656" y="676275"/>
                </a:moveTo>
                <a:lnTo>
                  <a:pt x="368088" y="676275"/>
                </a:lnTo>
                <a:lnTo>
                  <a:pt x="368088" y="703707"/>
                </a:lnTo>
                <a:lnTo>
                  <a:pt x="340656" y="703707"/>
                </a:lnTo>
                <a:close/>
                <a:moveTo>
                  <a:pt x="226483" y="676275"/>
                </a:moveTo>
                <a:lnTo>
                  <a:pt x="253915" y="676275"/>
                </a:lnTo>
                <a:lnTo>
                  <a:pt x="253915" y="703707"/>
                </a:lnTo>
                <a:lnTo>
                  <a:pt x="226483" y="703707"/>
                </a:lnTo>
                <a:close/>
                <a:moveTo>
                  <a:pt x="114173" y="676275"/>
                </a:moveTo>
                <a:lnTo>
                  <a:pt x="141605" y="676275"/>
                </a:lnTo>
                <a:lnTo>
                  <a:pt x="141605" y="703707"/>
                </a:lnTo>
                <a:lnTo>
                  <a:pt x="114173" y="703707"/>
                </a:lnTo>
                <a:close/>
                <a:moveTo>
                  <a:pt x="0" y="676275"/>
                </a:moveTo>
                <a:lnTo>
                  <a:pt x="27432" y="676275"/>
                </a:lnTo>
                <a:lnTo>
                  <a:pt x="27432" y="703707"/>
                </a:lnTo>
                <a:lnTo>
                  <a:pt x="0" y="703707"/>
                </a:lnTo>
                <a:close/>
                <a:moveTo>
                  <a:pt x="1851331" y="565945"/>
                </a:moveTo>
                <a:lnTo>
                  <a:pt x="1878763" y="565945"/>
                </a:lnTo>
                <a:lnTo>
                  <a:pt x="1878763" y="593377"/>
                </a:lnTo>
                <a:lnTo>
                  <a:pt x="1851331" y="593377"/>
                </a:lnTo>
                <a:close/>
                <a:moveTo>
                  <a:pt x="1737031" y="565945"/>
                </a:moveTo>
                <a:lnTo>
                  <a:pt x="1764463" y="565945"/>
                </a:lnTo>
                <a:lnTo>
                  <a:pt x="1764463" y="593377"/>
                </a:lnTo>
                <a:lnTo>
                  <a:pt x="1737031" y="593377"/>
                </a:lnTo>
                <a:close/>
                <a:moveTo>
                  <a:pt x="1625112" y="565945"/>
                </a:moveTo>
                <a:lnTo>
                  <a:pt x="1652544" y="565945"/>
                </a:lnTo>
                <a:lnTo>
                  <a:pt x="1652544" y="593377"/>
                </a:lnTo>
                <a:lnTo>
                  <a:pt x="1625112" y="593377"/>
                </a:lnTo>
                <a:close/>
                <a:moveTo>
                  <a:pt x="1510812" y="565945"/>
                </a:moveTo>
                <a:lnTo>
                  <a:pt x="1538244" y="565945"/>
                </a:lnTo>
                <a:lnTo>
                  <a:pt x="1538244" y="593377"/>
                </a:lnTo>
                <a:lnTo>
                  <a:pt x="1510812" y="593377"/>
                </a:lnTo>
                <a:close/>
                <a:moveTo>
                  <a:pt x="1394702" y="565945"/>
                </a:moveTo>
                <a:lnTo>
                  <a:pt x="1422134" y="565945"/>
                </a:lnTo>
                <a:lnTo>
                  <a:pt x="1422134" y="593377"/>
                </a:lnTo>
                <a:lnTo>
                  <a:pt x="1394702" y="593377"/>
                </a:lnTo>
                <a:close/>
                <a:moveTo>
                  <a:pt x="1278592" y="565945"/>
                </a:moveTo>
                <a:lnTo>
                  <a:pt x="1306024" y="565945"/>
                </a:lnTo>
                <a:lnTo>
                  <a:pt x="1306024" y="593377"/>
                </a:lnTo>
                <a:lnTo>
                  <a:pt x="1278592" y="593377"/>
                </a:lnTo>
                <a:close/>
                <a:moveTo>
                  <a:pt x="1162482" y="565945"/>
                </a:moveTo>
                <a:lnTo>
                  <a:pt x="1189914" y="565945"/>
                </a:lnTo>
                <a:lnTo>
                  <a:pt x="1189914" y="593377"/>
                </a:lnTo>
                <a:lnTo>
                  <a:pt x="1162482" y="593377"/>
                </a:lnTo>
                <a:close/>
                <a:moveTo>
                  <a:pt x="1042307" y="565945"/>
                </a:moveTo>
                <a:lnTo>
                  <a:pt x="1069739" y="565945"/>
                </a:lnTo>
                <a:lnTo>
                  <a:pt x="1069739" y="593377"/>
                </a:lnTo>
                <a:lnTo>
                  <a:pt x="1042307" y="593377"/>
                </a:lnTo>
                <a:close/>
                <a:moveTo>
                  <a:pt x="926798" y="565945"/>
                </a:moveTo>
                <a:lnTo>
                  <a:pt x="954230" y="565945"/>
                </a:lnTo>
                <a:lnTo>
                  <a:pt x="954230" y="593377"/>
                </a:lnTo>
                <a:lnTo>
                  <a:pt x="926798" y="593377"/>
                </a:lnTo>
                <a:close/>
                <a:moveTo>
                  <a:pt x="812625" y="565945"/>
                </a:moveTo>
                <a:lnTo>
                  <a:pt x="840057" y="565945"/>
                </a:lnTo>
                <a:lnTo>
                  <a:pt x="840057" y="593377"/>
                </a:lnTo>
                <a:lnTo>
                  <a:pt x="812625" y="593377"/>
                </a:lnTo>
                <a:close/>
                <a:moveTo>
                  <a:pt x="692450" y="565945"/>
                </a:moveTo>
                <a:lnTo>
                  <a:pt x="719882" y="565945"/>
                </a:lnTo>
                <a:lnTo>
                  <a:pt x="719882" y="593377"/>
                </a:lnTo>
                <a:lnTo>
                  <a:pt x="692450" y="593377"/>
                </a:lnTo>
                <a:close/>
                <a:moveTo>
                  <a:pt x="576340" y="565945"/>
                </a:moveTo>
                <a:lnTo>
                  <a:pt x="603772" y="565945"/>
                </a:lnTo>
                <a:lnTo>
                  <a:pt x="603772" y="593377"/>
                </a:lnTo>
                <a:lnTo>
                  <a:pt x="576340" y="593377"/>
                </a:lnTo>
                <a:close/>
                <a:moveTo>
                  <a:pt x="456165" y="565945"/>
                </a:moveTo>
                <a:lnTo>
                  <a:pt x="483597" y="565945"/>
                </a:lnTo>
                <a:lnTo>
                  <a:pt x="483597" y="593377"/>
                </a:lnTo>
                <a:lnTo>
                  <a:pt x="456165" y="593377"/>
                </a:lnTo>
                <a:close/>
                <a:moveTo>
                  <a:pt x="340656" y="565945"/>
                </a:moveTo>
                <a:lnTo>
                  <a:pt x="368088" y="565945"/>
                </a:lnTo>
                <a:lnTo>
                  <a:pt x="368088" y="593377"/>
                </a:lnTo>
                <a:lnTo>
                  <a:pt x="340656" y="593377"/>
                </a:lnTo>
                <a:close/>
                <a:moveTo>
                  <a:pt x="226483" y="565945"/>
                </a:moveTo>
                <a:lnTo>
                  <a:pt x="253915" y="565945"/>
                </a:lnTo>
                <a:lnTo>
                  <a:pt x="253915" y="593377"/>
                </a:lnTo>
                <a:lnTo>
                  <a:pt x="226483" y="593377"/>
                </a:lnTo>
                <a:close/>
                <a:moveTo>
                  <a:pt x="114173" y="565945"/>
                </a:moveTo>
                <a:lnTo>
                  <a:pt x="141605" y="565945"/>
                </a:lnTo>
                <a:lnTo>
                  <a:pt x="141605" y="593377"/>
                </a:lnTo>
                <a:lnTo>
                  <a:pt x="114173" y="593377"/>
                </a:lnTo>
                <a:close/>
                <a:moveTo>
                  <a:pt x="0" y="565945"/>
                </a:moveTo>
                <a:lnTo>
                  <a:pt x="27432" y="565945"/>
                </a:lnTo>
                <a:lnTo>
                  <a:pt x="27432" y="593377"/>
                </a:lnTo>
                <a:lnTo>
                  <a:pt x="0" y="593377"/>
                </a:lnTo>
                <a:close/>
                <a:moveTo>
                  <a:pt x="1851331" y="452438"/>
                </a:moveTo>
                <a:lnTo>
                  <a:pt x="1878763" y="452438"/>
                </a:lnTo>
                <a:lnTo>
                  <a:pt x="1878763" y="479870"/>
                </a:lnTo>
                <a:lnTo>
                  <a:pt x="1851331" y="479870"/>
                </a:lnTo>
                <a:close/>
                <a:moveTo>
                  <a:pt x="1737031" y="452438"/>
                </a:moveTo>
                <a:lnTo>
                  <a:pt x="1764463" y="452438"/>
                </a:lnTo>
                <a:lnTo>
                  <a:pt x="1764463" y="479870"/>
                </a:lnTo>
                <a:lnTo>
                  <a:pt x="1737031" y="479870"/>
                </a:lnTo>
                <a:close/>
                <a:moveTo>
                  <a:pt x="1625112" y="452438"/>
                </a:moveTo>
                <a:lnTo>
                  <a:pt x="1652544" y="452438"/>
                </a:lnTo>
                <a:lnTo>
                  <a:pt x="1652544" y="479870"/>
                </a:lnTo>
                <a:lnTo>
                  <a:pt x="1625112" y="479870"/>
                </a:lnTo>
                <a:close/>
                <a:moveTo>
                  <a:pt x="1510812" y="452438"/>
                </a:moveTo>
                <a:lnTo>
                  <a:pt x="1538244" y="452438"/>
                </a:lnTo>
                <a:lnTo>
                  <a:pt x="1538244" y="479870"/>
                </a:lnTo>
                <a:lnTo>
                  <a:pt x="1510812" y="479870"/>
                </a:lnTo>
                <a:close/>
                <a:moveTo>
                  <a:pt x="1394702" y="452438"/>
                </a:moveTo>
                <a:lnTo>
                  <a:pt x="1422134" y="452438"/>
                </a:lnTo>
                <a:lnTo>
                  <a:pt x="1422134" y="479870"/>
                </a:lnTo>
                <a:lnTo>
                  <a:pt x="1394702" y="479870"/>
                </a:lnTo>
                <a:close/>
                <a:moveTo>
                  <a:pt x="1278592" y="452438"/>
                </a:moveTo>
                <a:lnTo>
                  <a:pt x="1306024" y="452438"/>
                </a:lnTo>
                <a:lnTo>
                  <a:pt x="1306024" y="479870"/>
                </a:lnTo>
                <a:lnTo>
                  <a:pt x="1278592" y="479870"/>
                </a:lnTo>
                <a:close/>
                <a:moveTo>
                  <a:pt x="1162482" y="452438"/>
                </a:moveTo>
                <a:lnTo>
                  <a:pt x="1189914" y="452438"/>
                </a:lnTo>
                <a:lnTo>
                  <a:pt x="1189914" y="479870"/>
                </a:lnTo>
                <a:lnTo>
                  <a:pt x="1162482" y="479870"/>
                </a:lnTo>
                <a:close/>
                <a:moveTo>
                  <a:pt x="1042307" y="452438"/>
                </a:moveTo>
                <a:lnTo>
                  <a:pt x="1069739" y="452438"/>
                </a:lnTo>
                <a:lnTo>
                  <a:pt x="1069739" y="479870"/>
                </a:lnTo>
                <a:lnTo>
                  <a:pt x="1042307" y="479870"/>
                </a:lnTo>
                <a:close/>
                <a:moveTo>
                  <a:pt x="926798" y="452438"/>
                </a:moveTo>
                <a:lnTo>
                  <a:pt x="954230" y="452438"/>
                </a:lnTo>
                <a:lnTo>
                  <a:pt x="954230" y="479870"/>
                </a:lnTo>
                <a:lnTo>
                  <a:pt x="926798" y="479870"/>
                </a:lnTo>
                <a:close/>
                <a:moveTo>
                  <a:pt x="812625" y="452438"/>
                </a:moveTo>
                <a:lnTo>
                  <a:pt x="840057" y="452438"/>
                </a:lnTo>
                <a:lnTo>
                  <a:pt x="840057" y="479870"/>
                </a:lnTo>
                <a:lnTo>
                  <a:pt x="812625" y="479870"/>
                </a:lnTo>
                <a:close/>
                <a:moveTo>
                  <a:pt x="692450" y="452438"/>
                </a:moveTo>
                <a:lnTo>
                  <a:pt x="719882" y="452438"/>
                </a:lnTo>
                <a:lnTo>
                  <a:pt x="719882" y="479870"/>
                </a:lnTo>
                <a:lnTo>
                  <a:pt x="692450" y="479870"/>
                </a:lnTo>
                <a:close/>
                <a:moveTo>
                  <a:pt x="576340" y="452438"/>
                </a:moveTo>
                <a:lnTo>
                  <a:pt x="603772" y="452438"/>
                </a:lnTo>
                <a:lnTo>
                  <a:pt x="603772" y="479870"/>
                </a:lnTo>
                <a:lnTo>
                  <a:pt x="576340" y="479870"/>
                </a:lnTo>
                <a:close/>
                <a:moveTo>
                  <a:pt x="456165" y="452438"/>
                </a:moveTo>
                <a:lnTo>
                  <a:pt x="483597" y="452438"/>
                </a:lnTo>
                <a:lnTo>
                  <a:pt x="483597" y="479870"/>
                </a:lnTo>
                <a:lnTo>
                  <a:pt x="456165" y="479870"/>
                </a:lnTo>
                <a:close/>
                <a:moveTo>
                  <a:pt x="340656" y="452438"/>
                </a:moveTo>
                <a:lnTo>
                  <a:pt x="368088" y="452438"/>
                </a:lnTo>
                <a:lnTo>
                  <a:pt x="368088" y="479870"/>
                </a:lnTo>
                <a:lnTo>
                  <a:pt x="340656" y="479870"/>
                </a:lnTo>
                <a:close/>
                <a:moveTo>
                  <a:pt x="226483" y="452438"/>
                </a:moveTo>
                <a:lnTo>
                  <a:pt x="253915" y="452438"/>
                </a:lnTo>
                <a:lnTo>
                  <a:pt x="253915" y="479870"/>
                </a:lnTo>
                <a:lnTo>
                  <a:pt x="226483" y="479870"/>
                </a:lnTo>
                <a:close/>
                <a:moveTo>
                  <a:pt x="114173" y="452438"/>
                </a:moveTo>
                <a:lnTo>
                  <a:pt x="141605" y="452438"/>
                </a:lnTo>
                <a:lnTo>
                  <a:pt x="141605" y="479870"/>
                </a:lnTo>
                <a:lnTo>
                  <a:pt x="114173" y="479870"/>
                </a:lnTo>
                <a:close/>
                <a:moveTo>
                  <a:pt x="0" y="452438"/>
                </a:moveTo>
                <a:lnTo>
                  <a:pt x="27432" y="452438"/>
                </a:lnTo>
                <a:lnTo>
                  <a:pt x="27432" y="479870"/>
                </a:lnTo>
                <a:lnTo>
                  <a:pt x="0" y="479870"/>
                </a:lnTo>
                <a:close/>
                <a:moveTo>
                  <a:pt x="1851331" y="337344"/>
                </a:moveTo>
                <a:lnTo>
                  <a:pt x="1878763" y="337344"/>
                </a:lnTo>
                <a:lnTo>
                  <a:pt x="1878763" y="364776"/>
                </a:lnTo>
                <a:lnTo>
                  <a:pt x="1851331" y="364776"/>
                </a:lnTo>
                <a:close/>
                <a:moveTo>
                  <a:pt x="1737031" y="337344"/>
                </a:moveTo>
                <a:lnTo>
                  <a:pt x="1764463" y="337344"/>
                </a:lnTo>
                <a:lnTo>
                  <a:pt x="1764463" y="364776"/>
                </a:lnTo>
                <a:lnTo>
                  <a:pt x="1737031" y="364776"/>
                </a:lnTo>
                <a:close/>
                <a:moveTo>
                  <a:pt x="1625112" y="337344"/>
                </a:moveTo>
                <a:lnTo>
                  <a:pt x="1652544" y="337344"/>
                </a:lnTo>
                <a:lnTo>
                  <a:pt x="1652544" y="364776"/>
                </a:lnTo>
                <a:lnTo>
                  <a:pt x="1625112" y="364776"/>
                </a:lnTo>
                <a:close/>
                <a:moveTo>
                  <a:pt x="1510812" y="337344"/>
                </a:moveTo>
                <a:lnTo>
                  <a:pt x="1538244" y="337344"/>
                </a:lnTo>
                <a:lnTo>
                  <a:pt x="1538244" y="364776"/>
                </a:lnTo>
                <a:lnTo>
                  <a:pt x="1510812" y="364776"/>
                </a:lnTo>
                <a:close/>
                <a:moveTo>
                  <a:pt x="1394702" y="337344"/>
                </a:moveTo>
                <a:lnTo>
                  <a:pt x="1422134" y="337344"/>
                </a:lnTo>
                <a:lnTo>
                  <a:pt x="1422134" y="364776"/>
                </a:lnTo>
                <a:lnTo>
                  <a:pt x="1394702" y="364776"/>
                </a:lnTo>
                <a:close/>
                <a:moveTo>
                  <a:pt x="1278592" y="337344"/>
                </a:moveTo>
                <a:lnTo>
                  <a:pt x="1306024" y="337344"/>
                </a:lnTo>
                <a:lnTo>
                  <a:pt x="1306024" y="364776"/>
                </a:lnTo>
                <a:lnTo>
                  <a:pt x="1278592" y="364776"/>
                </a:lnTo>
                <a:close/>
                <a:moveTo>
                  <a:pt x="1162482" y="337344"/>
                </a:moveTo>
                <a:lnTo>
                  <a:pt x="1189914" y="337344"/>
                </a:lnTo>
                <a:lnTo>
                  <a:pt x="1189914" y="364776"/>
                </a:lnTo>
                <a:lnTo>
                  <a:pt x="1162482" y="364776"/>
                </a:lnTo>
                <a:close/>
                <a:moveTo>
                  <a:pt x="1042307" y="337344"/>
                </a:moveTo>
                <a:lnTo>
                  <a:pt x="1069739" y="337344"/>
                </a:lnTo>
                <a:lnTo>
                  <a:pt x="1069739" y="364776"/>
                </a:lnTo>
                <a:lnTo>
                  <a:pt x="1042307" y="364776"/>
                </a:lnTo>
                <a:close/>
                <a:moveTo>
                  <a:pt x="926798" y="337344"/>
                </a:moveTo>
                <a:lnTo>
                  <a:pt x="954230" y="337344"/>
                </a:lnTo>
                <a:lnTo>
                  <a:pt x="954230" y="364776"/>
                </a:lnTo>
                <a:lnTo>
                  <a:pt x="926798" y="364776"/>
                </a:lnTo>
                <a:close/>
                <a:moveTo>
                  <a:pt x="812625" y="337344"/>
                </a:moveTo>
                <a:lnTo>
                  <a:pt x="840057" y="337344"/>
                </a:lnTo>
                <a:lnTo>
                  <a:pt x="840057" y="364776"/>
                </a:lnTo>
                <a:lnTo>
                  <a:pt x="812625" y="364776"/>
                </a:lnTo>
                <a:close/>
                <a:moveTo>
                  <a:pt x="692450" y="337344"/>
                </a:moveTo>
                <a:lnTo>
                  <a:pt x="719882" y="337344"/>
                </a:lnTo>
                <a:lnTo>
                  <a:pt x="719882" y="364776"/>
                </a:lnTo>
                <a:lnTo>
                  <a:pt x="692450" y="364776"/>
                </a:lnTo>
                <a:close/>
                <a:moveTo>
                  <a:pt x="576340" y="337344"/>
                </a:moveTo>
                <a:lnTo>
                  <a:pt x="603772" y="337344"/>
                </a:lnTo>
                <a:lnTo>
                  <a:pt x="603772" y="364776"/>
                </a:lnTo>
                <a:lnTo>
                  <a:pt x="576340" y="364776"/>
                </a:lnTo>
                <a:close/>
                <a:moveTo>
                  <a:pt x="456165" y="337344"/>
                </a:moveTo>
                <a:lnTo>
                  <a:pt x="483597" y="337344"/>
                </a:lnTo>
                <a:lnTo>
                  <a:pt x="483597" y="364776"/>
                </a:lnTo>
                <a:lnTo>
                  <a:pt x="456165" y="364776"/>
                </a:lnTo>
                <a:close/>
                <a:moveTo>
                  <a:pt x="340656" y="337344"/>
                </a:moveTo>
                <a:lnTo>
                  <a:pt x="368088" y="337344"/>
                </a:lnTo>
                <a:lnTo>
                  <a:pt x="368088" y="364776"/>
                </a:lnTo>
                <a:lnTo>
                  <a:pt x="340656" y="364776"/>
                </a:lnTo>
                <a:close/>
                <a:moveTo>
                  <a:pt x="226483" y="337344"/>
                </a:moveTo>
                <a:lnTo>
                  <a:pt x="253915" y="337344"/>
                </a:lnTo>
                <a:lnTo>
                  <a:pt x="253915" y="364776"/>
                </a:lnTo>
                <a:lnTo>
                  <a:pt x="226483" y="364776"/>
                </a:lnTo>
                <a:close/>
                <a:moveTo>
                  <a:pt x="114173" y="337344"/>
                </a:moveTo>
                <a:lnTo>
                  <a:pt x="141605" y="337344"/>
                </a:lnTo>
                <a:lnTo>
                  <a:pt x="141605" y="364776"/>
                </a:lnTo>
                <a:lnTo>
                  <a:pt x="114173" y="364776"/>
                </a:lnTo>
                <a:close/>
                <a:moveTo>
                  <a:pt x="0" y="337344"/>
                </a:moveTo>
                <a:lnTo>
                  <a:pt x="27432" y="337344"/>
                </a:lnTo>
                <a:lnTo>
                  <a:pt x="27432" y="364776"/>
                </a:lnTo>
                <a:lnTo>
                  <a:pt x="0" y="364776"/>
                </a:lnTo>
                <a:close/>
                <a:moveTo>
                  <a:pt x="1851331" y="223837"/>
                </a:moveTo>
                <a:lnTo>
                  <a:pt x="1878763" y="223837"/>
                </a:lnTo>
                <a:lnTo>
                  <a:pt x="1878763" y="251269"/>
                </a:lnTo>
                <a:lnTo>
                  <a:pt x="1851331" y="251269"/>
                </a:lnTo>
                <a:close/>
                <a:moveTo>
                  <a:pt x="1737031" y="223837"/>
                </a:moveTo>
                <a:lnTo>
                  <a:pt x="1764463" y="223837"/>
                </a:lnTo>
                <a:lnTo>
                  <a:pt x="1764463" y="251269"/>
                </a:lnTo>
                <a:lnTo>
                  <a:pt x="1737031" y="251269"/>
                </a:lnTo>
                <a:close/>
                <a:moveTo>
                  <a:pt x="1625112" y="223837"/>
                </a:moveTo>
                <a:lnTo>
                  <a:pt x="1652544" y="223837"/>
                </a:lnTo>
                <a:lnTo>
                  <a:pt x="1652544" y="251269"/>
                </a:lnTo>
                <a:lnTo>
                  <a:pt x="1625112" y="251269"/>
                </a:lnTo>
                <a:close/>
                <a:moveTo>
                  <a:pt x="1510812" y="223837"/>
                </a:moveTo>
                <a:lnTo>
                  <a:pt x="1538244" y="223837"/>
                </a:lnTo>
                <a:lnTo>
                  <a:pt x="1538244" y="251269"/>
                </a:lnTo>
                <a:lnTo>
                  <a:pt x="1510812" y="251269"/>
                </a:lnTo>
                <a:close/>
                <a:moveTo>
                  <a:pt x="1394702" y="223837"/>
                </a:moveTo>
                <a:lnTo>
                  <a:pt x="1422134" y="223837"/>
                </a:lnTo>
                <a:lnTo>
                  <a:pt x="1422134" y="251269"/>
                </a:lnTo>
                <a:lnTo>
                  <a:pt x="1394702" y="251269"/>
                </a:lnTo>
                <a:close/>
                <a:moveTo>
                  <a:pt x="1278592" y="223837"/>
                </a:moveTo>
                <a:lnTo>
                  <a:pt x="1306024" y="223837"/>
                </a:lnTo>
                <a:lnTo>
                  <a:pt x="1306024" y="251269"/>
                </a:lnTo>
                <a:lnTo>
                  <a:pt x="1278592" y="251269"/>
                </a:lnTo>
                <a:close/>
                <a:moveTo>
                  <a:pt x="1162482" y="223837"/>
                </a:moveTo>
                <a:lnTo>
                  <a:pt x="1189914" y="223837"/>
                </a:lnTo>
                <a:lnTo>
                  <a:pt x="1189914" y="251269"/>
                </a:lnTo>
                <a:lnTo>
                  <a:pt x="1162482" y="251269"/>
                </a:lnTo>
                <a:close/>
                <a:moveTo>
                  <a:pt x="1042307" y="223837"/>
                </a:moveTo>
                <a:lnTo>
                  <a:pt x="1069739" y="223837"/>
                </a:lnTo>
                <a:lnTo>
                  <a:pt x="1069739" y="251269"/>
                </a:lnTo>
                <a:lnTo>
                  <a:pt x="1042307" y="251269"/>
                </a:lnTo>
                <a:close/>
                <a:moveTo>
                  <a:pt x="926798" y="223837"/>
                </a:moveTo>
                <a:lnTo>
                  <a:pt x="954230" y="223837"/>
                </a:lnTo>
                <a:lnTo>
                  <a:pt x="954230" y="251269"/>
                </a:lnTo>
                <a:lnTo>
                  <a:pt x="926798" y="251269"/>
                </a:lnTo>
                <a:close/>
                <a:moveTo>
                  <a:pt x="812625" y="223837"/>
                </a:moveTo>
                <a:lnTo>
                  <a:pt x="840057" y="223837"/>
                </a:lnTo>
                <a:lnTo>
                  <a:pt x="840057" y="251269"/>
                </a:lnTo>
                <a:lnTo>
                  <a:pt x="812625" y="251269"/>
                </a:lnTo>
                <a:close/>
                <a:moveTo>
                  <a:pt x="692450" y="223837"/>
                </a:moveTo>
                <a:lnTo>
                  <a:pt x="719882" y="223837"/>
                </a:lnTo>
                <a:lnTo>
                  <a:pt x="719882" y="251269"/>
                </a:lnTo>
                <a:lnTo>
                  <a:pt x="692450" y="251269"/>
                </a:lnTo>
                <a:close/>
                <a:moveTo>
                  <a:pt x="576340" y="223837"/>
                </a:moveTo>
                <a:lnTo>
                  <a:pt x="603772" y="223837"/>
                </a:lnTo>
                <a:lnTo>
                  <a:pt x="603772" y="251269"/>
                </a:lnTo>
                <a:lnTo>
                  <a:pt x="576340" y="251269"/>
                </a:lnTo>
                <a:close/>
                <a:moveTo>
                  <a:pt x="456165" y="223837"/>
                </a:moveTo>
                <a:lnTo>
                  <a:pt x="483597" y="223837"/>
                </a:lnTo>
                <a:lnTo>
                  <a:pt x="483597" y="251269"/>
                </a:lnTo>
                <a:lnTo>
                  <a:pt x="456165" y="251269"/>
                </a:lnTo>
                <a:close/>
                <a:moveTo>
                  <a:pt x="340656" y="223837"/>
                </a:moveTo>
                <a:lnTo>
                  <a:pt x="368088" y="223837"/>
                </a:lnTo>
                <a:lnTo>
                  <a:pt x="368088" y="251269"/>
                </a:lnTo>
                <a:lnTo>
                  <a:pt x="340656" y="251269"/>
                </a:lnTo>
                <a:close/>
                <a:moveTo>
                  <a:pt x="226483" y="223837"/>
                </a:moveTo>
                <a:lnTo>
                  <a:pt x="253915" y="223837"/>
                </a:lnTo>
                <a:lnTo>
                  <a:pt x="253915" y="251269"/>
                </a:lnTo>
                <a:lnTo>
                  <a:pt x="226483" y="251269"/>
                </a:lnTo>
                <a:close/>
                <a:moveTo>
                  <a:pt x="114173" y="223837"/>
                </a:moveTo>
                <a:lnTo>
                  <a:pt x="141605" y="223837"/>
                </a:lnTo>
                <a:lnTo>
                  <a:pt x="141605" y="251269"/>
                </a:lnTo>
                <a:lnTo>
                  <a:pt x="114173" y="251269"/>
                </a:lnTo>
                <a:close/>
                <a:moveTo>
                  <a:pt x="0" y="223837"/>
                </a:moveTo>
                <a:lnTo>
                  <a:pt x="27432" y="223837"/>
                </a:lnTo>
                <a:lnTo>
                  <a:pt x="27432" y="251269"/>
                </a:lnTo>
                <a:lnTo>
                  <a:pt x="0" y="251269"/>
                </a:lnTo>
                <a:close/>
                <a:moveTo>
                  <a:pt x="1851331" y="113507"/>
                </a:moveTo>
                <a:lnTo>
                  <a:pt x="1878763" y="113507"/>
                </a:lnTo>
                <a:lnTo>
                  <a:pt x="1878763" y="140939"/>
                </a:lnTo>
                <a:lnTo>
                  <a:pt x="1851331" y="140939"/>
                </a:lnTo>
                <a:close/>
                <a:moveTo>
                  <a:pt x="1737031" y="113507"/>
                </a:moveTo>
                <a:lnTo>
                  <a:pt x="1764463" y="113507"/>
                </a:lnTo>
                <a:lnTo>
                  <a:pt x="1764463" y="140939"/>
                </a:lnTo>
                <a:lnTo>
                  <a:pt x="1737031" y="140939"/>
                </a:lnTo>
                <a:close/>
                <a:moveTo>
                  <a:pt x="1625112" y="113507"/>
                </a:moveTo>
                <a:lnTo>
                  <a:pt x="1652544" y="113507"/>
                </a:lnTo>
                <a:lnTo>
                  <a:pt x="1652544" y="140939"/>
                </a:lnTo>
                <a:lnTo>
                  <a:pt x="1625112" y="140939"/>
                </a:lnTo>
                <a:close/>
                <a:moveTo>
                  <a:pt x="1510812" y="113507"/>
                </a:moveTo>
                <a:lnTo>
                  <a:pt x="1538244" y="113507"/>
                </a:lnTo>
                <a:lnTo>
                  <a:pt x="1538244" y="140939"/>
                </a:lnTo>
                <a:lnTo>
                  <a:pt x="1510812" y="140939"/>
                </a:lnTo>
                <a:close/>
                <a:moveTo>
                  <a:pt x="1394702" y="113507"/>
                </a:moveTo>
                <a:lnTo>
                  <a:pt x="1422134" y="113507"/>
                </a:lnTo>
                <a:lnTo>
                  <a:pt x="1422134" y="140939"/>
                </a:lnTo>
                <a:lnTo>
                  <a:pt x="1394702" y="140939"/>
                </a:lnTo>
                <a:close/>
                <a:moveTo>
                  <a:pt x="1278592" y="113507"/>
                </a:moveTo>
                <a:lnTo>
                  <a:pt x="1306024" y="113507"/>
                </a:lnTo>
                <a:lnTo>
                  <a:pt x="1306024" y="140939"/>
                </a:lnTo>
                <a:lnTo>
                  <a:pt x="1278592" y="140939"/>
                </a:lnTo>
                <a:close/>
                <a:moveTo>
                  <a:pt x="1162482" y="113507"/>
                </a:moveTo>
                <a:lnTo>
                  <a:pt x="1189914" y="113507"/>
                </a:lnTo>
                <a:lnTo>
                  <a:pt x="1189914" y="140939"/>
                </a:lnTo>
                <a:lnTo>
                  <a:pt x="1162482" y="140939"/>
                </a:lnTo>
                <a:close/>
                <a:moveTo>
                  <a:pt x="1042307" y="113507"/>
                </a:moveTo>
                <a:lnTo>
                  <a:pt x="1069739" y="113507"/>
                </a:lnTo>
                <a:lnTo>
                  <a:pt x="1069739" y="140939"/>
                </a:lnTo>
                <a:lnTo>
                  <a:pt x="1042307" y="140939"/>
                </a:lnTo>
                <a:close/>
                <a:moveTo>
                  <a:pt x="926798" y="113507"/>
                </a:moveTo>
                <a:lnTo>
                  <a:pt x="954230" y="113507"/>
                </a:lnTo>
                <a:lnTo>
                  <a:pt x="954230" y="140939"/>
                </a:lnTo>
                <a:lnTo>
                  <a:pt x="926798" y="140939"/>
                </a:lnTo>
                <a:close/>
                <a:moveTo>
                  <a:pt x="812625" y="113507"/>
                </a:moveTo>
                <a:lnTo>
                  <a:pt x="840057" y="113507"/>
                </a:lnTo>
                <a:lnTo>
                  <a:pt x="840057" y="140939"/>
                </a:lnTo>
                <a:lnTo>
                  <a:pt x="812625" y="140939"/>
                </a:lnTo>
                <a:close/>
                <a:moveTo>
                  <a:pt x="692450" y="113507"/>
                </a:moveTo>
                <a:lnTo>
                  <a:pt x="719882" y="113507"/>
                </a:lnTo>
                <a:lnTo>
                  <a:pt x="719882" y="140939"/>
                </a:lnTo>
                <a:lnTo>
                  <a:pt x="692450" y="140939"/>
                </a:lnTo>
                <a:close/>
                <a:moveTo>
                  <a:pt x="576340" y="113507"/>
                </a:moveTo>
                <a:lnTo>
                  <a:pt x="603772" y="113507"/>
                </a:lnTo>
                <a:lnTo>
                  <a:pt x="603772" y="140939"/>
                </a:lnTo>
                <a:lnTo>
                  <a:pt x="576340" y="140939"/>
                </a:lnTo>
                <a:close/>
                <a:moveTo>
                  <a:pt x="456165" y="113507"/>
                </a:moveTo>
                <a:lnTo>
                  <a:pt x="483597" y="113507"/>
                </a:lnTo>
                <a:lnTo>
                  <a:pt x="483597" y="140939"/>
                </a:lnTo>
                <a:lnTo>
                  <a:pt x="456165" y="140939"/>
                </a:lnTo>
                <a:close/>
                <a:moveTo>
                  <a:pt x="340656" y="113507"/>
                </a:moveTo>
                <a:lnTo>
                  <a:pt x="368088" y="113507"/>
                </a:lnTo>
                <a:lnTo>
                  <a:pt x="368088" y="140939"/>
                </a:lnTo>
                <a:lnTo>
                  <a:pt x="340656" y="140939"/>
                </a:lnTo>
                <a:close/>
                <a:moveTo>
                  <a:pt x="226483" y="113507"/>
                </a:moveTo>
                <a:lnTo>
                  <a:pt x="253915" y="113507"/>
                </a:lnTo>
                <a:lnTo>
                  <a:pt x="253915" y="140939"/>
                </a:lnTo>
                <a:lnTo>
                  <a:pt x="226483" y="140939"/>
                </a:lnTo>
                <a:close/>
                <a:moveTo>
                  <a:pt x="114173" y="113507"/>
                </a:moveTo>
                <a:lnTo>
                  <a:pt x="141605" y="113507"/>
                </a:lnTo>
                <a:lnTo>
                  <a:pt x="141605" y="140939"/>
                </a:lnTo>
                <a:lnTo>
                  <a:pt x="114173" y="140939"/>
                </a:lnTo>
                <a:close/>
                <a:moveTo>
                  <a:pt x="0" y="113507"/>
                </a:moveTo>
                <a:lnTo>
                  <a:pt x="27432" y="113507"/>
                </a:lnTo>
                <a:lnTo>
                  <a:pt x="27432" y="140939"/>
                </a:lnTo>
                <a:lnTo>
                  <a:pt x="0" y="140939"/>
                </a:lnTo>
                <a:close/>
                <a:moveTo>
                  <a:pt x="1851331" y="0"/>
                </a:moveTo>
                <a:lnTo>
                  <a:pt x="1878763" y="0"/>
                </a:lnTo>
                <a:lnTo>
                  <a:pt x="1878763" y="27432"/>
                </a:lnTo>
                <a:lnTo>
                  <a:pt x="1851331" y="27432"/>
                </a:lnTo>
                <a:close/>
                <a:moveTo>
                  <a:pt x="1737031" y="0"/>
                </a:moveTo>
                <a:lnTo>
                  <a:pt x="1764463" y="0"/>
                </a:lnTo>
                <a:lnTo>
                  <a:pt x="1764463" y="27432"/>
                </a:lnTo>
                <a:lnTo>
                  <a:pt x="1737031" y="27432"/>
                </a:lnTo>
                <a:close/>
                <a:moveTo>
                  <a:pt x="1625112" y="0"/>
                </a:moveTo>
                <a:lnTo>
                  <a:pt x="1652544" y="0"/>
                </a:lnTo>
                <a:lnTo>
                  <a:pt x="1652544" y="27432"/>
                </a:lnTo>
                <a:lnTo>
                  <a:pt x="1625112" y="27432"/>
                </a:lnTo>
                <a:close/>
                <a:moveTo>
                  <a:pt x="1510812" y="0"/>
                </a:moveTo>
                <a:lnTo>
                  <a:pt x="1538244" y="0"/>
                </a:lnTo>
                <a:lnTo>
                  <a:pt x="1538244" y="27432"/>
                </a:lnTo>
                <a:lnTo>
                  <a:pt x="1510812" y="27432"/>
                </a:lnTo>
                <a:close/>
                <a:moveTo>
                  <a:pt x="1394702" y="0"/>
                </a:moveTo>
                <a:lnTo>
                  <a:pt x="1422134" y="0"/>
                </a:lnTo>
                <a:lnTo>
                  <a:pt x="1422134" y="27432"/>
                </a:lnTo>
                <a:lnTo>
                  <a:pt x="1394702" y="27432"/>
                </a:lnTo>
                <a:close/>
                <a:moveTo>
                  <a:pt x="1278592" y="0"/>
                </a:moveTo>
                <a:lnTo>
                  <a:pt x="1306024" y="0"/>
                </a:lnTo>
                <a:lnTo>
                  <a:pt x="1306024" y="27432"/>
                </a:lnTo>
                <a:lnTo>
                  <a:pt x="1278592" y="27432"/>
                </a:lnTo>
                <a:close/>
                <a:moveTo>
                  <a:pt x="1162482" y="0"/>
                </a:moveTo>
                <a:lnTo>
                  <a:pt x="1189914" y="0"/>
                </a:lnTo>
                <a:lnTo>
                  <a:pt x="1189914" y="27432"/>
                </a:lnTo>
                <a:lnTo>
                  <a:pt x="1162482" y="27432"/>
                </a:lnTo>
                <a:close/>
                <a:moveTo>
                  <a:pt x="1042307" y="0"/>
                </a:moveTo>
                <a:lnTo>
                  <a:pt x="1069739" y="0"/>
                </a:lnTo>
                <a:lnTo>
                  <a:pt x="1069739" y="27432"/>
                </a:lnTo>
                <a:lnTo>
                  <a:pt x="1042307" y="27432"/>
                </a:lnTo>
                <a:close/>
                <a:moveTo>
                  <a:pt x="926798" y="0"/>
                </a:moveTo>
                <a:lnTo>
                  <a:pt x="954230" y="0"/>
                </a:lnTo>
                <a:lnTo>
                  <a:pt x="954230" y="27432"/>
                </a:lnTo>
                <a:lnTo>
                  <a:pt x="926798" y="27432"/>
                </a:lnTo>
                <a:close/>
                <a:moveTo>
                  <a:pt x="812625" y="0"/>
                </a:moveTo>
                <a:lnTo>
                  <a:pt x="840057" y="0"/>
                </a:lnTo>
                <a:lnTo>
                  <a:pt x="840057" y="27432"/>
                </a:lnTo>
                <a:lnTo>
                  <a:pt x="812625" y="27432"/>
                </a:lnTo>
                <a:close/>
                <a:moveTo>
                  <a:pt x="692450" y="0"/>
                </a:moveTo>
                <a:lnTo>
                  <a:pt x="719882" y="0"/>
                </a:lnTo>
                <a:lnTo>
                  <a:pt x="719882" y="27432"/>
                </a:lnTo>
                <a:lnTo>
                  <a:pt x="692450" y="27432"/>
                </a:lnTo>
                <a:close/>
                <a:moveTo>
                  <a:pt x="576340" y="0"/>
                </a:moveTo>
                <a:lnTo>
                  <a:pt x="603772" y="0"/>
                </a:lnTo>
                <a:lnTo>
                  <a:pt x="603772" y="27432"/>
                </a:lnTo>
                <a:lnTo>
                  <a:pt x="576340" y="27432"/>
                </a:lnTo>
                <a:close/>
                <a:moveTo>
                  <a:pt x="456165" y="0"/>
                </a:moveTo>
                <a:lnTo>
                  <a:pt x="483597" y="0"/>
                </a:lnTo>
                <a:lnTo>
                  <a:pt x="483597" y="27432"/>
                </a:lnTo>
                <a:lnTo>
                  <a:pt x="456165" y="27432"/>
                </a:lnTo>
                <a:close/>
                <a:moveTo>
                  <a:pt x="340656" y="0"/>
                </a:moveTo>
                <a:lnTo>
                  <a:pt x="368088" y="0"/>
                </a:lnTo>
                <a:lnTo>
                  <a:pt x="368088" y="27432"/>
                </a:lnTo>
                <a:lnTo>
                  <a:pt x="340656" y="27432"/>
                </a:lnTo>
                <a:close/>
                <a:moveTo>
                  <a:pt x="226483" y="0"/>
                </a:moveTo>
                <a:lnTo>
                  <a:pt x="253915" y="0"/>
                </a:lnTo>
                <a:lnTo>
                  <a:pt x="253915" y="27432"/>
                </a:lnTo>
                <a:lnTo>
                  <a:pt x="226483" y="27432"/>
                </a:lnTo>
                <a:close/>
                <a:moveTo>
                  <a:pt x="114173" y="0"/>
                </a:moveTo>
                <a:lnTo>
                  <a:pt x="141605" y="0"/>
                </a:lnTo>
                <a:lnTo>
                  <a:pt x="141605" y="27432"/>
                </a:lnTo>
                <a:lnTo>
                  <a:pt x="114173" y="27432"/>
                </a:lnTo>
                <a:close/>
                <a:moveTo>
                  <a:pt x="0" y="0"/>
                </a:moveTo>
                <a:lnTo>
                  <a:pt x="27432" y="0"/>
                </a:lnTo>
                <a:lnTo>
                  <a:pt x="27432" y="27432"/>
                </a:lnTo>
                <a:lnTo>
                  <a:pt x="0" y="2743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762AEE8E-D7A7-17A2-807F-FB3BAB3B55D7}"/>
              </a:ext>
            </a:extLst>
          </p:cNvPr>
          <p:cNvSpPr/>
          <p:nvPr userDrawn="1"/>
        </p:nvSpPr>
        <p:spPr>
          <a:xfrm>
            <a:off x="-12031" y="0"/>
            <a:ext cx="693070" cy="9017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4658F992-9A7E-0B9D-B563-4D484DEE8596}"/>
              </a:ext>
            </a:extLst>
          </p:cNvPr>
          <p:cNvSpPr/>
          <p:nvPr userDrawn="1"/>
        </p:nvSpPr>
        <p:spPr>
          <a:xfrm>
            <a:off x="-12031" y="9017666"/>
            <a:ext cx="693070" cy="2344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439DC76A-3A2B-CF9B-954E-DDD4C9F778B1}"/>
              </a:ext>
            </a:extLst>
          </p:cNvPr>
          <p:cNvSpPr/>
          <p:nvPr userDrawn="1"/>
        </p:nvSpPr>
        <p:spPr>
          <a:xfrm>
            <a:off x="-12031" y="9251901"/>
            <a:ext cx="693070" cy="23445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rgbClr val="008BC9"/>
              </a:solidFill>
            </a:endParaRPr>
          </a:p>
        </p:txBody>
      </p:sp>
      <p:sp>
        <p:nvSpPr>
          <p:cNvPr id="10" name="Título 18">
            <a:extLst>
              <a:ext uri="{FF2B5EF4-FFF2-40B4-BE49-F238E27FC236}">
                <a16:creationId xmlns:a16="http://schemas.microsoft.com/office/drawing/2014/main" id="{2CEAD621-39F2-3254-F6B3-E742B4F0DE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742950"/>
            <a:ext cx="15428250" cy="2676526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100000"/>
              </a:lnSpc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  <a:br>
              <a:rPr lang="pt-BR" dirty="0"/>
            </a:br>
            <a:r>
              <a:rPr lang="pt-BR" dirty="0"/>
              <a:t>Clique para editar o título Mestre</a:t>
            </a:r>
            <a:br>
              <a:rPr lang="pt-BR" dirty="0"/>
            </a:br>
            <a:r>
              <a:rPr lang="pt-BR" dirty="0"/>
              <a:t>Clique para editar o título Mestre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F0F618BD-DEDF-1659-E5C6-A78322E0D67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39068" y="3937000"/>
            <a:ext cx="7812882" cy="56642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54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  <a:defRPr sz="4000" b="1">
                <a:solidFill>
                  <a:schemeClr val="tx1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1pPr>
            <a:lvl2pPr marL="108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85000"/>
              <a:buFont typeface="Wingdings" panose="05000000000000000000" pitchFamily="2" charset="2"/>
              <a:buChar char="§"/>
              <a:defRPr sz="4000" b="1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2pPr>
            <a:lvl3pPr marL="162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7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16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6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ts val="3449"/>
              </a:lnSpc>
              <a:spcBef>
                <a:spcPts val="0"/>
              </a:spcBef>
              <a:defRPr sz="2699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BD6B31ED-6B20-E8A7-4360-DAD2AB0A6D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49939" y="4560729"/>
            <a:ext cx="5195455" cy="4675909"/>
          </a:xfrm>
          <a:prstGeom prst="rect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noAutofit/>
          </a:bodyPr>
          <a:lstStyle>
            <a:lvl1pPr>
              <a:defRPr lang="en-US" b="1" dirty="0">
                <a:solidFill>
                  <a:schemeClr val="bg1"/>
                </a:solidFill>
                <a:latin typeface=""/>
              </a:defRPr>
            </a:lvl1pPr>
          </a:lstStyle>
          <a:p>
            <a:pPr marR="0" lvl="0" algn="ctr" defTabSz="1371417" fontAlgn="auto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pt-BR"/>
              <a:t>Clique no ícone para adicionar uma imagem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302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 linha - conteúdo + imagem maior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76AF2ED2-995B-1A03-7648-3FDFDADAC44E}"/>
              </a:ext>
            </a:extLst>
          </p:cNvPr>
          <p:cNvSpPr/>
          <p:nvPr userDrawn="1"/>
        </p:nvSpPr>
        <p:spPr>
          <a:xfrm>
            <a:off x="-12031" y="9486355"/>
            <a:ext cx="693070" cy="815786"/>
          </a:xfrm>
          <a:prstGeom prst="rect">
            <a:avLst/>
          </a:prstGeom>
          <a:solidFill>
            <a:srgbClr val="73BFE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rgbClr val="003A79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5028657-915C-3ADE-2174-CC9E6773EB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144250" y="0"/>
            <a:ext cx="7143750" cy="10287000"/>
          </a:xfrm>
          <a:prstGeom prst="rect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noAutofit/>
          </a:bodyPr>
          <a:lstStyle>
            <a:lvl1pPr>
              <a:defRPr lang="en-US" b="1" dirty="0">
                <a:solidFill>
                  <a:schemeClr val="bg1"/>
                </a:solidFill>
                <a:latin typeface=""/>
              </a:defRPr>
            </a:lvl1pPr>
          </a:lstStyle>
          <a:p>
            <a:pPr marR="0" lvl="0" algn="ctr" defTabSz="1371417" fontAlgn="auto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6" name="Título 4">
            <a:extLst>
              <a:ext uri="{FF2B5EF4-FFF2-40B4-BE49-F238E27FC236}">
                <a16:creationId xmlns:a16="http://schemas.microsoft.com/office/drawing/2014/main" id="{307E1709-844E-7361-4AD2-A9A5454D1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742950"/>
            <a:ext cx="8262006" cy="1001213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100000"/>
              </a:lnSpc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1714D3E2-9CED-352E-EA36-E350334FC341}"/>
              </a:ext>
            </a:extLst>
          </p:cNvPr>
          <p:cNvSpPr/>
          <p:nvPr userDrawn="1"/>
        </p:nvSpPr>
        <p:spPr>
          <a:xfrm>
            <a:off x="-12031" y="0"/>
            <a:ext cx="693070" cy="9017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18229FDD-461B-D924-8CFE-35961CF30A88}"/>
              </a:ext>
            </a:extLst>
          </p:cNvPr>
          <p:cNvSpPr/>
          <p:nvPr userDrawn="1"/>
        </p:nvSpPr>
        <p:spPr>
          <a:xfrm>
            <a:off x="-12031" y="9017666"/>
            <a:ext cx="693070" cy="2344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37420760-2A52-635C-3731-D3D2F85E0E81}"/>
              </a:ext>
            </a:extLst>
          </p:cNvPr>
          <p:cNvSpPr/>
          <p:nvPr userDrawn="1"/>
        </p:nvSpPr>
        <p:spPr>
          <a:xfrm>
            <a:off x="-12031" y="9251901"/>
            <a:ext cx="693070" cy="23445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rgbClr val="008BC9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19E0BE42-D627-6555-46E4-CB0654A2571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3893" r="50903"/>
          <a:stretch/>
        </p:blipFill>
        <p:spPr>
          <a:xfrm>
            <a:off x="9738077" y="-1"/>
            <a:ext cx="1406173" cy="672498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4A66BA6E-6600-6B3C-5168-0F1EA05709D8}"/>
              </a:ext>
            </a:extLst>
          </p:cNvPr>
          <p:cNvSpPr/>
          <p:nvPr userDrawn="1"/>
        </p:nvSpPr>
        <p:spPr>
          <a:xfrm>
            <a:off x="1440000" y="641384"/>
            <a:ext cx="1495800" cy="1015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B4A9508E-2BD0-7507-FADE-3D199E0C6F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40000" y="2335213"/>
            <a:ext cx="8262006" cy="7265987"/>
          </a:xfrm>
          <a:prstGeom prst="rect">
            <a:avLst/>
          </a:prstGeom>
        </p:spPr>
        <p:txBody>
          <a:bodyPr anchor="t">
            <a:normAutofit/>
          </a:bodyPr>
          <a:lstStyle>
            <a:lvl1pPr marL="54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  <a:defRPr sz="4000" b="1">
                <a:solidFill>
                  <a:schemeClr val="tx1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1pPr>
            <a:lvl2pPr marL="108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85000"/>
              <a:buFont typeface="Wingdings" panose="05000000000000000000" pitchFamily="2" charset="2"/>
              <a:buChar char="§"/>
              <a:defRPr sz="4000" b="1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2pPr>
            <a:lvl3pPr marL="162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7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16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6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ts val="3449"/>
              </a:lnSpc>
              <a:spcBef>
                <a:spcPts val="0"/>
              </a:spcBef>
              <a:defRPr sz="2699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1707227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2 linha - conteúdo + imagem maior_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76AF2ED2-995B-1A03-7648-3FDFDADAC44E}"/>
              </a:ext>
            </a:extLst>
          </p:cNvPr>
          <p:cNvSpPr/>
          <p:nvPr userDrawn="1"/>
        </p:nvSpPr>
        <p:spPr>
          <a:xfrm>
            <a:off x="-12031" y="9486355"/>
            <a:ext cx="693070" cy="815786"/>
          </a:xfrm>
          <a:prstGeom prst="rect">
            <a:avLst/>
          </a:prstGeom>
          <a:solidFill>
            <a:srgbClr val="73BFE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rgbClr val="003A79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5028657-915C-3ADE-2174-CC9E6773EB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144250" y="0"/>
            <a:ext cx="7143750" cy="10287000"/>
          </a:xfrm>
          <a:prstGeom prst="rect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noAutofit/>
          </a:bodyPr>
          <a:lstStyle>
            <a:lvl1pPr>
              <a:defRPr lang="en-US" b="1" dirty="0">
                <a:solidFill>
                  <a:schemeClr val="bg1"/>
                </a:solidFill>
                <a:latin typeface=""/>
              </a:defRPr>
            </a:lvl1pPr>
          </a:lstStyle>
          <a:p>
            <a:pPr marR="0" lvl="0" algn="ctr" defTabSz="1371417" fontAlgn="auto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6" name="Título 4">
            <a:extLst>
              <a:ext uri="{FF2B5EF4-FFF2-40B4-BE49-F238E27FC236}">
                <a16:creationId xmlns:a16="http://schemas.microsoft.com/office/drawing/2014/main" id="{307E1709-844E-7361-4AD2-A9A5454D1F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742950"/>
            <a:ext cx="8262006" cy="1891495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100000"/>
              </a:lnSpc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Clique para editar</a:t>
            </a:r>
            <a:br>
              <a:rPr lang="pt-BR" dirty="0"/>
            </a:br>
            <a:r>
              <a:rPr lang="pt-BR" dirty="0"/>
              <a:t>Clique para editar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1714D3E2-9CED-352E-EA36-E350334FC341}"/>
              </a:ext>
            </a:extLst>
          </p:cNvPr>
          <p:cNvSpPr/>
          <p:nvPr userDrawn="1"/>
        </p:nvSpPr>
        <p:spPr>
          <a:xfrm>
            <a:off x="-12031" y="0"/>
            <a:ext cx="693070" cy="9017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18229FDD-461B-D924-8CFE-35961CF30A88}"/>
              </a:ext>
            </a:extLst>
          </p:cNvPr>
          <p:cNvSpPr/>
          <p:nvPr userDrawn="1"/>
        </p:nvSpPr>
        <p:spPr>
          <a:xfrm>
            <a:off x="-12031" y="9017666"/>
            <a:ext cx="693070" cy="2344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37420760-2A52-635C-3731-D3D2F85E0E81}"/>
              </a:ext>
            </a:extLst>
          </p:cNvPr>
          <p:cNvSpPr/>
          <p:nvPr userDrawn="1"/>
        </p:nvSpPr>
        <p:spPr>
          <a:xfrm>
            <a:off x="-12031" y="9251901"/>
            <a:ext cx="693070" cy="23445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rgbClr val="008BC9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19E0BE42-D627-6555-46E4-CB0654A2571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3893" r="50903"/>
          <a:stretch/>
        </p:blipFill>
        <p:spPr>
          <a:xfrm>
            <a:off x="9738077" y="-1"/>
            <a:ext cx="1406173" cy="672498"/>
          </a:xfrm>
          <a:prstGeom prst="rect">
            <a:avLst/>
          </a:prstGeom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4A66BA6E-6600-6B3C-5168-0F1EA05709D8}"/>
              </a:ext>
            </a:extLst>
          </p:cNvPr>
          <p:cNvSpPr/>
          <p:nvPr userDrawn="1"/>
        </p:nvSpPr>
        <p:spPr>
          <a:xfrm>
            <a:off x="1440000" y="641384"/>
            <a:ext cx="1495800" cy="1015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B4A9508E-2BD0-7507-FADE-3D199E0C6F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40000" y="3243943"/>
            <a:ext cx="8262006" cy="6357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54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  <a:defRPr sz="4000" b="1">
                <a:solidFill>
                  <a:schemeClr val="tx1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1pPr>
            <a:lvl2pPr marL="108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85000"/>
              <a:buFont typeface="Wingdings" panose="05000000000000000000" pitchFamily="2" charset="2"/>
              <a:buChar char="§"/>
              <a:defRPr sz="4000" b="1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2pPr>
            <a:lvl3pPr marL="162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7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16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6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ts val="3449"/>
              </a:lnSpc>
              <a:spcBef>
                <a:spcPts val="0"/>
              </a:spcBef>
              <a:defRPr sz="2699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2229249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1 linha - conteúdo + imagem maior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DB2D500-4F7F-A73A-6114-DDE0C45AFA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144250" y="-1"/>
            <a:ext cx="7143750" cy="10287001"/>
          </a:xfrm>
          <a:prstGeom prst="rect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noAutofit/>
          </a:bodyPr>
          <a:lstStyle>
            <a:lvl1pPr>
              <a:defRPr lang="en-US" b="1" dirty="0">
                <a:solidFill>
                  <a:schemeClr val="bg1"/>
                </a:solidFill>
                <a:latin typeface=""/>
              </a:defRPr>
            </a:lvl1pPr>
          </a:lstStyle>
          <a:p>
            <a:pPr marR="0" lvl="0" algn="ctr" defTabSz="1371417" fontAlgn="auto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7D20416F-F7CD-6F33-4F35-35589CBDECB7}"/>
              </a:ext>
            </a:extLst>
          </p:cNvPr>
          <p:cNvSpPr/>
          <p:nvPr userDrawn="1"/>
        </p:nvSpPr>
        <p:spPr>
          <a:xfrm>
            <a:off x="1440000" y="641384"/>
            <a:ext cx="4286250" cy="1015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pic>
        <p:nvPicPr>
          <p:cNvPr id="21" name="Gráfico 20">
            <a:extLst>
              <a:ext uri="{FF2B5EF4-FFF2-40B4-BE49-F238E27FC236}">
                <a16:creationId xmlns:a16="http://schemas.microsoft.com/office/drawing/2014/main" id="{62297609-798F-E2CA-65CA-ED09A14B994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3893" r="50903"/>
          <a:stretch/>
        </p:blipFill>
        <p:spPr>
          <a:xfrm>
            <a:off x="9738077" y="-1"/>
            <a:ext cx="1406173" cy="672498"/>
          </a:xfrm>
          <a:prstGeom prst="rect">
            <a:avLst/>
          </a:prstGeom>
        </p:spPr>
      </p:pic>
      <p:sp>
        <p:nvSpPr>
          <p:cNvPr id="22" name="Rectangle 14">
            <a:extLst>
              <a:ext uri="{FF2B5EF4-FFF2-40B4-BE49-F238E27FC236}">
                <a16:creationId xmlns:a16="http://schemas.microsoft.com/office/drawing/2014/main" id="{D383AB91-1215-AB0D-1920-B28FCB441CEB}"/>
              </a:ext>
            </a:extLst>
          </p:cNvPr>
          <p:cNvSpPr/>
          <p:nvPr userDrawn="1"/>
        </p:nvSpPr>
        <p:spPr>
          <a:xfrm>
            <a:off x="-12031" y="0"/>
            <a:ext cx="693070" cy="9017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23" name="Rectangle 14">
            <a:extLst>
              <a:ext uri="{FF2B5EF4-FFF2-40B4-BE49-F238E27FC236}">
                <a16:creationId xmlns:a16="http://schemas.microsoft.com/office/drawing/2014/main" id="{64CE046E-F01B-8F7B-A834-71515DA37235}"/>
              </a:ext>
            </a:extLst>
          </p:cNvPr>
          <p:cNvSpPr/>
          <p:nvPr userDrawn="1"/>
        </p:nvSpPr>
        <p:spPr>
          <a:xfrm>
            <a:off x="-12031" y="9017666"/>
            <a:ext cx="693070" cy="2344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307BC5DF-7339-74A4-F406-8D54B01C24BD}"/>
              </a:ext>
            </a:extLst>
          </p:cNvPr>
          <p:cNvSpPr/>
          <p:nvPr userDrawn="1"/>
        </p:nvSpPr>
        <p:spPr>
          <a:xfrm>
            <a:off x="-12031" y="9251901"/>
            <a:ext cx="693070" cy="23445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rgbClr val="008BC9"/>
              </a:solidFill>
            </a:endParaRPr>
          </a:p>
        </p:txBody>
      </p:sp>
      <p:sp>
        <p:nvSpPr>
          <p:cNvPr id="25" name="Título 18">
            <a:extLst>
              <a:ext uri="{FF2B5EF4-FFF2-40B4-BE49-F238E27FC236}">
                <a16:creationId xmlns:a16="http://schemas.microsoft.com/office/drawing/2014/main" id="{936DD245-B646-EB9E-76EB-7119CE393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9999" y="742950"/>
            <a:ext cx="8262007" cy="2676526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ct val="100000"/>
              </a:lnSpc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Clique para editar</a:t>
            </a:r>
            <a:br>
              <a:rPr lang="pt-BR" dirty="0"/>
            </a:br>
            <a:r>
              <a:rPr lang="pt-BR" dirty="0"/>
              <a:t>Clique para editar</a:t>
            </a:r>
            <a:br>
              <a:rPr lang="pt-BR" dirty="0"/>
            </a:br>
            <a:r>
              <a:rPr lang="pt-BR" dirty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26D0794C-D019-E458-E6FD-1A8795F357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40000" y="3937000"/>
            <a:ext cx="8262006" cy="56641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54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100000"/>
              <a:buFont typeface="Wingdings" panose="05000000000000000000" pitchFamily="2" charset="2"/>
              <a:buChar char="§"/>
              <a:defRPr sz="4000" b="1">
                <a:solidFill>
                  <a:schemeClr val="tx1"/>
                </a:solidFill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1pPr>
            <a:lvl2pPr marL="1080000" indent="-54000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85000"/>
              <a:buFont typeface="Wingdings" panose="05000000000000000000" pitchFamily="2" charset="2"/>
              <a:buChar char="§"/>
              <a:defRPr sz="4000" b="1">
                <a:latin typeface="Calibri" panose="020F0502020204030204" pitchFamily="34" charset="0"/>
                <a:ea typeface="Open Sans Semibold" panose="020B0706030804020204" pitchFamily="34" charset="0"/>
                <a:cs typeface="Calibri" panose="020F0502020204030204" pitchFamily="34" charset="0"/>
              </a:defRPr>
            </a:lvl2pPr>
            <a:lvl3pPr marL="162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7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160000" indent="-54000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03A79"/>
              </a:buClr>
              <a:buSzPct val="60000"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ts val="3449"/>
              </a:lnSpc>
              <a:spcBef>
                <a:spcPts val="0"/>
              </a:spcBef>
              <a:defRPr sz="2699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</p:spTree>
    <p:extLst>
      <p:ext uri="{BB962C8B-B14F-4D97-AF65-F5344CB8AC3E}">
        <p14:creationId xmlns:p14="http://schemas.microsoft.com/office/powerpoint/2010/main" val="33465730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E5CCC20E-C903-49BA-A94E-7CAB417C0501}"/>
              </a:ext>
            </a:extLst>
          </p:cNvPr>
          <p:cNvSpPr/>
          <p:nvPr userDrawn="1"/>
        </p:nvSpPr>
        <p:spPr>
          <a:xfrm>
            <a:off x="681038" y="5153358"/>
            <a:ext cx="17602806" cy="513364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000"/>
              </a:spcBef>
            </a:pPr>
            <a:endParaRPr lang="pt-BR" sz="1400" b="1" dirty="0">
              <a:solidFill>
                <a:schemeClr val="tx1"/>
              </a:solidFill>
            </a:endParaRP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5DEE287C-96A8-9E28-F1D7-E0B16CA0CC37}"/>
              </a:ext>
            </a:extLst>
          </p:cNvPr>
          <p:cNvSpPr/>
          <p:nvPr userDrawn="1"/>
        </p:nvSpPr>
        <p:spPr>
          <a:xfrm>
            <a:off x="1" y="0"/>
            <a:ext cx="18283843" cy="515335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DCF1F13-9A36-98D4-A4D7-F18E44A8AD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053" r="41409"/>
          <a:stretch/>
        </p:blipFill>
        <p:spPr>
          <a:xfrm>
            <a:off x="7116708" y="2335213"/>
            <a:ext cx="4054585" cy="80168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D11BC538-53D3-490F-841D-9A96D5694256}"/>
              </a:ext>
            </a:extLst>
          </p:cNvPr>
          <p:cNvSpPr txBox="1"/>
          <p:nvPr userDrawn="1"/>
        </p:nvSpPr>
        <p:spPr>
          <a:xfrm>
            <a:off x="2123282" y="6609190"/>
            <a:ext cx="7020719" cy="2298907"/>
          </a:xfrm>
          <a:prstGeom prst="rect">
            <a:avLst/>
          </a:prstGeom>
          <a:noFill/>
        </p:spPr>
        <p:txBody>
          <a:bodyPr wrap="square" lIns="0" tIns="18000" rIns="108000" bIns="18000" rtlCol="0">
            <a:noAutofit/>
          </a:bodyPr>
          <a:lstStyle/>
          <a:p>
            <a: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200" b="0" i="0" spc="0" baseline="0" noProof="0" dirty="0">
                <a:latin typeface="Calibri" panose="020F0502020204030204" pitchFamily="34" charset="0"/>
                <a:cs typeface="Calibri" panose="020F0502020204030204" pitchFamily="34" charset="0"/>
              </a:rPr>
              <a:t>Todos os direitos reservados. Textos, vídeos, sons, imagens, gráficos e demais componentes deste material são protegidos por direitos autorais e outros direitos de propriedade intelectual, de forma que é proibida a reprodução no todo ou em parte, sem a devida autorização.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F4732979-A8E4-202A-56C6-E9337EFE0B1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8343" r="50903"/>
          <a:stretch/>
        </p:blipFill>
        <p:spPr>
          <a:xfrm>
            <a:off x="16877671" y="9601200"/>
            <a:ext cx="1406173" cy="557859"/>
          </a:xfrm>
          <a:prstGeom prst="rect">
            <a:avLst/>
          </a:prstGeom>
        </p:spPr>
      </p:pic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31AFEC46-72E3-D784-5CCD-03C20AA416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42182" y="6609189"/>
            <a:ext cx="6706750" cy="2298907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96000" indent="-396000">
              <a:spcBef>
                <a:spcPts val="0"/>
              </a:spcBef>
              <a:spcAft>
                <a:spcPts val="1350"/>
              </a:spcAft>
              <a:defRPr/>
            </a:lvl2pPr>
            <a:lvl3pPr marL="792000" indent="-396000">
              <a:spcBef>
                <a:spcPts val="0"/>
              </a:spcBef>
              <a:spcAft>
                <a:spcPts val="1350"/>
              </a:spcAft>
              <a:buSzPct val="85000"/>
              <a:defRPr/>
            </a:lvl3pPr>
            <a:lvl4pPr marL="1188000" indent="-396000">
              <a:spcBef>
                <a:spcPts val="0"/>
              </a:spcBef>
              <a:spcAft>
                <a:spcPts val="1350"/>
              </a:spcAft>
              <a:buSzPct val="70000"/>
              <a:defRPr/>
            </a:lvl4pPr>
            <a:lvl5pPr marL="1584000" indent="-396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55000"/>
              <a:defRPr sz="2200" b="0" baseline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r>
              <a:rPr lang="pt-BR" dirty="0"/>
              <a:t>Como citar este material: </a:t>
            </a:r>
          </a:p>
          <a:p>
            <a:r>
              <a:rPr lang="pt-BR" dirty="0"/>
              <a:t>SOBRENOME, Nome. </a:t>
            </a:r>
            <a:r>
              <a:rPr lang="pt-BR" b="1" dirty="0"/>
              <a:t>XXXX</a:t>
            </a:r>
            <a:r>
              <a:rPr lang="pt-BR" dirty="0"/>
              <a:t>. Rio de Janeiro: FGV, 20xx.</a:t>
            </a:r>
          </a:p>
        </p:txBody>
      </p:sp>
    </p:spTree>
    <p:extLst>
      <p:ext uri="{BB962C8B-B14F-4D97-AF65-F5344CB8AC3E}">
        <p14:creationId xmlns:p14="http://schemas.microsoft.com/office/powerpoint/2010/main" val="35744338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161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764" y="1983921"/>
            <a:ext cx="8530937" cy="72815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1983921"/>
            <a:ext cx="8458200" cy="72815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FD3D-49E6-4142-9230-B4416FC9AB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52343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A80532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FD3D-49E6-4142-9230-B4416FC9AB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1798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svg"/><Relationship Id="rId23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DD07583A-2D48-A3AF-D990-A19E3BAECCE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t="78343" r="50903"/>
          <a:stretch/>
        </p:blipFill>
        <p:spPr>
          <a:xfrm>
            <a:off x="16877671" y="9601200"/>
            <a:ext cx="1406173" cy="557859"/>
          </a:xfrm>
          <a:prstGeom prst="rect">
            <a:avLst/>
          </a:prstGeom>
        </p:spPr>
      </p:pic>
      <p:sp>
        <p:nvSpPr>
          <p:cNvPr id="6" name="Rectangle 14">
            <a:extLst>
              <a:ext uri="{FF2B5EF4-FFF2-40B4-BE49-F238E27FC236}">
                <a16:creationId xmlns:a16="http://schemas.microsoft.com/office/drawing/2014/main" id="{F143268E-7A91-BD1E-5E70-071FBFE67B18}"/>
              </a:ext>
            </a:extLst>
          </p:cNvPr>
          <p:cNvSpPr/>
          <p:nvPr userDrawn="1"/>
        </p:nvSpPr>
        <p:spPr>
          <a:xfrm>
            <a:off x="-12031" y="9486355"/>
            <a:ext cx="693070" cy="800645"/>
          </a:xfrm>
          <a:prstGeom prst="rect">
            <a:avLst/>
          </a:prstGeom>
          <a:solidFill>
            <a:srgbClr val="73BFE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rgbClr val="003A79"/>
              </a:solidFill>
            </a:endParaRPr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E52E3EF0-C8CB-4C81-41DE-1DA36E5B9C37}"/>
              </a:ext>
            </a:extLst>
          </p:cNvPr>
          <p:cNvSpPr/>
          <p:nvPr userDrawn="1"/>
        </p:nvSpPr>
        <p:spPr>
          <a:xfrm>
            <a:off x="-12031" y="0"/>
            <a:ext cx="693070" cy="9017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5F29437F-06C8-D6D5-670D-ADFA8065A45F}"/>
              </a:ext>
            </a:extLst>
          </p:cNvPr>
          <p:cNvSpPr/>
          <p:nvPr userDrawn="1"/>
        </p:nvSpPr>
        <p:spPr>
          <a:xfrm>
            <a:off x="-12031" y="9017666"/>
            <a:ext cx="693070" cy="2344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chemeClr val="tx1"/>
              </a:solidFill>
            </a:endParaRP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C5242CD4-6D0B-F47E-297B-DFC2171AD17E}"/>
              </a:ext>
            </a:extLst>
          </p:cNvPr>
          <p:cNvSpPr/>
          <p:nvPr userDrawn="1"/>
        </p:nvSpPr>
        <p:spPr>
          <a:xfrm>
            <a:off x="-12031" y="9251901"/>
            <a:ext cx="693070" cy="234454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1500"/>
              </a:spcBef>
            </a:pPr>
            <a:endParaRPr lang="en-US" sz="2100" b="1">
              <a:solidFill>
                <a:srgbClr val="008BC9"/>
              </a:solidFill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FDBAD02-FA1F-4D44-AEAD-07261CFEB073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09" y="9778677"/>
            <a:ext cx="1197537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439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2" r:id="rId12"/>
    <p:sldLayoutId id="2147483794" r:id="rId13"/>
    <p:sldLayoutId id="2147483704" r:id="rId14"/>
    <p:sldLayoutId id="2147483812" r:id="rId15"/>
    <p:sldLayoutId id="2147483811" r:id="rId16"/>
    <p:sldLayoutId id="2147483810" r:id="rId17"/>
    <p:sldLayoutId id="2147483813" r:id="rId18"/>
    <p:sldLayoutId id="2147483814" r:id="rId19"/>
    <p:sldLayoutId id="2147483815" r:id="rId20"/>
  </p:sldLayoutIdLst>
  <p:hf hdr="0" ftr="0" dt="0"/>
  <p:txStyles>
    <p:titleStyle>
      <a:lvl1pPr algn="l" defTabSz="1371477" rtl="0" eaLnBrk="1" latinLnBrk="0" hangingPunct="1">
        <a:lnSpc>
          <a:spcPct val="90000"/>
        </a:lnSpc>
        <a:spcBef>
          <a:spcPct val="0"/>
        </a:spcBef>
        <a:buNone/>
        <a:defRPr sz="5500" b="1" i="0" kern="1200" spc="-150" baseline="0">
          <a:solidFill>
            <a:schemeClr val="accent2"/>
          </a:solidFill>
          <a:latin typeface="Arial Black" panose="020B0604020202020204" pitchFamily="34" charset="0"/>
          <a:ea typeface="Arial Black" panose="020B0604020202020204" pitchFamily="34" charset="0"/>
          <a:cs typeface="Arial Black" panose="020B0604020202020204" pitchFamily="34" charset="0"/>
        </a:defRPr>
      </a:lvl1pPr>
    </p:titleStyle>
    <p:bodyStyle>
      <a:lvl1pPr marL="0" indent="0" algn="l" defTabSz="1371477" rtl="0" eaLnBrk="1" latinLnBrk="0" hangingPunct="1">
        <a:lnSpc>
          <a:spcPct val="110000"/>
        </a:lnSpc>
        <a:spcBef>
          <a:spcPts val="1500"/>
        </a:spcBef>
        <a:spcAft>
          <a:spcPts val="1500"/>
        </a:spcAft>
        <a:buFont typeface="Arial" panose="020B0604020202020204" pitchFamily="34" charset="0"/>
        <a:buNone/>
        <a:defRPr sz="4000" b="1" kern="1200">
          <a:solidFill>
            <a:schemeClr val="tx1"/>
          </a:solidFill>
          <a:latin typeface="Arial" panose="020B0604020202020204" pitchFamily="34" charset="0"/>
          <a:ea typeface="Lato" panose="020F0502020204030203" pitchFamily="34" charset="0"/>
          <a:cs typeface="Arial" panose="020B0604020202020204" pitchFamily="34" charset="0"/>
        </a:defRPr>
      </a:lvl1pPr>
      <a:lvl2pPr marL="362744" indent="-351632" algn="l" defTabSz="1371477" rtl="0" eaLnBrk="1" latinLnBrk="0" hangingPunct="1">
        <a:lnSpc>
          <a:spcPct val="110000"/>
        </a:lnSpc>
        <a:spcBef>
          <a:spcPts val="749"/>
        </a:spcBef>
        <a:spcAft>
          <a:spcPts val="1500"/>
        </a:spcAft>
        <a:buClr>
          <a:schemeClr val="accent3"/>
        </a:buClr>
        <a:buFont typeface="Wingdings" pitchFamily="2" charset="2"/>
        <a:buChar char="§"/>
        <a:tabLst/>
        <a:defRPr sz="4000" b="1" kern="1200">
          <a:solidFill>
            <a:schemeClr val="tx1"/>
          </a:solidFill>
          <a:latin typeface="Arial" panose="020B0604020202020204" pitchFamily="34" charset="0"/>
          <a:ea typeface="Lato" panose="020F0502020204030203" pitchFamily="34" charset="0"/>
          <a:cs typeface="Arial" panose="020B0604020202020204" pitchFamily="34" charset="0"/>
        </a:defRPr>
      </a:lvl2pPr>
      <a:lvl3pPr marL="713582" indent="-350838" algn="l" defTabSz="1371477" rtl="0" eaLnBrk="1" latinLnBrk="0" hangingPunct="1">
        <a:lnSpc>
          <a:spcPct val="110000"/>
        </a:lnSpc>
        <a:spcBef>
          <a:spcPts val="749"/>
        </a:spcBef>
        <a:spcAft>
          <a:spcPts val="1500"/>
        </a:spcAft>
        <a:buClr>
          <a:schemeClr val="accent3"/>
        </a:buClr>
        <a:buFont typeface="Wingdings" pitchFamily="2" charset="2"/>
        <a:buChar char="§"/>
        <a:tabLst/>
        <a:defRPr sz="40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77119" indent="-340519" algn="l" defTabSz="1371477" rtl="0" eaLnBrk="1" latinLnBrk="0" hangingPunct="1">
        <a:lnSpc>
          <a:spcPct val="110000"/>
        </a:lnSpc>
        <a:spcBef>
          <a:spcPts val="749"/>
        </a:spcBef>
        <a:spcAft>
          <a:spcPts val="1500"/>
        </a:spcAft>
        <a:buClr>
          <a:schemeClr val="accent3"/>
        </a:buClr>
        <a:buFont typeface="Wingdings" pitchFamily="2" charset="2"/>
        <a:buChar char="§"/>
        <a:tabLst/>
        <a:defRPr sz="40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427957" indent="-339725" algn="l" defTabSz="1371477" rtl="0" eaLnBrk="1" latinLnBrk="0" hangingPunct="1">
        <a:lnSpc>
          <a:spcPct val="110000"/>
        </a:lnSpc>
        <a:spcBef>
          <a:spcPts val="749"/>
        </a:spcBef>
        <a:spcAft>
          <a:spcPts val="1500"/>
        </a:spcAft>
        <a:buClr>
          <a:schemeClr val="accent3"/>
        </a:buClr>
        <a:buFont typeface="Wingdings" pitchFamily="2" charset="2"/>
        <a:buChar char="§"/>
        <a:tabLst/>
        <a:defRPr sz="4000" b="1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771561" indent="-342870" algn="l" defTabSz="1371477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301" indent="-342870" algn="l" defTabSz="1371477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038" indent="-342870" algn="l" defTabSz="1371477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775" indent="-342870" algn="l" defTabSz="1371477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9" algn="l" defTabSz="13714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77" algn="l" defTabSz="13714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217" algn="l" defTabSz="13714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954" algn="l" defTabSz="13714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691" algn="l" defTabSz="13714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430" algn="l" defTabSz="13714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168" algn="l" defTabSz="13714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907" algn="l" defTabSz="137147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4320">
          <p15:clr>
            <a:srgbClr val="F26B43"/>
          </p15:clr>
        </p15:guide>
        <p15:guide id="28" pos="634" userDrawn="1">
          <p15:clr>
            <a:srgbClr val="F26B43"/>
          </p15:clr>
        </p15:guide>
        <p15:guide id="29" pos="10614">
          <p15:clr>
            <a:srgbClr val="F26B43"/>
          </p15:clr>
        </p15:guide>
        <p15:guide id="48" pos="1383" userDrawn="1">
          <p15:clr>
            <a:srgbClr val="F26B43"/>
          </p15:clr>
        </p15:guide>
        <p15:guide id="52" pos="2520">
          <p15:clr>
            <a:srgbClr val="F26B43"/>
          </p15:clr>
        </p15:guide>
        <p15:guide id="54" orient="horz" pos="1976">
          <p15:clr>
            <a:srgbClr val="F26B43"/>
          </p15:clr>
        </p15:guide>
        <p15:guide id="55" orient="horz" pos="4860">
          <p15:clr>
            <a:srgbClr val="F26B43"/>
          </p15:clr>
        </p15:guide>
        <p15:guide id="56" orient="horz" pos="5580">
          <p15:clr>
            <a:srgbClr val="F26B43"/>
          </p15:clr>
        </p15:guide>
        <p15:guide id="57" orient="horz" pos="6143" userDrawn="1">
          <p15:clr>
            <a:srgbClr val="F26B43"/>
          </p15:clr>
        </p15:guide>
        <p15:guide id="58" pos="6112">
          <p15:clr>
            <a:srgbClr val="F26B43"/>
          </p15:clr>
        </p15:guide>
        <p15:guide id="60" pos="7920">
          <p15:clr>
            <a:srgbClr val="F26B43"/>
          </p15:clr>
        </p15:guide>
        <p15:guide id="61" pos="9720">
          <p15:clr>
            <a:srgbClr val="F26B43"/>
          </p15:clr>
        </p15:guide>
        <p15:guide id="62" orient="horz" pos="468">
          <p15:clr>
            <a:srgbClr val="F26B43"/>
          </p15:clr>
        </p15:guide>
        <p15:guide id="64" orient="horz" pos="2480">
          <p15:clr>
            <a:srgbClr val="F26B43"/>
          </p15:clr>
        </p15:guide>
        <p15:guide id="66" orient="horz" pos="1471">
          <p15:clr>
            <a:srgbClr val="F26B43"/>
          </p15:clr>
        </p15:guide>
        <p15:guide id="67" orient="horz" pos="3240">
          <p15:clr>
            <a:srgbClr val="F26B43"/>
          </p15:clr>
        </p15:guide>
        <p15:guide id="69" pos="582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2200" b="1">
                <a:solidFill>
                  <a:srgbClr val="1F4E79"/>
                </a:solidFill>
                <a:latin typeface="Calibri"/>
              </a:rPr>
              <a:t>HackerNews + Airflow + MLflow + pgvector + FastAPI</a:t>
            </a:r>
          </a:p>
          <a:p>
            <a:r>
              <a:rPr sz="1800" b="0">
                <a:solidFill>
                  <a:srgbClr val="595959"/>
                </a:solidFill>
                <a:latin typeface="Calibri"/>
              </a:rPr>
              <a:t>100% Docker  |  Deploy local e em VM GCP</a:t>
            </a:r>
          </a:p>
          <a:p>
            <a:r>
              <a:rPr sz="800" b="0">
                <a:solidFill>
                  <a:srgbClr val="595959"/>
                </a:solidFill>
                <a:latin typeface="Calibri"/>
              </a:rPr>
              <a:t/>
            </a:r>
          </a:p>
          <a:p>
            <a:r>
              <a:rPr sz="1600" b="1">
                <a:solidFill>
                  <a:srgbClr val="3F3F3F"/>
                </a:solidFill>
                <a:latin typeface="Calibri"/>
              </a:rPr>
              <a:t>Prof. Andre Insardi</a:t>
            </a:r>
          </a:p>
          <a:p>
            <a:r>
              <a:rPr sz="1400" b="0">
                <a:solidFill>
                  <a:srgbClr val="595959"/>
                </a:solidFill>
                <a:latin typeface="Calibri"/>
              </a:rPr>
              <a:t>ext.andre.insardi@prof.fgv.edu.br  |  Maio/2026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1F4E79"/>
                </a:solidFill>
                <a:latin typeface="Calibri"/>
              </a:rPr>
              <a:t>Pratica MLOps end-to-end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4E79"/>
                </a:solidFill>
                <a:latin typeface="Calibri"/>
              </a:rPr>
              <a:t>Agenda da Pratica Integradora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Roteiro (9 blocos)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0. Visao da solucao - o que sera entregue ao cliente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1. Problema e caso de uso (HN 'vai bombar')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2. Base de dados (API + camadas + Postgres/pgvector)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3. Arquitetura geral (7 containers Docker)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4. Engenharia de Dados (Airflow)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5. Fluxo MLOps (MLflow Tracking + Registry + Serving)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6. Fluxo DevOps (Gitflow + CI/CD)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7. Deploy em VM GCP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8. Conclusoes e proximos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03120" y="32004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95959"/>
                </a:solidFill>
                <a:latin typeface="Calibri"/>
              </a:rPr>
              <a:t>BLOCO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3566160"/>
            <a:ext cx="45720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0" b="1">
                <a:solidFill>
                  <a:srgbClr val="1F4E79"/>
                </a:solidFill>
                <a:latin typeface="Calibri"/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1148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F4E79"/>
                </a:solidFill>
                <a:latin typeface="Calibri"/>
              </a:rPr>
              <a:t>Visao da Solucao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6126480"/>
            <a:ext cx="2743200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F3F3F"/>
                </a:solidFill>
                <a:latin typeface="Calibri"/>
              </a:rPr>
              <a:t>O que sera entregue ao cliente, o que o Airflow controla, o que o MLflow versiona e como os dados sao versionados.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4E79"/>
                </a:solidFill>
                <a:latin typeface="Calibri"/>
              </a:rPr>
              <a:t>O que vamos construir (resumo executivo)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Visao em uma frase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Plataforma MLOps rodando em Docker que ingere dados publicos do HackerNews, treina 2 pipes de ML (preditivo + embeddings) e expoe servicos via API REST.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Componentes (7 containers)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Postgres + pgvector (metadata + vector store)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MinIO (data lake S3-compatible)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MLflow (Tracking + Registry)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Airflow webserver + scheduler (orquestra 3 DAGs)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FastAPI (serving /predict + /search)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Tres pipelines orquestrados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Ingestao horaria de stories do HN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Treino diario do classificador 'vai bombar' (RF + XGBoost)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Treino diario de embeddings de titulos (MiniLM-L6) com indexacao em pgvector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  <a:latin typeface="Calibri"/>
              </a:rPr>
              <a:t>Visao end-to-end - Backend e Cliente Final</a:t>
            </a:r>
          </a:p>
        </p:txBody>
      </p:sp>
      <p:pic>
        <p:nvPicPr>
          <p:cNvPr id="3" name="Picture 2" descr="07_solucao_g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3100437"/>
            <a:ext cx="15407640" cy="53205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35608" y="9418320"/>
            <a:ext cx="15407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Backend MLOps (azul) e oculto ao cliente; o que ele consome sao APIs e UIs (verde).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4E79"/>
                </a:solidFill>
                <a:latin typeface="Calibri"/>
              </a:rPr>
              <a:t>O que o Cliente Final recebe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Servicos de uso direto (API REST)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POST /predict - dado um post novo, devolve probabilidade de 'vai bombar' (score &gt;= 100).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POST /search - busca semantica top-K por similaridade cosseno em pgvector.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GET /health - liveness probe.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Interfaces operacionais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Airflow UI (8080) - status das DAGs, logs, retry manual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MLflow UI (5000) - experimentos, runs e Model Registry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MinIO Console (9001) - exploracao do data lake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Swagger UI (8000/docs) - documentacao interativa da API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SLAs implicitos (didaticos)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Latencia /predict &lt; 100ms (modelo carregado em memoria)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Latencia /search &lt; 200ms (top-10 em ate ~1M vetores no pgvector)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Freshness: dados a cada hora, modelo retreinado diariamente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  <a:latin typeface="Calibri"/>
              </a:rPr>
              <a:t>Quem controla o que - Airflow vs MLflow vs MinIO</a:t>
            </a:r>
          </a:p>
        </p:txBody>
      </p:sp>
      <p:pic>
        <p:nvPicPr>
          <p:cNvPr id="3" name="Picture 2" descr="08_airflow_ml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038" y="2331720"/>
            <a:ext cx="1513678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35608" y="9418320"/>
            <a:ext cx="15407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Airflow orquestra o quando/ordem. MLflow versiona modelos. MinIO versiona dados.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4E79"/>
                </a:solidFill>
                <a:latin typeface="Calibri"/>
              </a:rPr>
              <a:t>O que o Airflow controla (orquestracao)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Responsabilidades exclusivas do Airflow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QUANDO cada pipeline roda (cron schedule).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EM QUE ORDEM as tasks executam (dependencias declarativas no DAG).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EM CASO DE ERRO - retry com backoff exponencial e alertas.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IDEMPOTENCIA - cada task pode ser re-executada sem corromper estado.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OBSERVABILIDADE - logs, tempo de execucao e historico de runs.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Schedule das 3 DAGs no projeto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pipeline_ingestao @hourly - extract + raw + curated + features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pipeline_treino_preditivo 02:00 daily - train RF/XGBoost + register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pipeline_treino_embeddings 03:00 daily - encode MiniLM + upsert pgvector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O que o Airflow NAO faz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Nao versiona codigo (Git).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Nao versiona modelos (MLflow Registry).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Nao armazena features (MinIO).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Nao serve predicoes (FastAPI).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4E79"/>
                </a:solidFill>
                <a:latin typeface="Calibri"/>
              </a:rPr>
              <a:t>O que o MLflow versiona (modelos)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Tracking (durante o treino)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params - hiperparametros do estimator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metrics - accuracy, F1, ROC-AUC, PR-AUC em test split estratificado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artifacts - pipeline sklearn completo (preprocessor + estimator)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signature - schema de input/output inferido automaticamente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tags - modelo, dataset_version, autor, ambiente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Model Registry (versoes e stages)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Cada run que registra um modelo cria nova VERSAO em hn_classifier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Stages: None -&gt; Staging -&gt; Production -&gt; Archived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FastAPI carrega: models:/hn_classifier/Production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Dois experimentos separados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hn_classifier - runs do pipe preditivo (RF + XGBoost)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hn_embeddings - runs do encoder MiniLM (versao, dim, amostras)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4E79"/>
                </a:solidFill>
                <a:latin typeface="Calibri"/>
              </a:rPr>
              <a:t>O que o MinIO versiona (dados)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Tres camadas do lake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raw - cada DAG horaria grava particao imutavel (dt=YYYY-MM-DD/hr=HH)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curated - snapshot estavel deduplicado por id (maior score visto)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features - dataset materializado para treino (tabular e text)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Como a versao acontece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raw: nunca sobrescreve - cada hora gera arquivo NOVO (auditavel)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curated: append-merge com dedup - dado canonico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features: cada DAG de treino le a versao mais recente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Caminhos completos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s3://raw/hn/dt=2026-05-26/hr=14/items.parquet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s3://curated/hn/stories.parquet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s3://features/tabular/train.parquet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s3://features/text/titles.parquet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Evolucao para DVC ou Delta Lake (futuro)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Para versionamento explicito com hash + lineage.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4E79"/>
                </a:solidFill>
                <a:latin typeface="Calibri"/>
              </a:rPr>
              <a:t>Como Airflow + MLflow + MinIO conversam em runtime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Fluxo de uma execucao de treino preditivo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1. Scheduler Airflow dispara DAG no horario (02:00)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2. Task load_features le features/tabular/train.parquet do MinIO via s3fs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3. Task train chama mlflow.set_experiment + start_run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4. MLflow loga params/metrics no Postgres (backend store)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5. mlflow.sklearn.log_model envia pipeline para MinIO via S3 API (artifact store)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6. mlflow.register_model cria versao N de hn_classifier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7. Task promote transiciona via REST API: stage=Staging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Fluxo de uma predicao em runtime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1. Cliente POST /predict no FastAPI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2. FastAPI consulta MLflow: models:/hn_classifier/Production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3. Lookup retorna URI s3://mlflow-artifacts/.../model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4. FastAPI baixa pickle do MinIO, carrega em memoria (cache startup)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5. Aplica pipeline e devolve probabilidade (&lt; 100ms)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03120" y="32004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95959"/>
                </a:solidFill>
                <a:latin typeface="Calibri"/>
              </a:rPr>
              <a:t>BLOCO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3566160"/>
            <a:ext cx="45720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0" b="1">
                <a:solidFill>
                  <a:srgbClr val="1F4E7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1148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F4E79"/>
                </a:solidFill>
                <a:latin typeface="Calibri"/>
              </a:rPr>
              <a:t>Problema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6126480"/>
            <a:ext cx="2743200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F3F3F"/>
                </a:solidFill>
                <a:latin typeface="Calibri"/>
              </a:rPr>
              <a:t>Contexto pedagogico, gap dos encontros E1-E4 e o caso de uso escolhido.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4E79"/>
                </a:solidFill>
                <a:latin typeface="Calibri"/>
              </a:rPr>
              <a:t>Contexto pedagogico - por que essa pratica existe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Diagnostico nos encontros E1-E4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E1 - fundamentos (DevOps -&gt; MLOps, divida tecnica, ciclo de vida)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E2 - experimentacao (autolog, Registry, HPO, Model Card)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E3 - producao (deploy patterns, FastAPI/Docker, CI/CD, drift)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E4 - governanca (LGPD, AI Act, LLMOps, RAG)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Gap identificado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Encontros isolados. Falta INTEGRAR.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Alunos precisam VER o ciclo completo executando.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Querem entender RESPONSABILIDADES (quem orquestra, quem versiona, quem serve).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O que esta pratica entrega ao aluno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Repositorio rodavel no laptop com 'make up'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Mesma stack subindo em VM GCP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Codigo Python modular e documentado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Apresentacao narrando cada bloco com diagramas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4E79"/>
                </a:solidFill>
                <a:latin typeface="Calibri"/>
              </a:rPr>
              <a:t>Caso de uso - HackerNews 'vai bombar'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Definicao do target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vai_bombar = (score &gt;= 100), threshold didatico (~10-20% positivos)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Binario escolhido por simplicidade e metricas intuitivas (AUC, F1)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Por que HackerNews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API publica sem autenticacao - zero atrito de credenciais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Dado heterogeneo - tabular (score, hora) + texto (titulo, URL)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Volume controlavel - top 100 stories por extracao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Caso analogo ao real - priorizar feed editorial, alerta de viral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Features que vamos usar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Tabular: title_len, n_words_title, hour, weekday, has_url, has_question, domain, by_author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Vetorial: embedding 384-d via sentence-transformers/all-MiniLM-L6-v2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Aplicacoes empresariais analogas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Triagem de tickets, priorizacao de leads, churn risk, deduplicacao de topicos.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03120" y="32004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95959"/>
                </a:solidFill>
                <a:latin typeface="Calibri"/>
              </a:rPr>
              <a:t>BLOCO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3566160"/>
            <a:ext cx="45720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0" b="1">
                <a:solidFill>
                  <a:srgbClr val="1F4E7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1148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F4E79"/>
                </a:solidFill>
                <a:latin typeface="Calibri"/>
              </a:rPr>
              <a:t>Base de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6126480"/>
            <a:ext cx="2743200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F3F3F"/>
                </a:solidFill>
                <a:latin typeface="Calibri"/>
              </a:rPr>
              <a:t>Fonte, camadas do lake e modelagem.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4E79"/>
                </a:solidFill>
                <a:latin typeface="Calibri"/>
              </a:rPr>
              <a:t>Fonte e camadas de dados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Fonte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HackerNews Firebase API (publica, sem auth)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Endpoints: /v0/topstories.json (IDs) e /v0/item/{id}.json (detalhe)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Lake (MinIO, formato parquet)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raw/hn/dt=YYYY-MM-DD/hr=HH/items.parquet (Hive-style)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curated/hn/stories.parquet (dedup por id, score maximo)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features/tabular/train.parquet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features/text/titles.parquet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Postgres (3 databases)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airflow - metadata do scheduler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mlflow - backend store do Tracking Server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app - tabela embeddings(id, title, vector(384), score, ts) + indice HNSW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  <a:latin typeface="Calibri"/>
              </a:rPr>
              <a:t>Diagrama das camadas de dados</a:t>
            </a:r>
          </a:p>
        </p:txBody>
      </p:sp>
      <p:pic>
        <p:nvPicPr>
          <p:cNvPr id="3" name="Picture 2" descr="05_d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4849762"/>
            <a:ext cx="15407640" cy="18219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35608" y="9418320"/>
            <a:ext cx="15407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raw -&gt; curated -&gt; features no MinIO + Postgres com pgvector.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03120" y="32004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95959"/>
                </a:solidFill>
                <a:latin typeface="Calibri"/>
              </a:rPr>
              <a:t>BLOCO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3566160"/>
            <a:ext cx="45720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0" b="1">
                <a:solidFill>
                  <a:srgbClr val="1F4E79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1148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F4E79"/>
                </a:solidFill>
                <a:latin typeface="Calibri"/>
              </a:rPr>
              <a:t>Arquitetura geral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6126480"/>
            <a:ext cx="2743200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F3F3F"/>
                </a:solidFill>
                <a:latin typeface="Calibri"/>
              </a:rPr>
              <a:t>Sete containers Docker em uma rede unica.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4E79"/>
                </a:solidFill>
                <a:latin typeface="Calibri"/>
              </a:rPr>
              <a:t>Stack confirmada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Camadas e tecnologias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Orquestracao - Apache Airflow 2.9 (LocalExecutor)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Tracking + Registry - MLflow 2.16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Data Lake - MinIO (S3-compatible)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Metadata + Vector - Postgres 16 + pgvector 0.7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Embeddings - sentence-transformers all-MiniLM-L6-v2 (offline, CPU, dim=384)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ML Preditivo - scikit-learn 1.5 + XGBoost 2.1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Serving - FastAPI 0.115 + Uvicorn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CI/CD - GitHub Actions (ruff + pytest + docker build)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  <a:latin typeface="Calibri"/>
              </a:rPr>
              <a:t>Arquitetura geral - 7 containers em rede unica</a:t>
            </a:r>
          </a:p>
        </p:txBody>
      </p:sp>
      <p:pic>
        <p:nvPicPr>
          <p:cNvPr id="3" name="Picture 2" descr="01_arquite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4619925"/>
            <a:ext cx="15407640" cy="22815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35608" y="9418320"/>
            <a:ext cx="15407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Postgres + MinIO + MLflow + Airflow (web+sched) + FastAPI.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03120" y="32004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95959"/>
                </a:solidFill>
                <a:latin typeface="Calibri"/>
              </a:rPr>
              <a:t>BLOCO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3566160"/>
            <a:ext cx="45720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0" b="1">
                <a:solidFill>
                  <a:srgbClr val="1F4E79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1148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F4E79"/>
                </a:solidFill>
                <a:latin typeface="Calibri"/>
              </a:rPr>
              <a:t>Engenharia de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6126480"/>
            <a:ext cx="2743200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F3F3F"/>
                </a:solidFill>
                <a:latin typeface="Calibri"/>
              </a:rPr>
              <a:t>DAGs Airflow, particionamento, idempotencia.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  <a:latin typeface="Calibri"/>
              </a:rPr>
              <a:t>DAG pipeline_ingestao (@hourly)</a:t>
            </a:r>
          </a:p>
        </p:txBody>
      </p:sp>
      <p:pic>
        <p:nvPicPr>
          <p:cNvPr id="3" name="Picture 2" descr="02_eng_d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4417530"/>
            <a:ext cx="15407640" cy="26863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35608" y="9418320"/>
            <a:ext cx="15407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extract -&gt; raw -&gt; curated -&gt; features (tabular + text).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4E79"/>
                </a:solidFill>
                <a:latin typeface="Calibri"/>
              </a:rPr>
              <a:t>Padroes de design das DAGs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TaskFlow API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Decorators @dag e @task (Python puro)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XCom automatico via return + assinatura entre tasks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Idempotencia e particionamento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Cada execucao sobrescreve a particao da hora corrente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Particionamento Hive-style (dt=, hr=)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Dedup na curated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Concat (curated + raw novo) -&gt; sort score desc -&gt; drop_duplicates(id)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Resilience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Cliente HTTP com tenacity (3 retries, backoff exponencial)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ThreadPoolExecutor 16 workers para hidratar 100 items em ~5s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Retry da task (2x, 2min) cobre falhas transientes da API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03120" y="32004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95959"/>
                </a:solidFill>
                <a:latin typeface="Calibri"/>
              </a:rPr>
              <a:t>BLOCO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3566160"/>
            <a:ext cx="45720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0" b="1">
                <a:solidFill>
                  <a:srgbClr val="1F4E79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1148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F4E79"/>
                </a:solidFill>
                <a:latin typeface="Calibri"/>
              </a:rPr>
              <a:t>Fluxo MLOps (MLflow)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6126480"/>
            <a:ext cx="2743200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F3F3F"/>
                </a:solidFill>
                <a:latin typeface="Calibri"/>
              </a:rPr>
              <a:t>Tracking, Registry, promocao e serving.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  <a:latin typeface="Calibri"/>
              </a:rPr>
              <a:t>Fluxo MLOps completo</a:t>
            </a:r>
          </a:p>
        </p:txBody>
      </p:sp>
      <p:pic>
        <p:nvPicPr>
          <p:cNvPr id="3" name="Picture 2" descr="03_ml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5353072"/>
            <a:ext cx="15407640" cy="8152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35608" y="9418320"/>
            <a:ext cx="15407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Dois experimentos -&gt; Registry -&gt; FastAPI /predict.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4E79"/>
                </a:solidFill>
                <a:latin typeface="Calibri"/>
              </a:rPr>
              <a:t>Triplo versionamento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1. Codigo - Git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Branches main (estavel), develop (integracao), feature/* e release/*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Tags v* para releases (v0.1, v0.2, ...)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2. Dados - Parquet particionado em MinIO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raw/ guarda o estado bruto da hora (auditavel)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curated/ e a versao estavel (snapshot)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features/ versiona o dataset de treino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3. Modelos - MLflow Tracking + Registry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Run captura params, metrics, artifacts e signature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Versoes numericas + stages (None | Staging | Production | Archived)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4E79"/>
                </a:solidFill>
                <a:latin typeface="Calibri"/>
              </a:rPr>
              <a:t>DAG treino preditivo (02:00 daily)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Etapas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load_features -&gt; train_and_register_models -&gt; promote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Modelos comparados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RandomForest (n_estimators=200, max_depth=12)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XGBoost (n_estimators=300, max_depth=6, learning_rate=0.1)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Vencedor escolhido por ROC-AUC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Politica de promocao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DAG promove ultima versao para Staging automaticamente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Producao real: gate humano + comparativo de metricas no Registry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4E79"/>
                </a:solidFill>
                <a:latin typeface="Calibri"/>
              </a:rPr>
              <a:t>DAG treino embeddings (03:00 daily)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Etapas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load_text -&gt; encode -&gt; index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Encoder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sentence-transformers all-MiniLM-L6-v2 (offline, CPU, dim=384)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Pre-baixado no Dockerfile (evita download em runtime)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Normalizacao L2 dos vetores (cosine distance correto)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Indexacao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Upsert em embeddings(id, title, vector, score, by_author, ts)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Indice HNSW vector_cosine_ops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03120" y="32004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95959"/>
                </a:solidFill>
                <a:latin typeface="Calibri"/>
              </a:rPr>
              <a:t>BLOCO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3566160"/>
            <a:ext cx="45720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0" b="1">
                <a:solidFill>
                  <a:srgbClr val="1F4E79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1148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F4E79"/>
                </a:solidFill>
                <a:latin typeface="Calibri"/>
              </a:rPr>
              <a:t>Fluxo DevOps (Gitflow)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6126480"/>
            <a:ext cx="2743200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F3F3F"/>
                </a:solidFill>
                <a:latin typeface="Calibri"/>
              </a:rPr>
              <a:t>Branches, CI no GitHub Actions e CD por estagio.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  <a:latin typeface="Calibri"/>
              </a:rPr>
              <a:t>Gitflow + CI/CD</a:t>
            </a:r>
          </a:p>
        </p:txBody>
      </p:sp>
      <p:pic>
        <p:nvPicPr>
          <p:cNvPr id="3" name="Picture 2" descr="04_dev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4111554"/>
            <a:ext cx="15407640" cy="32983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35608" y="9418320"/>
            <a:ext cx="15407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ruff + pytest em PRs, docker build em release, deploy gated.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4E79"/>
                </a:solidFill>
                <a:latin typeface="Calibri"/>
              </a:rPr>
              <a:t>Workflow ci.yml (GitHub Actions)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Triggers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push em main/develop e pull_request em main/develop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Job 1 - lint-test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Setup Python 3.11 + pip cache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ruff check src tests dags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pytest --cov=src/mlops_pratica --cov-report=term-missing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Job 2 - docker-build (needs lint-test)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docker buildx setup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Build sanity-check das 3 imagens: airflow, mlflow, fastapi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Politica de release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Tag vX.Y na main dispara workflow de release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Gate humano antes de qualquer deploy compartilhado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03120" y="32004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95959"/>
                </a:solidFill>
                <a:latin typeface="Calibri"/>
              </a:rPr>
              <a:t>BLOCO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3566160"/>
            <a:ext cx="45720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0" b="1">
                <a:solidFill>
                  <a:srgbClr val="1F4E79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1148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F4E79"/>
                </a:solidFill>
                <a:latin typeface="Calibri"/>
              </a:rPr>
              <a:t>Deploy em VM GCP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6126480"/>
            <a:ext cx="2743200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F3F3F"/>
                </a:solidFill>
                <a:latin typeface="Calibri"/>
              </a:rPr>
              <a:t>Compute Engine + Persistent Disk + Firewall via script gcloud.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F4E79"/>
                </a:solidFill>
                <a:latin typeface="Calibri"/>
              </a:rPr>
              <a:t>Arquitetura GCP (VM unica)</a:t>
            </a:r>
          </a:p>
        </p:txBody>
      </p:sp>
      <p:pic>
        <p:nvPicPr>
          <p:cNvPr id="3" name="Picture 2" descr="06_gc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2779714"/>
            <a:ext cx="15407640" cy="59620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35608" y="9418320"/>
            <a:ext cx="15407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Calibri"/>
              </a:rPr>
              <a:t>Firewall por tag mlops libera as portas das UIs.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4E79"/>
                </a:solidFill>
                <a:latin typeface="Calibri"/>
              </a:rPr>
              <a:t>Como provisionar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Pre-requisitos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Projeto GCP com billing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gcloud autenticado e cota para 4 vCPU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Comando unico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export GCP_PROJECT=meu-projeto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./infra/gcp/provision.sh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O script faz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Cria disco SSD 200GB (pd-ssd)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Cria VM ubuntu-22 com startup-script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Abre firewall por tag (ajuste SOURCE_IP_RANGE em prod!)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Startup-script automatiza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Instala Docker Engine + Compose plugin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Formata e monta disco em /opt/mlops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Clona repositorio e roda docker compose up -d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Custo estimado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~US$ 150/mes (VM 24/7 + 300GB SSD). Preemptible reduz ~70%.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03120" y="32004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95959"/>
                </a:solidFill>
                <a:latin typeface="Calibri"/>
              </a:rPr>
              <a:t>BLOCO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3566160"/>
            <a:ext cx="45720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0" b="1">
                <a:solidFill>
                  <a:srgbClr val="1F4E79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1148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F4E79"/>
                </a:solidFill>
                <a:latin typeface="Calibri"/>
              </a:rPr>
              <a:t>Conclusoes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6126480"/>
            <a:ext cx="2743200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F3F3F"/>
                </a:solidFill>
                <a:latin typeface="Calibri"/>
              </a:rPr>
              <a:t>O que entregamos e proximos passos para evolucao.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4E79"/>
                </a:solidFill>
                <a:latin typeface="Calibri"/>
              </a:rPr>
              <a:t>O que entregamos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Componentes implementados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7 containers Docker orquestrados via docker-compose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3 DAGs Airflow (ingestao, treino preditivo, treino embeddings)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MLflow Tracking + Registry com promocao automatizada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Vector search em pgvector com indice HNSW cosine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FastAPI servindo /predict (Registry) e /search (vetorial)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Triplo versionamento: Git + lake parquet + MLflow Registry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CI completo (ruff + pytest + docker build) via GitHub Actions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Manual de deploy em VM GCP com script de provisionamento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F4E79"/>
                </a:solidFill>
                <a:latin typeface="Calibri"/>
              </a:rPr>
              <a:t>Proximos passos (evolucao)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Curto prazo (laboratorio)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Monitoracao de drift com Evidently AI (KS, PSI, Wasserstein)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Datasheet for Datasets + Model Card por modelo registrado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Testes E2E via docker compose + pytest-compose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Avaliacao de fairness (Disparate Impact, Equal Opportunity)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Medio prazo (cloud)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Migrar Postgres para Cloud SQL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Migrar lake para GCS bucket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Substituir FastAPI por Cloud Run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Airflow gerenciado - Cloud Composer</a:t>
            </a:r>
          </a:p>
          <a:p>
            <a:pPr>
              <a:spcAft>
                <a:spcPts val="200"/>
              </a:spcAft>
              <a:buNone/>
            </a:pPr>
            <a:r>
              <a:rPr sz="800" b="0">
                <a:latin typeface="Calibri"/>
              </a:rPr>
              <a:t> </a:t>
            </a:r>
          </a:p>
          <a:p>
            <a:pPr>
              <a:spcBef>
                <a:spcPts val="6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F4E79"/>
                </a:solidFill>
                <a:latin typeface="Calibri"/>
              </a:rPr>
              <a:t>Governanca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OAuth no Airflow e MLflow</a:t>
            </a:r>
          </a:p>
          <a:p>
            <a:pPr>
              <a:spcAft>
                <a:spcPts val="400"/>
              </a:spcAft>
              <a:buNone/>
            </a:pPr>
            <a:r>
              <a:rPr sz="1600" b="0">
                <a:solidFill>
                  <a:srgbClr val="3F3F3F"/>
                </a:solidFill>
                <a:latin typeface="Calibri"/>
              </a:rPr>
              <a:t>• Identity-Aware Proxy (IAP) no GCP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 wrap="square"/>
          <a:lstStyle/>
          <a:p>
            <a:r>
              <a:rPr sz="3200" b="1">
                <a:solidFill>
                  <a:srgbClr val="1F4E79"/>
                </a:solidFill>
                <a:latin typeface="Calibri"/>
              </a:rPr>
              <a:t>Obrigado!</a:t>
            </a:r>
          </a:p>
          <a:p>
            <a:r>
              <a:rPr sz="600" b="0">
                <a:solidFill>
                  <a:srgbClr val="1F4E79"/>
                </a:solidFill>
                <a:latin typeface="Calibri"/>
              </a:rPr>
              <a:t/>
            </a:r>
          </a:p>
          <a:p>
            <a:r>
              <a:rPr sz="1400" b="1">
                <a:solidFill>
                  <a:srgbClr val="3F3F3F"/>
                </a:solidFill>
                <a:latin typeface="Calibri"/>
              </a:rPr>
              <a:t>Prof. Andre Insardi</a:t>
            </a:r>
          </a:p>
          <a:p>
            <a:r>
              <a:rPr sz="1200" b="0">
                <a:solidFill>
                  <a:srgbClr val="595959"/>
                </a:solidFill>
                <a:latin typeface="Calibri"/>
              </a:rPr>
              <a:t>ext.andre.insardi@prof.fgv.edu.br</a:t>
            </a:r>
          </a:p>
          <a:p>
            <a:r>
              <a:rPr sz="1100" b="0">
                <a:solidFill>
                  <a:srgbClr val="595959"/>
                </a:solidFill>
                <a:latin typeface="Calibri"/>
              </a:rPr>
              <a:t>FGV — MBA IA &amp; Analytics — Maio/2026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Pro Presentation Template">
  <a:themeElements>
    <a:clrScheme name="Personalizar 4">
      <a:dk1>
        <a:srgbClr val="202427"/>
      </a:dk1>
      <a:lt1>
        <a:srgbClr val="F6F7FB"/>
      </a:lt1>
      <a:dk2>
        <a:srgbClr val="002C4D"/>
      </a:dk2>
      <a:lt2>
        <a:srgbClr val="FDFDFD"/>
      </a:lt2>
      <a:accent1>
        <a:srgbClr val="003A79"/>
      </a:accent1>
      <a:accent2>
        <a:srgbClr val="0C63AA"/>
      </a:accent2>
      <a:accent3>
        <a:srgbClr val="008BC9"/>
      </a:accent3>
      <a:accent4>
        <a:srgbClr val="666666"/>
      </a:accent4>
      <a:accent5>
        <a:srgbClr val="00E1AC"/>
      </a:accent5>
      <a:accent6>
        <a:srgbClr val="A02BAD"/>
      </a:accent6>
      <a:hlink>
        <a:srgbClr val="782082"/>
      </a:hlink>
      <a:folHlink>
        <a:srgbClr val="78487F"/>
      </a:folHlink>
    </a:clrScheme>
    <a:fontScheme name="Tech">
      <a:majorFont>
        <a:latin typeface="Montserrat Bold"/>
        <a:ea typeface=""/>
        <a:cs typeface=""/>
      </a:majorFont>
      <a:minorFont>
        <a:latin typeface="Lato regular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wrap="square" lIns="0" tIns="0" rIns="0" bIns="0" rtlCol="0" anchor="t">
        <a:noAutofit/>
      </a:bodyPr>
      <a:lstStyle>
        <a:defPPr algn="ctr">
          <a:spcBef>
            <a:spcPts val="1000"/>
          </a:spcBef>
          <a:defRPr sz="14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36000" rIns="216000" bIns="36000" rtlCol="0">
        <a:spAutoFit/>
      </a:bodyPr>
      <a:lstStyle>
        <a:defPPr>
          <a:lnSpc>
            <a:spcPct val="130000"/>
          </a:lnSpc>
          <a:spcBef>
            <a:spcPts val="1000"/>
          </a:spcBef>
          <a:defRPr sz="14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presentação1" id="{D9071DDC-4A46-410E-BADF-FD229D0C199E}" vid="{644DEE8D-A7DD-4836-AE8D-319F28FD14F3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modelo_rede</Template>
  <TotalTime>18</TotalTime>
  <Words>8896</Words>
  <Application>Microsoft Office PowerPoint</Application>
  <PresentationFormat>Personalizar</PresentationFormat>
  <Paragraphs>658</Paragraphs>
  <Slides>65</Slides>
  <Notes>25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65</vt:i4>
      </vt:variant>
    </vt:vector>
  </HeadingPairs>
  <TitlesOfParts>
    <vt:vector size="73" baseType="lpstr">
      <vt:lpstr>Arial</vt:lpstr>
      <vt:lpstr>Arial Black</vt:lpstr>
      <vt:lpstr>Calibri</vt:lpstr>
      <vt:lpstr>Consolas</vt:lpstr>
      <vt:lpstr>Lato regular</vt:lpstr>
      <vt:lpstr>Wingdings</vt:lpstr>
      <vt:lpstr>1_Pro Presentation Template</vt:lpstr>
      <vt:lpstr>Slide do think-cell</vt:lpstr>
      <vt:lpstr>MLOps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 que é DevOps ?</vt:lpstr>
      <vt:lpstr>Definição DevOps </vt:lpstr>
      <vt:lpstr>Definição DevOps</vt:lpstr>
      <vt:lpstr>Por quê DevOps ?</vt:lpstr>
      <vt:lpstr>Por quê DevOps ?</vt:lpstr>
      <vt:lpstr>Por quê DevOps ?</vt:lpstr>
      <vt:lpstr>Ciclo DevOps (Exemplo Atlassian)</vt:lpstr>
      <vt:lpstr>Como o mercado entende DevOps </vt:lpstr>
      <vt:lpstr>DevOps fora da T.I.</vt:lpstr>
      <vt:lpstr>DevOps fora da T.I.</vt:lpstr>
      <vt:lpstr>DevOps fora da T.I.</vt:lpstr>
      <vt:lpstr>Business DevOps</vt:lpstr>
      <vt:lpstr>BizDevOps </vt:lpstr>
      <vt:lpstr>Pilares da Cultara DevOPS (Architecting DevOps) </vt:lpstr>
      <vt:lpstr>Régua de Maturidade do DevOps </vt:lpstr>
      <vt:lpstr>Apresentação do PowerPoint</vt:lpstr>
      <vt:lpstr>As 3 Maneiras - Onde queremos chegar ?</vt:lpstr>
      <vt:lpstr>Compilado Geral com As 3 Maneiras</vt:lpstr>
      <vt:lpstr>As 3 Maneiras – Fluxo (Pipeline)</vt:lpstr>
      <vt:lpstr>As 3 Maneiras – Feedback (Ops)</vt:lpstr>
      <vt:lpstr>As 3 Maneiras – Cultura</vt:lpstr>
      <vt:lpstr>As 3 Maneiras – Aplicação</vt:lpstr>
      <vt:lpstr>Ecossistema de Ferramentas </vt:lpstr>
      <vt:lpstr>Ecossistema de Ferramentas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Andre Insardi</dc:creator>
  <cp:keywords/>
  <dc:description/>
  <cp:lastModifiedBy>Andre Insardi</cp:lastModifiedBy>
  <cp:revision>2</cp:revision>
  <cp:lastPrinted>2024-08-20T18:48:30Z</cp:lastPrinted>
  <dcterms:created xsi:type="dcterms:W3CDTF">2026-05-15T21:57:52Z</dcterms:created>
  <dcterms:modified xsi:type="dcterms:W3CDTF">2026-05-15T22:16:39Z</dcterms:modified>
  <cp:category/>
</cp:coreProperties>
</file>